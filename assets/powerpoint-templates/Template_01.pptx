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0"/>
    <p:sldMasterId id="2147483707" r:id="rId21"/>
  </p:sldMasterIdLst>
  <p:notesMasterIdLst>
    <p:notesMasterId r:id="rId22"/>
  </p:notesMasterIdLst>
  <p:handoutMasterIdLst>
    <p:handoutMasterId r:id="rId23"/>
  </p:handout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61" autoAdjust="0"/>
    <p:restoredTop sz="94647"/>
  </p:normalViewPr>
  <p:slideViewPr>
    <p:cSldViewPr snapToGrid="0">
      <p:cViewPr varScale="1">
        <p:scale>
          <a:sx n="242" d="100"/>
          <a:sy n="242" d="100"/>
        </p:scale>
        <p:origin x="165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93" d="100"/>
          <a:sy n="193" d="100"/>
        </p:scale>
        <p:origin x="789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8.xml"/><Relationship Id="rId13" Type="http://schemas.openxmlformats.org/officeDocument/2006/relationships/customXml" Target="../customXml/item13.xml"/><Relationship Id="rId18" Type="http://schemas.openxmlformats.org/officeDocument/2006/relationships/customXml" Target="../customXml/item18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Master" Target="slideMasters/slideMaster2.xml"/><Relationship Id="rId7" Type="http://schemas.openxmlformats.org/officeDocument/2006/relationships/customXml" Target="../customXml/item7.xml"/><Relationship Id="rId12" Type="http://schemas.openxmlformats.org/officeDocument/2006/relationships/customXml" Target="../customXml/item12.xml"/><Relationship Id="rId17" Type="http://schemas.openxmlformats.org/officeDocument/2006/relationships/customXml" Target="../customXml/item17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customXml" Target="../customXml/item16.xml"/><Relationship Id="rId20" Type="http://schemas.openxmlformats.org/officeDocument/2006/relationships/slideMaster" Target="slideMasters/slideMaster1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customXml" Target="../customXml/item11.xml"/><Relationship Id="rId24" Type="http://schemas.openxmlformats.org/officeDocument/2006/relationships/presProps" Target="presProps.xml"/><Relationship Id="rId5" Type="http://schemas.openxmlformats.org/officeDocument/2006/relationships/customXml" Target="../customXml/item5.xml"/><Relationship Id="rId15" Type="http://schemas.openxmlformats.org/officeDocument/2006/relationships/customXml" Target="../customXml/item15.xml"/><Relationship Id="rId23" Type="http://schemas.openxmlformats.org/officeDocument/2006/relationships/handoutMaster" Target="handoutMasters/handoutMaster1.xml"/><Relationship Id="rId10" Type="http://schemas.openxmlformats.org/officeDocument/2006/relationships/customXml" Target="../customXml/item10.xml"/><Relationship Id="rId19" Type="http://schemas.openxmlformats.org/officeDocument/2006/relationships/customXml" Target="../customXml/item19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customXml" Target="../customXml/item14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26BD25E9-3EE4-6315-19C7-2A541A7E63D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13B43AF-08D0-5B95-FD9E-BDE35BF0369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E9DB08-0204-FF45-B45D-D96F9C704D75}" type="datetimeFigureOut">
              <a:rPr lang="es-ES" smtClean="0"/>
              <a:t>7/10/26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2606970-A43E-C27B-4C53-D78E9CC31EE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6EC56AC-B7E0-CB52-BD5D-82CAC487C3E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6E457C-3B9A-AF46-B684-DFBB9E6EDCF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201665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B6DF60-6159-4558-8D07-00E18A77A54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B0E5E0-7946-4FB1-A297-6AB0FA3AA7F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7024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2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Title Pa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103FF1A-D345-1C56-590F-D823A889B028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sp>
        <p:nvSpPr>
          <p:cNvPr id="22531" name="Title_TM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479425" y="476250"/>
            <a:ext cx="9900000" cy="3457576"/>
          </a:xfrm>
        </p:spPr>
        <p:txBody>
          <a:bodyPr/>
          <a:lstStyle>
            <a:lvl1pPr>
              <a:lnSpc>
                <a:spcPct val="85000"/>
              </a:lnSpc>
              <a:defRPr sz="8000" b="0" kern="1400" spc="-16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Title/cover page,   Ericsson Hilda Light 80pt, max 3-lines</a:t>
            </a:r>
          </a:p>
        </p:txBody>
      </p:sp>
      <p:sp>
        <p:nvSpPr>
          <p:cNvPr id="22530" name="SubTitle_TM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79425" y="4149725"/>
            <a:ext cx="5472114" cy="2087563"/>
          </a:xfrm>
          <a:prstGeom prst="rect">
            <a:avLst/>
          </a:prstGeom>
        </p:spPr>
        <p:txBody>
          <a:bodyPr lIns="7200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Ericsson Hilda Light" charset="0"/>
              <a:buNone/>
              <a:defRPr sz="20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Description/subtitle/speaker…</a:t>
            </a:r>
            <a:br>
              <a:rPr lang="en-US"/>
            </a:br>
            <a:r>
              <a:rPr lang="en-US"/>
              <a:t>Ericsson Hilda Black 20pt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6240463" y="6264000"/>
            <a:ext cx="1910479" cy="262800"/>
          </a:xfrm>
          <a:prstGeom prst="rect">
            <a:avLst/>
          </a:prstGeom>
        </p:spPr>
        <p:txBody>
          <a:bodyPr wrap="none" tIns="0" bIns="0" anchor="ctr" anchorCtr="0"/>
          <a:lstStyle>
            <a:lvl1pPr marL="0" indent="0" algn="r">
              <a:buNone/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Speaker name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1" hasCustomPrompt="1"/>
          </p:nvPr>
        </p:nvSpPr>
        <p:spPr>
          <a:xfrm>
            <a:off x="8229600" y="6264000"/>
            <a:ext cx="2515041" cy="26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 rIns="0" bIns="0" anchor="ctr" anchorCtr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Organization</a:t>
            </a:r>
          </a:p>
        </p:txBody>
      </p:sp>
      <p:sp>
        <p:nvSpPr>
          <p:cNvPr id="15" name="Content Placeholder 11"/>
          <p:cNvSpPr>
            <a:spLocks noGrp="1"/>
          </p:cNvSpPr>
          <p:nvPr>
            <p:ph sz="quarter" idx="12" hasCustomPrompt="1"/>
          </p:nvPr>
        </p:nvSpPr>
        <p:spPr>
          <a:xfrm>
            <a:off x="10811951" y="6264000"/>
            <a:ext cx="897503" cy="26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0" anchor="ctr" anchorCtr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YYYY-MM-DD</a:t>
            </a:r>
          </a:p>
        </p:txBody>
      </p:sp>
      <p:sp>
        <p:nvSpPr>
          <p:cNvPr id="9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72C1EE1F-EF94-4EBA-A010-8BC3D2F38C39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0EAB151C-EA5D-17DC-B535-00FFB9FD819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2752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">
    <p:bg>
      <p:bgPr>
        <a:gradFill flip="none" rotWithShape="1">
          <a:gsLst>
            <a:gs pos="79000">
              <a:srgbClr val="9579BC">
                <a:lumMod val="79000"/>
              </a:srgbClr>
            </a:gs>
            <a:gs pos="35000">
              <a:srgbClr val="A37ACE">
                <a:lumMod val="52000"/>
              </a:srgbClr>
            </a:gs>
            <a:gs pos="0">
              <a:srgbClr val="7030A0"/>
            </a:gs>
            <a:gs pos="100000">
              <a:schemeClr val="accent3">
                <a:lumMod val="40000"/>
                <a:lumOff val="6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Title_TM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479423" y="2121418"/>
            <a:ext cx="9900000" cy="2048048"/>
          </a:xfrm>
        </p:spPr>
        <p:txBody>
          <a:bodyPr/>
          <a:lstStyle>
            <a:lvl1pPr>
              <a:lnSpc>
                <a:spcPct val="85000"/>
              </a:lnSpc>
              <a:defRPr sz="8000" b="0" kern="1400" spc="-16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Title/cover page,   Ericsson Hilda Light 80pt</a:t>
            </a:r>
          </a:p>
        </p:txBody>
      </p:sp>
      <p:sp>
        <p:nvSpPr>
          <p:cNvPr id="22530" name="SubTitle_TM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79423" y="4329789"/>
            <a:ext cx="9900000" cy="843526"/>
          </a:xfrm>
          <a:prstGeom prst="rect">
            <a:avLst/>
          </a:prstGeom>
        </p:spPr>
        <p:txBody>
          <a:bodyPr lIns="7200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Ericsson Hilda Light" charset="0"/>
              <a:buNone/>
              <a:defRPr lang="en-US" sz="2400" b="0" kern="1400" spc="-160" baseline="0" dirty="0">
                <a:solidFill>
                  <a:schemeClr val="accent4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dirty="0"/>
              <a:t>Description/subtitle/speaker… Ericsson Hilda Black 24pt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6240463" y="6264000"/>
            <a:ext cx="1910479" cy="262800"/>
          </a:xfrm>
          <a:prstGeom prst="rect">
            <a:avLst/>
          </a:prstGeom>
        </p:spPr>
        <p:txBody>
          <a:bodyPr wrap="none" tIns="0" bIns="0" anchor="ctr" anchorCtr="0"/>
          <a:lstStyle>
            <a:lvl1pPr marL="0" indent="0" algn="r">
              <a:buNone/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Speaker name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1" hasCustomPrompt="1"/>
          </p:nvPr>
        </p:nvSpPr>
        <p:spPr>
          <a:xfrm>
            <a:off x="8229600" y="6264000"/>
            <a:ext cx="2515041" cy="26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 rIns="0" bIns="0" anchor="ctr" anchorCtr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Organization</a:t>
            </a:r>
          </a:p>
        </p:txBody>
      </p:sp>
      <p:sp>
        <p:nvSpPr>
          <p:cNvPr id="15" name="Content Placeholder 11"/>
          <p:cNvSpPr>
            <a:spLocks noGrp="1"/>
          </p:cNvSpPr>
          <p:nvPr>
            <p:ph sz="quarter" idx="12" hasCustomPrompt="1"/>
          </p:nvPr>
        </p:nvSpPr>
        <p:spPr>
          <a:xfrm>
            <a:off x="10811951" y="6264000"/>
            <a:ext cx="897503" cy="26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0" anchor="ctr" anchorCtr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YYYY-MM-DD</a:t>
            </a:r>
          </a:p>
        </p:txBody>
      </p:sp>
      <p:sp>
        <p:nvSpPr>
          <p:cNvPr id="9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72C1EE1F-EF94-4EBA-A010-8BC3D2F38C39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2137CF1-DACA-3883-36F0-4953E52B1A2A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48622" y="5277365"/>
            <a:ext cx="2259542" cy="0"/>
          </a:xfrm>
          <a:prstGeom prst="line">
            <a:avLst/>
          </a:prstGeom>
          <a:solidFill>
            <a:schemeClr val="accent1"/>
          </a:solidFill>
          <a:ln w="38100" cap="rnd" cmpd="sng" algn="ctr">
            <a:solidFill>
              <a:srgbClr val="EFD4D3"/>
            </a:solidFill>
            <a:prstDash val="solid"/>
            <a:round/>
            <a:headEnd type="none" w="med" len="med"/>
            <a:tailEnd type="none"/>
          </a:ln>
          <a:effectLst/>
        </p:spPr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5DE968A4-40EF-C7ED-628E-BC446E1808EC}"/>
              </a:ext>
            </a:extLst>
          </p:cNvPr>
          <p:cNvSpPr txBox="1"/>
          <p:nvPr userDrawn="1"/>
        </p:nvSpPr>
        <p:spPr>
          <a:xfrm>
            <a:off x="1749287" y="1530626"/>
            <a:ext cx="0" cy="0"/>
          </a:xfrm>
          <a:prstGeom prst="rect">
            <a:avLst/>
          </a:prstGeom>
        </p:spPr>
        <p:txBody>
          <a:bodyPr vert="horz" wrap="none" lIns="72000" tIns="36000" rIns="72000" bIns="36000" rtlCol="0" anchor="t">
            <a:no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Tx/>
              <a:buSzTx/>
              <a:tabLst/>
            </a:pPr>
            <a:endParaRPr kumimoji="0" lang="es-ES" sz="2000" b="0" i="0" u="none" strike="noStrike" kern="1000" cap="none" spc="-3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2108456"/>
      </p:ext>
    </p:extLst>
  </p:cSld>
  <p:clrMapOvr>
    <a:masterClrMapping/>
  </p:clrMapOvr>
  <p:hf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gradFill>
          <a:gsLst>
            <a:gs pos="79000">
              <a:srgbClr val="9579BC">
                <a:lumMod val="79000"/>
              </a:srgbClr>
            </a:gs>
            <a:gs pos="35000">
              <a:srgbClr val="A37ACE">
                <a:lumMod val="52000"/>
              </a:srgbClr>
            </a:gs>
            <a:gs pos="0">
              <a:srgbClr val="7030A0"/>
            </a:gs>
            <a:gs pos="100000">
              <a:schemeClr val="accent3">
                <a:lumMod val="40000"/>
                <a:lumOff val="6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4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Slide title, Ericsson Hilda Light 40pt, Ericsson Black, max 2-lines</a:t>
            </a:r>
          </a:p>
        </p:txBody>
      </p:sp>
      <p:sp>
        <p:nvSpPr>
          <p:cNvPr id="3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44ECCE6-4D94-443E-8C20-CA233A5C0572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11978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">
    <p:bg>
      <p:bgPr>
        <a:gradFill>
          <a:gsLst>
            <a:gs pos="79000">
              <a:srgbClr val="9579BC">
                <a:lumMod val="79000"/>
              </a:srgbClr>
            </a:gs>
            <a:gs pos="35000">
              <a:srgbClr val="A37ACE">
                <a:lumMod val="52000"/>
              </a:srgbClr>
            </a:gs>
            <a:gs pos="0">
              <a:srgbClr val="7030A0"/>
            </a:gs>
            <a:gs pos="100000">
              <a:schemeClr val="accent3">
                <a:lumMod val="40000"/>
                <a:lumOff val="6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4" y="2986709"/>
            <a:ext cx="9425752" cy="1177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Slide title, Ericsson Hilda Light 40pt, Ericsson Black, max 2-lines</a:t>
            </a:r>
          </a:p>
        </p:txBody>
      </p:sp>
      <p:sp>
        <p:nvSpPr>
          <p:cNvPr id="3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44ECCE6-4D94-443E-8C20-CA233A5C0572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74281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logo 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_TM">
            <a:extLst>
              <a:ext uri="{FF2B5EF4-FFF2-40B4-BE49-F238E27FC236}">
                <a16:creationId xmlns:a16="http://schemas.microsoft.com/office/drawing/2014/main" id="{B200748E-0B61-48E1-8B47-504C30250995}"/>
              </a:ext>
            </a:extLst>
          </p:cNvPr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3074195" y="5004940"/>
            <a:ext cx="6045994" cy="347472"/>
          </a:xfrm>
          <a:prstGeom prst="rect">
            <a:avLst/>
          </a:prstGeom>
        </p:spPr>
        <p:txBody>
          <a:bodyPr rIns="7200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Ericsson Hilda Light" charset="0"/>
              <a:buNone/>
              <a:defRPr sz="20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Use this space for relevant Ericsson URLs or hashtags</a:t>
            </a:r>
          </a:p>
        </p:txBody>
      </p:sp>
      <p:pic>
        <p:nvPicPr>
          <p:cNvPr id="2" name="image">
            <a:extLst>
              <a:ext uri="{FF2B5EF4-FFF2-40B4-BE49-F238E27FC236}">
                <a16:creationId xmlns:a16="http://schemas.microsoft.com/office/drawing/2014/main" id="{3DDE3DF2-4191-6EC8-7BFC-F1AAA9CFC1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4177" y="2259975"/>
            <a:ext cx="2120176" cy="2121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930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1 rows + 1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1844675"/>
            <a:ext cx="11233150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1 rows + 1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9425" y="1706563"/>
            <a:ext cx="11233150" cy="36618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1 rows + 1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89219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9425" y="1706563"/>
            <a:ext cx="8307730" cy="4999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1 rows +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_SM">
            <a:extLst>
              <a:ext uri="{FF2B5EF4-FFF2-40B4-BE49-F238E27FC236}">
                <a16:creationId xmlns:a16="http://schemas.microsoft.com/office/drawing/2014/main" id="{891BF4C4-9DF9-4D9F-A738-37FBCD45AA68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479425" y="1844675"/>
            <a:ext cx="5472113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Content Placeholder 3"/>
          <p:cNvSpPr>
            <a:spLocks noGrp="1"/>
          </p:cNvSpPr>
          <p:nvPr>
            <p:ph sz="quarter" idx="3" hasCustomPrompt="1"/>
          </p:nvPr>
        </p:nvSpPr>
        <p:spPr>
          <a:xfrm>
            <a:off x="6240463" y="1844674"/>
            <a:ext cx="5472112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53797230-5A6C-4718-8C90-CB9F2709B382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74944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1 rows + 2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5570855" cy="36618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141720" y="1706563"/>
            <a:ext cx="5570855" cy="36618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1 rows + 2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4108145" cy="4999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679010" y="1706563"/>
            <a:ext cx="4108145" cy="4999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1 rows +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_SM">
            <a:extLst>
              <a:ext uri="{FF2B5EF4-FFF2-40B4-BE49-F238E27FC236}">
                <a16:creationId xmlns:a16="http://schemas.microsoft.com/office/drawing/2014/main" id="{6B686A21-AA96-4B0A-B7CE-F4C6D5D31B32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6" name="Content Placeholder 1"/>
          <p:cNvSpPr>
            <a:spLocks noGrp="1"/>
          </p:cNvSpPr>
          <p:nvPr>
            <p:ph sz="quarter" idx="11" hasCustomPrompt="1"/>
          </p:nvPr>
        </p:nvSpPr>
        <p:spPr>
          <a:xfrm>
            <a:off x="481052" y="1846580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2" hasCustomPrompt="1"/>
          </p:nvPr>
        </p:nvSpPr>
        <p:spPr>
          <a:xfrm>
            <a:off x="4332814" y="1844674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E3794F8-471D-4987-945F-3C29BB03AB4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184575" y="1846580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2C8570FA-FAA3-4EFA-A4F1-01C285AE39DE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714784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1 rows + 3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8782E2F-86DB-86D4-DCF9-8958746105F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425" y="1709736"/>
            <a:ext cx="3577975" cy="36623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B75A00BE-CA97-A854-15C7-7465405CB56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07010" y="1709736"/>
            <a:ext cx="3577975" cy="366186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F0F2B03B-4F5D-BA62-9CAC-D574877D0FA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134595" y="1709736"/>
            <a:ext cx="3577975" cy="36623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156948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1 rows + 3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2708283" cy="4999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279148" y="1706563"/>
            <a:ext cx="2708283" cy="4999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78871" y="1706563"/>
            <a:ext cx="2708283" cy="4999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1 rows +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_SM">
            <a:extLst>
              <a:ext uri="{FF2B5EF4-FFF2-40B4-BE49-F238E27FC236}">
                <a16:creationId xmlns:a16="http://schemas.microsoft.com/office/drawing/2014/main" id="{F4D71A67-F349-4E68-B7B8-D53CE323A764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4" name="Content Placeholder 1"/>
          <p:cNvSpPr>
            <a:spLocks noGrp="1"/>
          </p:cNvSpPr>
          <p:nvPr>
            <p:ph sz="quarter" idx="10" hasCustomPrompt="1"/>
          </p:nvPr>
        </p:nvSpPr>
        <p:spPr>
          <a:xfrm>
            <a:off x="479425" y="1844674"/>
            <a:ext cx="2592388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3359149" y="1844674"/>
            <a:ext cx="2592389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12" hasCustomPrompt="1"/>
          </p:nvPr>
        </p:nvSpPr>
        <p:spPr>
          <a:xfrm>
            <a:off x="6240463" y="1844674"/>
            <a:ext cx="2592388" cy="43926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quarter" idx="13" hasCustomPrompt="1"/>
          </p:nvPr>
        </p:nvSpPr>
        <p:spPr>
          <a:xfrm>
            <a:off x="9120188" y="1844674"/>
            <a:ext cx="2592387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A55C34B4-681E-4FDA-A9BB-6BC31D94C8D6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597006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1 rows + 4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2739707" cy="36618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310572" y="1706563"/>
            <a:ext cx="2739707" cy="36618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41719" y="1706563"/>
            <a:ext cx="2739707" cy="36618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972866" y="1706563"/>
            <a:ext cx="2739707" cy="36618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1 rows + 4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2008352" cy="4999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579217" y="1706563"/>
            <a:ext cx="2008352" cy="4999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79009" y="1706563"/>
            <a:ext cx="2008352" cy="4999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778801" y="1706563"/>
            <a:ext cx="2008352" cy="4999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1 rows + 5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2173478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2744343" y="1844675"/>
            <a:ext cx="2173478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009261" y="1844675"/>
            <a:ext cx="2173478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274179" y="1844675"/>
            <a:ext cx="2173478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539097" y="1844675"/>
            <a:ext cx="2173478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1 rows + 5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2173478" cy="36618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744343" y="1706563"/>
            <a:ext cx="2173478" cy="36618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09261" y="1706563"/>
            <a:ext cx="2173478" cy="36618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74179" y="1706563"/>
            <a:ext cx="2173478" cy="36618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539097" y="1706563"/>
            <a:ext cx="2173478" cy="36618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1 rows + 5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1588394" cy="4999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159259" y="1706563"/>
            <a:ext cx="1588394" cy="4999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39093" y="1706563"/>
            <a:ext cx="1588394" cy="4999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18927" y="1706563"/>
            <a:ext cx="1588394" cy="4999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198761" y="1706563"/>
            <a:ext cx="1588394" cy="4999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1 rows + 6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1795991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2366856" y="1844675"/>
            <a:ext cx="1795991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54287" y="1844675"/>
            <a:ext cx="1795991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41718" y="1844675"/>
            <a:ext cx="1795991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029149" y="1844675"/>
            <a:ext cx="1795991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hart 1-6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916580" y="1844675"/>
            <a:ext cx="1795991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1 rows + 6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1795991" cy="36618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366856" y="1706563"/>
            <a:ext cx="1795991" cy="36618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54287" y="1706563"/>
            <a:ext cx="1795991" cy="36618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41718" y="1706563"/>
            <a:ext cx="1795991" cy="36618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029149" y="1706563"/>
            <a:ext cx="1795991" cy="36618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1-6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9916580" y="1706563"/>
            <a:ext cx="1795991" cy="36618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1 rows + 6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1308421" cy="4999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879286" y="1706563"/>
            <a:ext cx="1308421" cy="4999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279147" y="1706563"/>
            <a:ext cx="1308421" cy="4999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79008" y="1706563"/>
            <a:ext cx="1308421" cy="4999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78869" y="1706563"/>
            <a:ext cx="1308421" cy="4999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1-6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78730" y="1706563"/>
            <a:ext cx="1308421" cy="4999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rows + 1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11233150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hart 2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79425" y="4086701"/>
            <a:ext cx="11233150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rows + 1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11233150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2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9425" y="3583216"/>
            <a:ext cx="11233150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rows + 1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8307730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2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9425" y="4252193"/>
            <a:ext cx="8307730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rows +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5570855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141720" y="1844675"/>
            <a:ext cx="5570855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hart 2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79425" y="4086701"/>
            <a:ext cx="5570855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hart 2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41720" y="4086701"/>
            <a:ext cx="5570855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rows + 2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5570855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141720" y="1706563"/>
            <a:ext cx="5570855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2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9425" y="3583216"/>
            <a:ext cx="5570855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2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41720" y="3583216"/>
            <a:ext cx="5570855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rows + 2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4108145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679010" y="1706563"/>
            <a:ext cx="4108145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2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9425" y="4252193"/>
            <a:ext cx="4108145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2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79010" y="4252193"/>
            <a:ext cx="4108145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rows +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_SM">
            <a:extLst>
              <a:ext uri="{FF2B5EF4-FFF2-40B4-BE49-F238E27FC236}">
                <a16:creationId xmlns:a16="http://schemas.microsoft.com/office/drawing/2014/main" id="{6B686A21-AA96-4B0A-B7CE-F4C6D5D31B32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6" name="Content Placeholder 1"/>
          <p:cNvSpPr>
            <a:spLocks noGrp="1"/>
          </p:cNvSpPr>
          <p:nvPr>
            <p:ph sz="quarter" idx="11" hasCustomPrompt="1"/>
          </p:nvPr>
        </p:nvSpPr>
        <p:spPr>
          <a:xfrm>
            <a:off x="481052" y="1846580"/>
            <a:ext cx="3528000" cy="213630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2" hasCustomPrompt="1"/>
          </p:nvPr>
        </p:nvSpPr>
        <p:spPr>
          <a:xfrm>
            <a:off x="4332814" y="1844674"/>
            <a:ext cx="3528000" cy="213630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E3794F8-471D-4987-945F-3C29BB03AB4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184575" y="1846580"/>
            <a:ext cx="3528000" cy="213630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2C8570FA-FAA3-4EFA-A4F1-01C285AE39DE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11" name="Chart lower 1"/>
          <p:cNvSpPr>
            <a:spLocks noGrp="1"/>
          </p:cNvSpPr>
          <p:nvPr>
            <p:ph sz="quarter" idx="14" hasCustomPrompt="1"/>
          </p:nvPr>
        </p:nvSpPr>
        <p:spPr>
          <a:xfrm>
            <a:off x="481052" y="4102886"/>
            <a:ext cx="3528000" cy="213630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Chart lower 2"/>
          <p:cNvSpPr>
            <a:spLocks noGrp="1"/>
          </p:cNvSpPr>
          <p:nvPr>
            <p:ph sz="quarter" idx="15" hasCustomPrompt="1"/>
          </p:nvPr>
        </p:nvSpPr>
        <p:spPr>
          <a:xfrm>
            <a:off x="4332814" y="4100980"/>
            <a:ext cx="3528000" cy="213630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Chart lower 3">
            <a:extLst>
              <a:ext uri="{FF2B5EF4-FFF2-40B4-BE49-F238E27FC236}">
                <a16:creationId xmlns:a16="http://schemas.microsoft.com/office/drawing/2014/main" id="{8E3794F8-471D-4987-945F-3C29BB03AB4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184575" y="4102886"/>
            <a:ext cx="3528000" cy="213630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57147845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rows + 3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3683423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254288" y="1706563"/>
            <a:ext cx="3683423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029151" y="1706563"/>
            <a:ext cx="3683423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2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425" y="3583216"/>
            <a:ext cx="3683423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2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254288" y="3583216"/>
            <a:ext cx="3683423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2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029151" y="3583216"/>
            <a:ext cx="3683423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rows + 3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2708283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279148" y="1706563"/>
            <a:ext cx="2708283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78871" y="1706563"/>
            <a:ext cx="2708283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2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425" y="4252193"/>
            <a:ext cx="2708283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2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279148" y="4252193"/>
            <a:ext cx="2708283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2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078871" y="4252193"/>
            <a:ext cx="2708283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rows +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2739707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310572" y="1844675"/>
            <a:ext cx="2739707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41719" y="1844675"/>
            <a:ext cx="2739707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972866" y="1844675"/>
            <a:ext cx="2739707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hart 2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79425" y="4086701"/>
            <a:ext cx="2739707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hart 2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3310572" y="4086701"/>
            <a:ext cx="2739707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Chart 2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141719" y="4086701"/>
            <a:ext cx="2739707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Chart 2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972866" y="4086701"/>
            <a:ext cx="2739707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rows + 4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2739707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310572" y="1706563"/>
            <a:ext cx="2739707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41719" y="1706563"/>
            <a:ext cx="2739707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972866" y="1706563"/>
            <a:ext cx="2739707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2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9425" y="3583216"/>
            <a:ext cx="2739707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2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310572" y="3583216"/>
            <a:ext cx="2739707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2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141719" y="3583216"/>
            <a:ext cx="2739707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2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972866" y="3583216"/>
            <a:ext cx="2739707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rows + 4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2008352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579217" y="1706563"/>
            <a:ext cx="2008352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79009" y="1706563"/>
            <a:ext cx="2008352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778801" y="1706563"/>
            <a:ext cx="2008352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2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9425" y="4252193"/>
            <a:ext cx="2008352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2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2579217" y="4252193"/>
            <a:ext cx="2008352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2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679009" y="4252193"/>
            <a:ext cx="2008352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2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778801" y="4252193"/>
            <a:ext cx="2008352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rows + 5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2173478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2744343" y="1844675"/>
            <a:ext cx="2173478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009261" y="1844675"/>
            <a:ext cx="2173478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274179" y="1844675"/>
            <a:ext cx="2173478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539097" y="1844675"/>
            <a:ext cx="2173478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hart 2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79425" y="4086701"/>
            <a:ext cx="2173478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Chart 2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4343" y="4086701"/>
            <a:ext cx="2173478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Chart 2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009261" y="4086701"/>
            <a:ext cx="2173478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Chart 2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274179" y="4086701"/>
            <a:ext cx="2173478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hart 2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9539097" y="4086701"/>
            <a:ext cx="2173478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rows + 5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2173478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744343" y="1706563"/>
            <a:ext cx="2173478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09261" y="1706563"/>
            <a:ext cx="2173478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74179" y="1706563"/>
            <a:ext cx="2173478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539097" y="1706563"/>
            <a:ext cx="2173478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2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79425" y="3583216"/>
            <a:ext cx="2173478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2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2744343" y="3583216"/>
            <a:ext cx="2173478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2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009261" y="3583216"/>
            <a:ext cx="2173478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2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7274179" y="3583216"/>
            <a:ext cx="2173478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2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9539097" y="3583216"/>
            <a:ext cx="2173478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rows + 5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1588394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159259" y="1706563"/>
            <a:ext cx="1588394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39093" y="1706563"/>
            <a:ext cx="1588394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18927" y="1706563"/>
            <a:ext cx="1588394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198761" y="1706563"/>
            <a:ext cx="1588394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2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79425" y="4252193"/>
            <a:ext cx="1588394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2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2159259" y="4252193"/>
            <a:ext cx="1588394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2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839093" y="4252193"/>
            <a:ext cx="1588394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2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518927" y="4252193"/>
            <a:ext cx="1588394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2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7198761" y="4252193"/>
            <a:ext cx="1588394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rows + 6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1795991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2366856" y="1844675"/>
            <a:ext cx="1795991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54287" y="1844675"/>
            <a:ext cx="1795991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41718" y="1844675"/>
            <a:ext cx="1795991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029149" y="1844675"/>
            <a:ext cx="1795991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hart 1-6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916580" y="1844675"/>
            <a:ext cx="1795991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Chart 2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79425" y="4086701"/>
            <a:ext cx="1795991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Chart 2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2366856" y="4086701"/>
            <a:ext cx="1795991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Chart 2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254287" y="4086701"/>
            <a:ext cx="1795991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hart 2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141718" y="4086701"/>
            <a:ext cx="1795991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hart 2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029149" y="4086701"/>
            <a:ext cx="1795991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hart 2-6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9916580" y="4086701"/>
            <a:ext cx="1795991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rows + 6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1795991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366856" y="1706563"/>
            <a:ext cx="1795991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54287" y="1706563"/>
            <a:ext cx="1795991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41718" y="1706563"/>
            <a:ext cx="1795991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029149" y="1706563"/>
            <a:ext cx="1795991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1-6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9916580" y="1706563"/>
            <a:ext cx="1795991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2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79425" y="3583216"/>
            <a:ext cx="1795991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2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366856" y="3583216"/>
            <a:ext cx="1795991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2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254287" y="3583216"/>
            <a:ext cx="1795991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2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141718" y="3583216"/>
            <a:ext cx="1795991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2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8029149" y="3583216"/>
            <a:ext cx="1795991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2-6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9916580" y="3583216"/>
            <a:ext cx="1795991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rows + 6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1308421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879286" y="1706563"/>
            <a:ext cx="1308421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279147" y="1706563"/>
            <a:ext cx="1308421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79008" y="1706563"/>
            <a:ext cx="1308421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78869" y="1706563"/>
            <a:ext cx="1308421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1-6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78730" y="1706563"/>
            <a:ext cx="1308421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2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79425" y="4252193"/>
            <a:ext cx="1308421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2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879286" y="4252193"/>
            <a:ext cx="1308421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2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279147" y="4252193"/>
            <a:ext cx="1308421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2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679008" y="4252193"/>
            <a:ext cx="1308421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2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078869" y="4252193"/>
            <a:ext cx="1308421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2-6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7478730" y="4252193"/>
            <a:ext cx="1308421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3 rows + 1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11233150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hart 2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79425" y="3339359"/>
            <a:ext cx="11233150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hart 3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79425" y="4834043"/>
            <a:ext cx="11233150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3 rows + 1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11233150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2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9425" y="2957665"/>
            <a:ext cx="11233150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3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9425" y="4208767"/>
            <a:ext cx="11233150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3 rows + 1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8307730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2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9425" y="3403650"/>
            <a:ext cx="8307730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3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9425" y="5100737"/>
            <a:ext cx="8307730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3 rows +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5570855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141720" y="1844675"/>
            <a:ext cx="5570855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hart 2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79425" y="3339359"/>
            <a:ext cx="5570855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hart 2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41720" y="3339359"/>
            <a:ext cx="5570855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hart 3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79425" y="4834043"/>
            <a:ext cx="5570855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hart 3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141720" y="4834043"/>
            <a:ext cx="5570855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3 rows + 2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5570855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141720" y="1706563"/>
            <a:ext cx="5570855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2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9425" y="2957665"/>
            <a:ext cx="5570855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2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41720" y="2957665"/>
            <a:ext cx="5570855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3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9425" y="4208767"/>
            <a:ext cx="5570855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3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141720" y="4208767"/>
            <a:ext cx="5570855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3 rows + 2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4108145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679010" y="1706563"/>
            <a:ext cx="4108145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2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9425" y="3403650"/>
            <a:ext cx="4108145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2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79010" y="3403650"/>
            <a:ext cx="4108145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3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9425" y="5100737"/>
            <a:ext cx="4108145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3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679010" y="5100737"/>
            <a:ext cx="4108145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3 rows +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3683423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254288" y="1844675"/>
            <a:ext cx="3683423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029151" y="1844675"/>
            <a:ext cx="3683423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hart 2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9425" y="3339359"/>
            <a:ext cx="3683423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hart 2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254288" y="3339359"/>
            <a:ext cx="3683423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hart 2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029151" y="3339359"/>
            <a:ext cx="3683423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Chart 3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79425" y="4834043"/>
            <a:ext cx="3683423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Chart 3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254288" y="4834043"/>
            <a:ext cx="3683423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Chart 3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029151" y="4834043"/>
            <a:ext cx="3683423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3 rows + 3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3683423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254288" y="1706563"/>
            <a:ext cx="3683423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029151" y="1706563"/>
            <a:ext cx="3683423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2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425" y="2957665"/>
            <a:ext cx="3683423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2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254288" y="2957665"/>
            <a:ext cx="3683423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2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029151" y="2957665"/>
            <a:ext cx="3683423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3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79425" y="4208767"/>
            <a:ext cx="3683423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3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254288" y="4208767"/>
            <a:ext cx="3683423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3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8029151" y="4208767"/>
            <a:ext cx="3683423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3 rows + 3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2708283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279148" y="1706563"/>
            <a:ext cx="2708283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78871" y="1706563"/>
            <a:ext cx="2708283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2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425" y="3403650"/>
            <a:ext cx="2708283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2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279148" y="3403650"/>
            <a:ext cx="2708283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2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078871" y="3403650"/>
            <a:ext cx="2708283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3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79425" y="5100737"/>
            <a:ext cx="2708283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3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279148" y="5100737"/>
            <a:ext cx="2708283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3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078871" y="5100737"/>
            <a:ext cx="2708283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3 rows +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2739707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310572" y="1844675"/>
            <a:ext cx="2739707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41719" y="1844675"/>
            <a:ext cx="2739707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972866" y="1844675"/>
            <a:ext cx="2739707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hart 2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79425" y="3339359"/>
            <a:ext cx="2739707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hart 2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3310572" y="3339359"/>
            <a:ext cx="2739707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Chart 2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141719" y="3339359"/>
            <a:ext cx="2739707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Chart 2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972866" y="3339359"/>
            <a:ext cx="2739707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Chart 3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79425" y="4834043"/>
            <a:ext cx="2739707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hart 3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3310572" y="4834043"/>
            <a:ext cx="2739707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hart 3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6141719" y="4834043"/>
            <a:ext cx="2739707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hart 3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8972866" y="4834043"/>
            <a:ext cx="2739707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3 rows + 4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2739707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310572" y="1706563"/>
            <a:ext cx="2739707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41719" y="1706563"/>
            <a:ext cx="2739707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972866" y="1706563"/>
            <a:ext cx="2739707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2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9425" y="2957665"/>
            <a:ext cx="2739707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2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310572" y="2957665"/>
            <a:ext cx="2739707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2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141719" y="2957665"/>
            <a:ext cx="2739707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2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972866" y="2957665"/>
            <a:ext cx="2739707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3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79425" y="4208767"/>
            <a:ext cx="2739707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3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310572" y="4208767"/>
            <a:ext cx="2739707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3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141719" y="4208767"/>
            <a:ext cx="2739707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3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972866" y="4208767"/>
            <a:ext cx="2739707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3 rows + 4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2008352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579217" y="1706563"/>
            <a:ext cx="2008352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79009" y="1706563"/>
            <a:ext cx="2008352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778801" y="1706563"/>
            <a:ext cx="2008352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2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9425" y="3403650"/>
            <a:ext cx="2008352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2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2579217" y="3403650"/>
            <a:ext cx="2008352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2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679009" y="3403650"/>
            <a:ext cx="2008352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2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778801" y="3403650"/>
            <a:ext cx="2008352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3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79425" y="5100737"/>
            <a:ext cx="2008352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3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2579217" y="5100737"/>
            <a:ext cx="2008352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3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679009" y="5100737"/>
            <a:ext cx="2008352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3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778801" y="5100737"/>
            <a:ext cx="2008352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3 rows + 5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2173478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2744343" y="1844675"/>
            <a:ext cx="2173478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009261" y="1844675"/>
            <a:ext cx="2173478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274179" y="1844675"/>
            <a:ext cx="2173478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539097" y="1844675"/>
            <a:ext cx="2173478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hart 2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79425" y="3339359"/>
            <a:ext cx="2173478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Chart 2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4343" y="3339359"/>
            <a:ext cx="2173478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Chart 2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009261" y="3339359"/>
            <a:ext cx="2173478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Chart 2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274179" y="3339359"/>
            <a:ext cx="2173478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hart 2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9539097" y="3339359"/>
            <a:ext cx="2173478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hart 3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479425" y="4834043"/>
            <a:ext cx="2173478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hart 3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2744343" y="4834043"/>
            <a:ext cx="2173478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Chart 3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5009261" y="4834043"/>
            <a:ext cx="2173478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2" name="Chart 3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7274179" y="4834043"/>
            <a:ext cx="2173478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Chart 3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9539097" y="4834043"/>
            <a:ext cx="2173478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3 rows + 5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2173478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744343" y="1706563"/>
            <a:ext cx="2173478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09261" y="1706563"/>
            <a:ext cx="2173478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74179" y="1706563"/>
            <a:ext cx="2173478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539097" y="1706563"/>
            <a:ext cx="2173478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2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79425" y="2957665"/>
            <a:ext cx="2173478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2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2744343" y="2957665"/>
            <a:ext cx="2173478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2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009261" y="2957665"/>
            <a:ext cx="2173478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2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7274179" y="2957665"/>
            <a:ext cx="2173478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2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9539097" y="2957665"/>
            <a:ext cx="2173478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3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79425" y="4208767"/>
            <a:ext cx="2173478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3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2744343" y="4208767"/>
            <a:ext cx="2173478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hart 3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5009261" y="4208767"/>
            <a:ext cx="2173478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hart 3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7274179" y="4208767"/>
            <a:ext cx="2173478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Chart 3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9539097" y="4208767"/>
            <a:ext cx="2173478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3 rows + 5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1588394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159259" y="1706563"/>
            <a:ext cx="1588394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39093" y="1706563"/>
            <a:ext cx="1588394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18927" y="1706563"/>
            <a:ext cx="1588394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198761" y="1706563"/>
            <a:ext cx="1588394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2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79425" y="3403650"/>
            <a:ext cx="1588394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2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2159259" y="3403650"/>
            <a:ext cx="1588394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2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839093" y="3403650"/>
            <a:ext cx="1588394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2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518927" y="3403650"/>
            <a:ext cx="1588394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2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7198761" y="3403650"/>
            <a:ext cx="1588394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3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79425" y="5100737"/>
            <a:ext cx="1588394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3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2159259" y="5100737"/>
            <a:ext cx="1588394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hart 3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3839093" y="5100737"/>
            <a:ext cx="1588394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hart 3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5518927" y="5100737"/>
            <a:ext cx="1588394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Chart 3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7198761" y="5100737"/>
            <a:ext cx="1588394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3 rows + 6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1795991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2366856" y="1844675"/>
            <a:ext cx="1795991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54287" y="1844675"/>
            <a:ext cx="1795991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41718" y="1844675"/>
            <a:ext cx="1795991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029149" y="1844675"/>
            <a:ext cx="1795991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hart 1-6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916580" y="1844675"/>
            <a:ext cx="1795991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Chart 2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79425" y="3339359"/>
            <a:ext cx="1795991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Chart 2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2366856" y="3339359"/>
            <a:ext cx="1795991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Chart 2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254287" y="3339359"/>
            <a:ext cx="1795991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hart 2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141718" y="3339359"/>
            <a:ext cx="1795991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hart 2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029149" y="3339359"/>
            <a:ext cx="1795991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hart 2-6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9916580" y="3339359"/>
            <a:ext cx="1795991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Chart 3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79425" y="4834043"/>
            <a:ext cx="1795991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2" name="Chart 3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2366856" y="4834043"/>
            <a:ext cx="1795991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Chart 3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4254287" y="4834043"/>
            <a:ext cx="1795991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4" name="Chart 3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6141718" y="4834043"/>
            <a:ext cx="1795991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5" name="Chart 3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8029149" y="4834043"/>
            <a:ext cx="1795991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6" name="Chart 3-6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9916580" y="4834043"/>
            <a:ext cx="1795991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3 rows + 6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1795991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366856" y="1706563"/>
            <a:ext cx="1795991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54287" y="1706563"/>
            <a:ext cx="1795991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41718" y="1706563"/>
            <a:ext cx="1795991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029149" y="1706563"/>
            <a:ext cx="1795991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1-6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9916580" y="1706563"/>
            <a:ext cx="1795991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2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79425" y="2957665"/>
            <a:ext cx="1795991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2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366856" y="2957665"/>
            <a:ext cx="1795991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2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254287" y="2957665"/>
            <a:ext cx="1795991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2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141718" y="2957665"/>
            <a:ext cx="1795991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2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8029149" y="2957665"/>
            <a:ext cx="1795991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2-6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9916580" y="2957665"/>
            <a:ext cx="1795991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hart 3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79425" y="4208767"/>
            <a:ext cx="1795991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hart 3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2366856" y="4208767"/>
            <a:ext cx="1795991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Chart 3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4254287" y="4208767"/>
            <a:ext cx="1795991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Chart 3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6141718" y="4208767"/>
            <a:ext cx="1795991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Chart 3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8029149" y="4208767"/>
            <a:ext cx="1795991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Chart 3-6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9916580" y="4208767"/>
            <a:ext cx="1795991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3 rows + 6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1308421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879286" y="1706563"/>
            <a:ext cx="1308421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279147" y="1706563"/>
            <a:ext cx="1308421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79008" y="1706563"/>
            <a:ext cx="1308421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78869" y="1706563"/>
            <a:ext cx="1308421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1-6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78730" y="1706563"/>
            <a:ext cx="1308421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2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79425" y="3403650"/>
            <a:ext cx="1308421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2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879286" y="3403650"/>
            <a:ext cx="1308421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2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279147" y="3403650"/>
            <a:ext cx="1308421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2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679008" y="3403650"/>
            <a:ext cx="1308421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2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078869" y="3403650"/>
            <a:ext cx="1308421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2-6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7478730" y="3403650"/>
            <a:ext cx="1308421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hart 3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79425" y="5100737"/>
            <a:ext cx="1308421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hart 3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1879286" y="5100737"/>
            <a:ext cx="1308421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Chart 3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3279147" y="5100737"/>
            <a:ext cx="1308421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Chart 3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4679008" y="5100737"/>
            <a:ext cx="1308421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Chart 3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078869" y="5100737"/>
            <a:ext cx="1308421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Chart 3-6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7478730" y="5100737"/>
            <a:ext cx="1308421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4 rows + 1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11233150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hart 2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79425" y="2965688"/>
            <a:ext cx="11233150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hart 3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79425" y="4086701"/>
            <a:ext cx="11233150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hart 4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9425" y="5207714"/>
            <a:ext cx="11233150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4 rows + 1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11233150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2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9425" y="2644889"/>
            <a:ext cx="11233150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3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9425" y="3583215"/>
            <a:ext cx="11233150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4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425" y="4521541"/>
            <a:ext cx="11233150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4 rows + 1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8307730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2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9425" y="2979378"/>
            <a:ext cx="8307730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3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9425" y="4252193"/>
            <a:ext cx="8307730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4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425" y="5525008"/>
            <a:ext cx="8307730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4 rows +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5570855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141720" y="1844675"/>
            <a:ext cx="5570855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hart 2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79425" y="2965688"/>
            <a:ext cx="5570855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hart 2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41720" y="2965688"/>
            <a:ext cx="5570855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hart 3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79425" y="4086701"/>
            <a:ext cx="5570855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hart 3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141720" y="4086701"/>
            <a:ext cx="5570855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Chart 4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79425" y="5207714"/>
            <a:ext cx="5570855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Chart 4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141720" y="5207714"/>
            <a:ext cx="5570855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4 rows + 2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5570855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141720" y="1706563"/>
            <a:ext cx="5570855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2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9425" y="2644889"/>
            <a:ext cx="5570855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2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41720" y="2644889"/>
            <a:ext cx="5570855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3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9425" y="3583215"/>
            <a:ext cx="5570855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3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141720" y="3583215"/>
            <a:ext cx="5570855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4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79425" y="4521541"/>
            <a:ext cx="5570855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4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141720" y="4521541"/>
            <a:ext cx="5570855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4 rows + 2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4108145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679010" y="1706563"/>
            <a:ext cx="4108145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2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9425" y="2979378"/>
            <a:ext cx="4108145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2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79010" y="2979378"/>
            <a:ext cx="4108145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3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9425" y="4252193"/>
            <a:ext cx="4108145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3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679010" y="4252193"/>
            <a:ext cx="4108145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4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79425" y="5525008"/>
            <a:ext cx="4108145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4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679010" y="5525008"/>
            <a:ext cx="4108145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4 rows +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3683423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254288" y="1844675"/>
            <a:ext cx="3683423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029151" y="1844675"/>
            <a:ext cx="3683423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hart 2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9425" y="2965688"/>
            <a:ext cx="3683423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hart 2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254288" y="2965688"/>
            <a:ext cx="3683423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hart 2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029151" y="2965688"/>
            <a:ext cx="3683423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Chart 3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79425" y="4086701"/>
            <a:ext cx="3683423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Chart 3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254288" y="4086701"/>
            <a:ext cx="3683423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Chart 3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029151" y="4086701"/>
            <a:ext cx="3683423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hart 4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479425" y="5207714"/>
            <a:ext cx="3683423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hart 4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4254288" y="5207714"/>
            <a:ext cx="3683423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hart 4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8029151" y="5207714"/>
            <a:ext cx="3683423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4 rows + 3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3683423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254288" y="1706563"/>
            <a:ext cx="3683423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029151" y="1706563"/>
            <a:ext cx="3683423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2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425" y="2644889"/>
            <a:ext cx="3683423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2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254288" y="2644889"/>
            <a:ext cx="3683423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2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029151" y="2644889"/>
            <a:ext cx="3683423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3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79425" y="3583215"/>
            <a:ext cx="3683423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3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254288" y="3583215"/>
            <a:ext cx="3683423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3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8029151" y="3583215"/>
            <a:ext cx="3683423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4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79425" y="4521541"/>
            <a:ext cx="3683423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4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254288" y="4521541"/>
            <a:ext cx="3683423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4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029151" y="4521541"/>
            <a:ext cx="3683423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4 rows + 3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2708283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279148" y="1706563"/>
            <a:ext cx="2708283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78871" y="1706563"/>
            <a:ext cx="2708283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2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425" y="2979378"/>
            <a:ext cx="2708283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2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279148" y="2979378"/>
            <a:ext cx="2708283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2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078871" y="2979378"/>
            <a:ext cx="2708283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3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79425" y="4252193"/>
            <a:ext cx="2708283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3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279148" y="4252193"/>
            <a:ext cx="2708283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3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078871" y="4252193"/>
            <a:ext cx="2708283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4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79425" y="5525008"/>
            <a:ext cx="2708283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4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3279148" y="5525008"/>
            <a:ext cx="2708283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4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078871" y="5525008"/>
            <a:ext cx="2708283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4 rows +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2739707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310572" y="1844675"/>
            <a:ext cx="2739707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41719" y="1844675"/>
            <a:ext cx="2739707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972866" y="1844675"/>
            <a:ext cx="2739707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hart 2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79425" y="2965688"/>
            <a:ext cx="2739707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hart 2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3310572" y="2965688"/>
            <a:ext cx="2739707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Chart 2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141719" y="2965688"/>
            <a:ext cx="2739707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Chart 2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972866" y="2965688"/>
            <a:ext cx="2739707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Chart 3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79425" y="4086701"/>
            <a:ext cx="2739707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hart 3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3310572" y="4086701"/>
            <a:ext cx="2739707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hart 3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6141719" y="4086701"/>
            <a:ext cx="2739707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hart 3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8972866" y="4086701"/>
            <a:ext cx="2739707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Chart 4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79425" y="5207714"/>
            <a:ext cx="2739707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2" name="Chart 4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3310572" y="5207714"/>
            <a:ext cx="2739707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Chart 4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6141719" y="5207714"/>
            <a:ext cx="2739707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4" name="Chart 4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8972866" y="5207714"/>
            <a:ext cx="2739707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4 rows + 4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2739707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310572" y="1706563"/>
            <a:ext cx="2739707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41719" y="1706563"/>
            <a:ext cx="2739707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972866" y="1706563"/>
            <a:ext cx="2739707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2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9425" y="2644889"/>
            <a:ext cx="2739707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2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310572" y="2644889"/>
            <a:ext cx="2739707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2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141719" y="2644889"/>
            <a:ext cx="2739707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2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972866" y="2644889"/>
            <a:ext cx="2739707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3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79425" y="3583215"/>
            <a:ext cx="2739707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3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310572" y="3583215"/>
            <a:ext cx="2739707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3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141719" y="3583215"/>
            <a:ext cx="2739707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3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972866" y="3583215"/>
            <a:ext cx="2739707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hart 4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79425" y="4521541"/>
            <a:ext cx="2739707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hart 4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3310572" y="4521541"/>
            <a:ext cx="2739707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Chart 4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6141719" y="4521541"/>
            <a:ext cx="2739707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Chart 4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8972866" y="4521541"/>
            <a:ext cx="2739707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4 rows + 4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2008352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579217" y="1706563"/>
            <a:ext cx="2008352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79009" y="1706563"/>
            <a:ext cx="2008352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778801" y="1706563"/>
            <a:ext cx="2008352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2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9425" y="2979378"/>
            <a:ext cx="2008352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2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2579217" y="2979378"/>
            <a:ext cx="2008352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2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679009" y="2979378"/>
            <a:ext cx="2008352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2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778801" y="2979378"/>
            <a:ext cx="2008352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3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79425" y="4252193"/>
            <a:ext cx="2008352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3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2579217" y="4252193"/>
            <a:ext cx="2008352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3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679009" y="4252193"/>
            <a:ext cx="2008352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3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778801" y="4252193"/>
            <a:ext cx="2008352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hart 4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79425" y="5525008"/>
            <a:ext cx="2008352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hart 4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2579217" y="5525008"/>
            <a:ext cx="2008352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Chart 4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4679009" y="5525008"/>
            <a:ext cx="2008352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Chart 4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6778801" y="5525008"/>
            <a:ext cx="2008352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4 rows + 5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2173478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2744343" y="1844675"/>
            <a:ext cx="2173478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009261" y="1844675"/>
            <a:ext cx="2173478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274179" y="1844675"/>
            <a:ext cx="2173478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539097" y="1844675"/>
            <a:ext cx="2173478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hart 2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79425" y="2965688"/>
            <a:ext cx="2173478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Chart 2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4343" y="2965688"/>
            <a:ext cx="2173478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Chart 2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009261" y="2965688"/>
            <a:ext cx="2173478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Chart 2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274179" y="2965688"/>
            <a:ext cx="2173478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hart 2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9539097" y="2965688"/>
            <a:ext cx="2173478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hart 3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479425" y="4086701"/>
            <a:ext cx="2173478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hart 3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2744343" y="4086701"/>
            <a:ext cx="2173478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Chart 3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5009261" y="4086701"/>
            <a:ext cx="2173478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2" name="Chart 3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7274179" y="4086701"/>
            <a:ext cx="2173478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Chart 3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9539097" y="4086701"/>
            <a:ext cx="2173478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4" name="Chart 4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479425" y="5207714"/>
            <a:ext cx="2173478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5" name="Chart 4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2744343" y="5207714"/>
            <a:ext cx="2173478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6" name="Chart 4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5009261" y="5207714"/>
            <a:ext cx="2173478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7" name="Chart 4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7274179" y="5207714"/>
            <a:ext cx="2173478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8" name="Chart 4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9539097" y="5207714"/>
            <a:ext cx="2173478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4 rows + 5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2173478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744343" y="1706563"/>
            <a:ext cx="2173478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09261" y="1706563"/>
            <a:ext cx="2173478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74179" y="1706563"/>
            <a:ext cx="2173478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539097" y="1706563"/>
            <a:ext cx="2173478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2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79425" y="2644889"/>
            <a:ext cx="2173478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2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2744343" y="2644889"/>
            <a:ext cx="2173478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2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009261" y="2644889"/>
            <a:ext cx="2173478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2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7274179" y="2644889"/>
            <a:ext cx="2173478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2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9539097" y="2644889"/>
            <a:ext cx="2173478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3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79425" y="3583215"/>
            <a:ext cx="2173478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3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2744343" y="3583215"/>
            <a:ext cx="2173478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hart 3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5009261" y="3583215"/>
            <a:ext cx="2173478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hart 3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7274179" y="3583215"/>
            <a:ext cx="2173478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Chart 3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9539097" y="3583215"/>
            <a:ext cx="2173478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Chart 4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479425" y="4521541"/>
            <a:ext cx="2173478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Chart 4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2744343" y="4521541"/>
            <a:ext cx="2173478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Chart 4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009261" y="4521541"/>
            <a:ext cx="2173478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" name="Chart 4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7274179" y="4521541"/>
            <a:ext cx="2173478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Chart 4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9539097" y="4521541"/>
            <a:ext cx="2173478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4 rows + 5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1588394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159259" y="1706563"/>
            <a:ext cx="1588394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39093" y="1706563"/>
            <a:ext cx="1588394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18927" y="1706563"/>
            <a:ext cx="1588394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198761" y="1706563"/>
            <a:ext cx="1588394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2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79425" y="2979378"/>
            <a:ext cx="1588394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2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2159259" y="2979378"/>
            <a:ext cx="1588394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2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839093" y="2979378"/>
            <a:ext cx="1588394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2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518927" y="2979378"/>
            <a:ext cx="1588394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2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7198761" y="2979378"/>
            <a:ext cx="1588394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3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79425" y="4252193"/>
            <a:ext cx="1588394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3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2159259" y="4252193"/>
            <a:ext cx="1588394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hart 3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3839093" y="4252193"/>
            <a:ext cx="1588394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hart 3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5518927" y="4252193"/>
            <a:ext cx="1588394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Chart 3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7198761" y="4252193"/>
            <a:ext cx="1588394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Chart 4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479425" y="5525008"/>
            <a:ext cx="1588394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Chart 4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2159259" y="5525008"/>
            <a:ext cx="1588394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Chart 4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3839093" y="5525008"/>
            <a:ext cx="1588394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" name="Chart 4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5518927" y="5525008"/>
            <a:ext cx="1588394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Chart 4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7198761" y="5525008"/>
            <a:ext cx="1588394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4 rows + 6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1795991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2366856" y="1844675"/>
            <a:ext cx="1795991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54287" y="1844675"/>
            <a:ext cx="1795991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41718" y="1844675"/>
            <a:ext cx="1795991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029149" y="1844675"/>
            <a:ext cx="1795991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hart 1-6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916580" y="1844675"/>
            <a:ext cx="1795991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Chart 2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79425" y="2965688"/>
            <a:ext cx="1795991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Chart 2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2366856" y="2965688"/>
            <a:ext cx="1795991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Chart 2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254287" y="2965688"/>
            <a:ext cx="1795991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hart 2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141718" y="2965688"/>
            <a:ext cx="1795991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hart 2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029149" y="2965688"/>
            <a:ext cx="1795991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hart 2-6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9916580" y="2965688"/>
            <a:ext cx="1795991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Chart 3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79425" y="4086701"/>
            <a:ext cx="1795991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2" name="Chart 3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2366856" y="4086701"/>
            <a:ext cx="1795991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Chart 3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4254287" y="4086701"/>
            <a:ext cx="1795991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4" name="Chart 3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6141718" y="4086701"/>
            <a:ext cx="1795991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5" name="Chart 3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8029149" y="4086701"/>
            <a:ext cx="1795991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6" name="Chart 3-6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9916580" y="4086701"/>
            <a:ext cx="1795991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7" name="Chart 4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479425" y="5207714"/>
            <a:ext cx="1795991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8" name="Chart 4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2366856" y="5207714"/>
            <a:ext cx="1795991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9" name="Chart 4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4254287" y="5207714"/>
            <a:ext cx="1795991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0" name="Chart 4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6141718" y="5207714"/>
            <a:ext cx="1795991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1" name="Chart 4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8029149" y="5207714"/>
            <a:ext cx="1795991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2" name="Chart 4-6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9916580" y="5207714"/>
            <a:ext cx="1795991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4 rows + 6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1795991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366856" y="1706563"/>
            <a:ext cx="1795991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54287" y="1706563"/>
            <a:ext cx="1795991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41718" y="1706563"/>
            <a:ext cx="1795991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029149" y="1706563"/>
            <a:ext cx="1795991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1-6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9916580" y="1706563"/>
            <a:ext cx="1795991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2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79425" y="2644889"/>
            <a:ext cx="1795991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2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366856" y="2644889"/>
            <a:ext cx="1795991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2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254287" y="2644889"/>
            <a:ext cx="1795991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2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141718" y="2644889"/>
            <a:ext cx="1795991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2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8029149" y="2644889"/>
            <a:ext cx="1795991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2-6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9916580" y="2644889"/>
            <a:ext cx="1795991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hart 3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79425" y="3583215"/>
            <a:ext cx="1795991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hart 3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2366856" y="3583215"/>
            <a:ext cx="1795991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Chart 3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4254287" y="3583215"/>
            <a:ext cx="1795991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Chart 3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6141718" y="3583215"/>
            <a:ext cx="1795991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Chart 3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8029149" y="3583215"/>
            <a:ext cx="1795991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Chart 3-6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9916580" y="3583215"/>
            <a:ext cx="1795991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" name="Chart 4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479425" y="4521541"/>
            <a:ext cx="1795991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Chart 4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2366856" y="4521541"/>
            <a:ext cx="1795991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Chart 4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4254287" y="4521541"/>
            <a:ext cx="1795991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Chart 4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6141718" y="4521541"/>
            <a:ext cx="1795991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Chart 4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8029149" y="4521541"/>
            <a:ext cx="1795991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Chart 4-6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9916580" y="4521541"/>
            <a:ext cx="1795991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4 rows + 6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1308421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879286" y="1706563"/>
            <a:ext cx="1308421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279147" y="1706563"/>
            <a:ext cx="1308421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79008" y="1706563"/>
            <a:ext cx="1308421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78869" y="1706563"/>
            <a:ext cx="1308421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1-6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78730" y="1706563"/>
            <a:ext cx="1308421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2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79425" y="2979378"/>
            <a:ext cx="1308421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2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879286" y="2979378"/>
            <a:ext cx="1308421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2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279147" y="2979378"/>
            <a:ext cx="1308421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2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679008" y="2979378"/>
            <a:ext cx="1308421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2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078869" y="2979378"/>
            <a:ext cx="1308421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2-6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7478730" y="2979378"/>
            <a:ext cx="1308421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hart 3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79425" y="4252193"/>
            <a:ext cx="1308421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hart 3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1879286" y="4252193"/>
            <a:ext cx="1308421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Chart 3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3279147" y="4252193"/>
            <a:ext cx="1308421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Chart 3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4679008" y="4252193"/>
            <a:ext cx="1308421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Chart 3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078869" y="4252193"/>
            <a:ext cx="1308421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Chart 3-6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7478730" y="4252193"/>
            <a:ext cx="1308421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" name="Chart 4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479425" y="5525008"/>
            <a:ext cx="1308421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Chart 4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1879286" y="5525008"/>
            <a:ext cx="1308421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Chart 4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3279147" y="5525008"/>
            <a:ext cx="1308421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Chart 4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4679008" y="5525008"/>
            <a:ext cx="1308421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Chart 4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6078869" y="5525008"/>
            <a:ext cx="1308421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Chart 4-6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7478730" y="5525008"/>
            <a:ext cx="1308421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5 rows + 1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11233150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hart 2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79425" y="2741485"/>
            <a:ext cx="11233150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hart 3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79425" y="3638295"/>
            <a:ext cx="11233150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hart 4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9425" y="4535105"/>
            <a:ext cx="11233150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hart 5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79425" y="5431915"/>
            <a:ext cx="11233150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5 rows + 1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11233150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2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9425" y="2457224"/>
            <a:ext cx="11233150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3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9425" y="3207885"/>
            <a:ext cx="11233150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4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425" y="3958546"/>
            <a:ext cx="11233150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5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9425" y="4709207"/>
            <a:ext cx="11233150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5 rows + 1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8307730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2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9425" y="2724815"/>
            <a:ext cx="8307730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3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9425" y="3743067"/>
            <a:ext cx="8307730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4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425" y="4761319"/>
            <a:ext cx="8307730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5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9425" y="5779571"/>
            <a:ext cx="8307730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5 rows +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5570855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141720" y="1844675"/>
            <a:ext cx="5570855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hart 2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79425" y="2741485"/>
            <a:ext cx="5570855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hart 2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41720" y="2741485"/>
            <a:ext cx="5570855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hart 3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79425" y="3638295"/>
            <a:ext cx="5570855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hart 3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141720" y="3638295"/>
            <a:ext cx="5570855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Chart 4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79425" y="4535105"/>
            <a:ext cx="5570855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Chart 4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141720" y="4535105"/>
            <a:ext cx="5570855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Chart 5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79425" y="5431915"/>
            <a:ext cx="5570855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hart 5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141720" y="5431915"/>
            <a:ext cx="5570855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5 rows + 2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5570855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141720" y="1706563"/>
            <a:ext cx="5570855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2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9425" y="2457224"/>
            <a:ext cx="5570855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2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41720" y="2457224"/>
            <a:ext cx="5570855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3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9425" y="3207885"/>
            <a:ext cx="5570855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3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141720" y="3207885"/>
            <a:ext cx="5570855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4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79425" y="3958546"/>
            <a:ext cx="5570855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4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141720" y="3958546"/>
            <a:ext cx="5570855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5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79425" y="4709207"/>
            <a:ext cx="5570855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5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141720" y="4709207"/>
            <a:ext cx="5570855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5 rows + 2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4108145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679010" y="1706563"/>
            <a:ext cx="4108145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2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9425" y="2724815"/>
            <a:ext cx="4108145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2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79010" y="2724815"/>
            <a:ext cx="4108145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3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9425" y="3743067"/>
            <a:ext cx="4108145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3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679010" y="3743067"/>
            <a:ext cx="4108145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4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79425" y="4761319"/>
            <a:ext cx="4108145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4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679010" y="4761319"/>
            <a:ext cx="4108145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5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79425" y="5779571"/>
            <a:ext cx="4108145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5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679010" y="5779571"/>
            <a:ext cx="4108145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5 rows +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3683423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254288" y="1844675"/>
            <a:ext cx="3683423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029151" y="1844675"/>
            <a:ext cx="3683423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hart 2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9425" y="2741485"/>
            <a:ext cx="3683423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hart 2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254288" y="2741485"/>
            <a:ext cx="3683423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hart 2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029151" y="2741485"/>
            <a:ext cx="3683423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Chart 3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79425" y="3638295"/>
            <a:ext cx="3683423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Chart 3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254288" y="3638295"/>
            <a:ext cx="3683423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Chart 3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029151" y="3638295"/>
            <a:ext cx="3683423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hart 4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479425" y="4535105"/>
            <a:ext cx="3683423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hart 4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4254288" y="4535105"/>
            <a:ext cx="3683423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hart 4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8029151" y="4535105"/>
            <a:ext cx="3683423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Chart 5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79425" y="5431915"/>
            <a:ext cx="3683423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2" name="Chart 5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254288" y="5431915"/>
            <a:ext cx="3683423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Chart 5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8029151" y="5431915"/>
            <a:ext cx="3683423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5 rows + 3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3683423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254288" y="1706563"/>
            <a:ext cx="3683423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029151" y="1706563"/>
            <a:ext cx="3683423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2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425" y="2457224"/>
            <a:ext cx="3683423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2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254288" y="2457224"/>
            <a:ext cx="3683423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2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029151" y="2457224"/>
            <a:ext cx="3683423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3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79425" y="3207885"/>
            <a:ext cx="3683423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3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254288" y="3207885"/>
            <a:ext cx="3683423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3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8029151" y="3207885"/>
            <a:ext cx="3683423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4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79425" y="3958546"/>
            <a:ext cx="3683423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4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254288" y="3958546"/>
            <a:ext cx="3683423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4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029151" y="3958546"/>
            <a:ext cx="3683423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hart 5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79425" y="4709207"/>
            <a:ext cx="3683423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hart 5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4254288" y="4709207"/>
            <a:ext cx="3683423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Chart 5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8029151" y="4709207"/>
            <a:ext cx="3683423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5 rows + 3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2708283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279148" y="1706563"/>
            <a:ext cx="2708283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78871" y="1706563"/>
            <a:ext cx="2708283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2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425" y="2724815"/>
            <a:ext cx="2708283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2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279148" y="2724815"/>
            <a:ext cx="2708283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2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078871" y="2724815"/>
            <a:ext cx="2708283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3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79425" y="3743067"/>
            <a:ext cx="2708283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3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279148" y="3743067"/>
            <a:ext cx="2708283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3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078871" y="3743067"/>
            <a:ext cx="2708283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4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79425" y="4761319"/>
            <a:ext cx="2708283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4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3279148" y="4761319"/>
            <a:ext cx="2708283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4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078871" y="4761319"/>
            <a:ext cx="2708283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hart 5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79425" y="5779571"/>
            <a:ext cx="2708283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hart 5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3279148" y="5779571"/>
            <a:ext cx="2708283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Chart 5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6078871" y="5779571"/>
            <a:ext cx="2708283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5 rows +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2739707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310572" y="1844675"/>
            <a:ext cx="2739707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41719" y="1844675"/>
            <a:ext cx="2739707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972866" y="1844675"/>
            <a:ext cx="2739707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hart 2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79425" y="2741485"/>
            <a:ext cx="2739707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hart 2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3310572" y="2741485"/>
            <a:ext cx="2739707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Chart 2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141719" y="2741485"/>
            <a:ext cx="2739707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Chart 2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972866" y="2741485"/>
            <a:ext cx="2739707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Chart 3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79425" y="3638295"/>
            <a:ext cx="2739707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hart 3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3310572" y="3638295"/>
            <a:ext cx="2739707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hart 3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6141719" y="3638295"/>
            <a:ext cx="2739707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hart 3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8972866" y="3638295"/>
            <a:ext cx="2739707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Chart 4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79425" y="4535105"/>
            <a:ext cx="2739707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2" name="Chart 4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3310572" y="4535105"/>
            <a:ext cx="2739707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Chart 4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6141719" y="4535105"/>
            <a:ext cx="2739707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4" name="Chart 4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8972866" y="4535105"/>
            <a:ext cx="2739707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5" name="Chart 5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479425" y="5431915"/>
            <a:ext cx="2739707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6" name="Chart 5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3310572" y="5431915"/>
            <a:ext cx="2739707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7" name="Chart 5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6141719" y="5431915"/>
            <a:ext cx="2739707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8" name="Chart 5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8972866" y="5431915"/>
            <a:ext cx="2739707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5 rows + 4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2739707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310572" y="1706563"/>
            <a:ext cx="2739707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41719" y="1706563"/>
            <a:ext cx="2739707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972866" y="1706563"/>
            <a:ext cx="2739707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2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9425" y="2457224"/>
            <a:ext cx="2739707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2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310572" y="2457224"/>
            <a:ext cx="2739707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2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141719" y="2457224"/>
            <a:ext cx="2739707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2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972866" y="2457224"/>
            <a:ext cx="2739707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3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79425" y="3207885"/>
            <a:ext cx="2739707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3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310572" y="3207885"/>
            <a:ext cx="2739707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3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141719" y="3207885"/>
            <a:ext cx="2739707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3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972866" y="3207885"/>
            <a:ext cx="2739707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hart 4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79425" y="3958546"/>
            <a:ext cx="2739707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hart 4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3310572" y="3958546"/>
            <a:ext cx="2739707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Chart 4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6141719" y="3958546"/>
            <a:ext cx="2739707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Chart 4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8972866" y="3958546"/>
            <a:ext cx="2739707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Chart 5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479425" y="4709207"/>
            <a:ext cx="2739707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Chart 5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3310572" y="4709207"/>
            <a:ext cx="2739707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" name="Chart 5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6141719" y="4709207"/>
            <a:ext cx="2739707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Chart 5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8972866" y="4709207"/>
            <a:ext cx="2739707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5 rows + 4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2008352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579217" y="1706563"/>
            <a:ext cx="2008352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79009" y="1706563"/>
            <a:ext cx="2008352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778801" y="1706563"/>
            <a:ext cx="2008352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2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9425" y="2724815"/>
            <a:ext cx="2008352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2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2579217" y="2724815"/>
            <a:ext cx="2008352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2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679009" y="2724815"/>
            <a:ext cx="2008352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2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778801" y="2724815"/>
            <a:ext cx="2008352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3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79425" y="3743067"/>
            <a:ext cx="2008352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3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2579217" y="3743067"/>
            <a:ext cx="2008352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3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679009" y="3743067"/>
            <a:ext cx="2008352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3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778801" y="3743067"/>
            <a:ext cx="2008352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hart 4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79425" y="4761319"/>
            <a:ext cx="2008352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hart 4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2579217" y="4761319"/>
            <a:ext cx="2008352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Chart 4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4679009" y="4761319"/>
            <a:ext cx="2008352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Chart 4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6778801" y="4761319"/>
            <a:ext cx="2008352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Chart 5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479425" y="5779571"/>
            <a:ext cx="2008352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Chart 5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2579217" y="5779571"/>
            <a:ext cx="2008352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" name="Chart 5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4679009" y="5779571"/>
            <a:ext cx="2008352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Chart 5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6778801" y="5779571"/>
            <a:ext cx="2008352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5 rows + 5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2173478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2744343" y="1844675"/>
            <a:ext cx="2173478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009261" y="1844675"/>
            <a:ext cx="2173478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274179" y="1844675"/>
            <a:ext cx="2173478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539097" y="1844675"/>
            <a:ext cx="2173478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hart 2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79425" y="2741485"/>
            <a:ext cx="2173478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Chart 2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4343" y="2741485"/>
            <a:ext cx="2173478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Chart 2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009261" y="2741485"/>
            <a:ext cx="2173478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Chart 2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274179" y="2741485"/>
            <a:ext cx="2173478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hart 2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9539097" y="2741485"/>
            <a:ext cx="2173478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hart 3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479425" y="3638295"/>
            <a:ext cx="2173478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hart 3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2744343" y="3638295"/>
            <a:ext cx="2173478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Chart 3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5009261" y="3638295"/>
            <a:ext cx="2173478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2" name="Chart 3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7274179" y="3638295"/>
            <a:ext cx="2173478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Chart 3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9539097" y="3638295"/>
            <a:ext cx="2173478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4" name="Chart 4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479425" y="4535105"/>
            <a:ext cx="2173478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5" name="Chart 4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2744343" y="4535105"/>
            <a:ext cx="2173478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6" name="Chart 4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5009261" y="4535105"/>
            <a:ext cx="2173478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7" name="Chart 4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7274179" y="4535105"/>
            <a:ext cx="2173478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8" name="Chart 4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9539097" y="4535105"/>
            <a:ext cx="2173478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9" name="Chart 5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479425" y="5431915"/>
            <a:ext cx="2173478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0" name="Chart 5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2744343" y="5431915"/>
            <a:ext cx="2173478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1" name="Chart 5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5009261" y="5431915"/>
            <a:ext cx="2173478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2" name="Chart 5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7274179" y="5431915"/>
            <a:ext cx="2173478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3" name="Chart 5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9539097" y="5431915"/>
            <a:ext cx="2173478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5 rows + 5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2173478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744343" y="1706563"/>
            <a:ext cx="2173478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09261" y="1706563"/>
            <a:ext cx="2173478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74179" y="1706563"/>
            <a:ext cx="2173478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539097" y="1706563"/>
            <a:ext cx="2173478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2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79425" y="2457224"/>
            <a:ext cx="2173478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2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2744343" y="2457224"/>
            <a:ext cx="2173478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2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009261" y="2457224"/>
            <a:ext cx="2173478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2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7274179" y="2457224"/>
            <a:ext cx="2173478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2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9539097" y="2457224"/>
            <a:ext cx="2173478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3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79425" y="3207885"/>
            <a:ext cx="2173478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3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2744343" y="3207885"/>
            <a:ext cx="2173478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hart 3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5009261" y="3207885"/>
            <a:ext cx="2173478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hart 3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7274179" y="3207885"/>
            <a:ext cx="2173478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Chart 3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9539097" y="3207885"/>
            <a:ext cx="2173478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Chart 4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479425" y="3958546"/>
            <a:ext cx="2173478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Chart 4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2744343" y="3958546"/>
            <a:ext cx="2173478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Chart 4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009261" y="3958546"/>
            <a:ext cx="2173478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" name="Chart 4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7274179" y="3958546"/>
            <a:ext cx="2173478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Chart 4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9539097" y="3958546"/>
            <a:ext cx="2173478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Chart 5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479425" y="4709207"/>
            <a:ext cx="2173478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Chart 5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2744343" y="4709207"/>
            <a:ext cx="2173478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Chart 5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5009261" y="4709207"/>
            <a:ext cx="2173478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Chart 5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7274179" y="4709207"/>
            <a:ext cx="2173478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Chart 5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9539097" y="4709207"/>
            <a:ext cx="2173478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5 rows + 5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1588394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159259" y="1706563"/>
            <a:ext cx="1588394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39093" y="1706563"/>
            <a:ext cx="1588394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18927" y="1706563"/>
            <a:ext cx="1588394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198761" y="1706563"/>
            <a:ext cx="1588394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2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79425" y="2724815"/>
            <a:ext cx="1588394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2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2159259" y="2724815"/>
            <a:ext cx="1588394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2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839093" y="2724815"/>
            <a:ext cx="1588394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2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518927" y="2724815"/>
            <a:ext cx="1588394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2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7198761" y="2724815"/>
            <a:ext cx="1588394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3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79425" y="3743067"/>
            <a:ext cx="1588394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3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2159259" y="3743067"/>
            <a:ext cx="1588394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hart 3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3839093" y="3743067"/>
            <a:ext cx="1588394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hart 3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5518927" y="3743067"/>
            <a:ext cx="1588394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Chart 3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7198761" y="3743067"/>
            <a:ext cx="1588394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Chart 4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479425" y="4761319"/>
            <a:ext cx="1588394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Chart 4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2159259" y="4761319"/>
            <a:ext cx="1588394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Chart 4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3839093" y="4761319"/>
            <a:ext cx="1588394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" name="Chart 4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5518927" y="4761319"/>
            <a:ext cx="1588394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Chart 4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7198761" y="4761319"/>
            <a:ext cx="1588394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Chart 5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479425" y="5779571"/>
            <a:ext cx="1588394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Chart 5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2159259" y="5779571"/>
            <a:ext cx="1588394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Chart 5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3839093" y="5779571"/>
            <a:ext cx="1588394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Chart 5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5518927" y="5779571"/>
            <a:ext cx="1588394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Chart 5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7198761" y="5779571"/>
            <a:ext cx="1588394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5 rows + 6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1795991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2366856" y="1844675"/>
            <a:ext cx="1795991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54287" y="1844675"/>
            <a:ext cx="1795991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41718" y="1844675"/>
            <a:ext cx="1795991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029149" y="1844675"/>
            <a:ext cx="1795991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hart 1-6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916580" y="1844675"/>
            <a:ext cx="1795991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Chart 2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79425" y="2741485"/>
            <a:ext cx="1795991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Chart 2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2366856" y="2741485"/>
            <a:ext cx="1795991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Chart 2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254287" y="2741485"/>
            <a:ext cx="1795991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hart 2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141718" y="2741485"/>
            <a:ext cx="1795991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hart 2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029149" y="2741485"/>
            <a:ext cx="1795991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hart 2-6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9916580" y="2741485"/>
            <a:ext cx="1795991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Chart 3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79425" y="3638295"/>
            <a:ext cx="1795991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2" name="Chart 3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2366856" y="3638295"/>
            <a:ext cx="1795991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Chart 3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4254287" y="3638295"/>
            <a:ext cx="1795991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4" name="Chart 3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6141718" y="3638295"/>
            <a:ext cx="1795991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5" name="Chart 3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8029149" y="3638295"/>
            <a:ext cx="1795991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6" name="Chart 3-6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9916580" y="3638295"/>
            <a:ext cx="1795991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7" name="Chart 4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479425" y="4535105"/>
            <a:ext cx="1795991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8" name="Chart 4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2366856" y="4535105"/>
            <a:ext cx="1795991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9" name="Chart 4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4254287" y="4535105"/>
            <a:ext cx="1795991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0" name="Chart 4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6141718" y="4535105"/>
            <a:ext cx="1795991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1" name="Chart 4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8029149" y="4535105"/>
            <a:ext cx="1795991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2" name="Chart 4-6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9916580" y="4535105"/>
            <a:ext cx="1795991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3" name="Chart 5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479425" y="5431915"/>
            <a:ext cx="1795991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4" name="Chart 5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2366856" y="5431915"/>
            <a:ext cx="1795991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5" name="Chart 5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4254287" y="5431915"/>
            <a:ext cx="1795991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6" name="Chart 5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6141718" y="5431915"/>
            <a:ext cx="1795991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7" name="Chart 5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8029149" y="5431915"/>
            <a:ext cx="1795991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8" name="Chart 5-6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9916580" y="5431915"/>
            <a:ext cx="1795991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5 rows + 6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1795991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366856" y="1706563"/>
            <a:ext cx="1795991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54287" y="1706563"/>
            <a:ext cx="1795991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41718" y="1706563"/>
            <a:ext cx="1795991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029149" y="1706563"/>
            <a:ext cx="1795991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1-6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9916580" y="1706563"/>
            <a:ext cx="1795991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2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79425" y="2457224"/>
            <a:ext cx="1795991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2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366856" y="2457224"/>
            <a:ext cx="1795991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2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254287" y="2457224"/>
            <a:ext cx="1795991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2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141718" y="2457224"/>
            <a:ext cx="1795991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2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8029149" y="2457224"/>
            <a:ext cx="1795991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2-6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9916580" y="2457224"/>
            <a:ext cx="1795991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hart 3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79425" y="3207885"/>
            <a:ext cx="1795991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hart 3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2366856" y="3207885"/>
            <a:ext cx="1795991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Chart 3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4254287" y="3207885"/>
            <a:ext cx="1795991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Chart 3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6141718" y="3207885"/>
            <a:ext cx="1795991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Chart 3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8029149" y="3207885"/>
            <a:ext cx="1795991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Chart 3-6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9916580" y="3207885"/>
            <a:ext cx="1795991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" name="Chart 4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479425" y="3958546"/>
            <a:ext cx="1795991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Chart 4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2366856" y="3958546"/>
            <a:ext cx="1795991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Chart 4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4254287" y="3958546"/>
            <a:ext cx="1795991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Chart 4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6141718" y="3958546"/>
            <a:ext cx="1795991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Chart 4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8029149" y="3958546"/>
            <a:ext cx="1795991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Chart 4-6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9916580" y="3958546"/>
            <a:ext cx="1795991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Chart 5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479425" y="4709207"/>
            <a:ext cx="1795991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4" name="Chart 5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2366856" y="4709207"/>
            <a:ext cx="1795991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5" name="Chart 5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4254287" y="4709207"/>
            <a:ext cx="1795991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" name="Chart 5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6141718" y="4709207"/>
            <a:ext cx="1795991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7" name="Chart 5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9"/>
          </p:nvPr>
        </p:nvSpPr>
        <p:spPr>
          <a:xfrm>
            <a:off x="8029149" y="4709207"/>
            <a:ext cx="1795991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Chart 5-6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40"/>
          </p:nvPr>
        </p:nvSpPr>
        <p:spPr>
          <a:xfrm>
            <a:off x="9916580" y="4709207"/>
            <a:ext cx="1795991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5 rows + 6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1308421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879286" y="1706563"/>
            <a:ext cx="1308421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279147" y="1706563"/>
            <a:ext cx="1308421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79008" y="1706563"/>
            <a:ext cx="1308421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78869" y="1706563"/>
            <a:ext cx="1308421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1-6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78730" y="1706563"/>
            <a:ext cx="1308421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2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79425" y="2724815"/>
            <a:ext cx="1308421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2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879286" y="2724815"/>
            <a:ext cx="1308421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2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279147" y="2724815"/>
            <a:ext cx="1308421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2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679008" y="2724815"/>
            <a:ext cx="1308421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2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078869" y="2724815"/>
            <a:ext cx="1308421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2-6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7478730" y="2724815"/>
            <a:ext cx="1308421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hart 3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79425" y="3743067"/>
            <a:ext cx="1308421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hart 3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1879286" y="3743067"/>
            <a:ext cx="1308421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Chart 3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3279147" y="3743067"/>
            <a:ext cx="1308421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Chart 3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4679008" y="3743067"/>
            <a:ext cx="1308421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Chart 3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078869" y="3743067"/>
            <a:ext cx="1308421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Chart 3-6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7478730" y="3743067"/>
            <a:ext cx="1308421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" name="Chart 4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479425" y="4761319"/>
            <a:ext cx="1308421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Chart 4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1879286" y="4761319"/>
            <a:ext cx="1308421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Chart 4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3279147" y="4761319"/>
            <a:ext cx="1308421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Chart 4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4679008" y="4761319"/>
            <a:ext cx="1308421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Chart 4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6078869" y="4761319"/>
            <a:ext cx="1308421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Chart 4-6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7478730" y="4761319"/>
            <a:ext cx="1308421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Chart 5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479425" y="5779571"/>
            <a:ext cx="1308421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4" name="Chart 5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1879286" y="5779571"/>
            <a:ext cx="1308421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5" name="Chart 5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3279147" y="5779571"/>
            <a:ext cx="1308421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" name="Chart 5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4679008" y="5779571"/>
            <a:ext cx="1308421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7" name="Chart 5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9"/>
          </p:nvPr>
        </p:nvSpPr>
        <p:spPr>
          <a:xfrm>
            <a:off x="6078869" y="5779571"/>
            <a:ext cx="1308421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Chart 5-6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40"/>
          </p:nvPr>
        </p:nvSpPr>
        <p:spPr>
          <a:xfrm>
            <a:off x="7478730" y="5779571"/>
            <a:ext cx="1308421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6 rows + 1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11233150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hart 2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79425" y="2592017"/>
            <a:ext cx="11233150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hart 3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79425" y="3339359"/>
            <a:ext cx="11233150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hart 4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9425" y="4086701"/>
            <a:ext cx="11233150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hart 5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79425" y="4834043"/>
            <a:ext cx="11233150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hart 6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79425" y="5581385"/>
            <a:ext cx="11233150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6 rows + 1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11233150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2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9425" y="2332114"/>
            <a:ext cx="11233150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3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9425" y="2957665"/>
            <a:ext cx="11233150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4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425" y="3583216"/>
            <a:ext cx="11233150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5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9425" y="4208767"/>
            <a:ext cx="11233150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6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79425" y="4834318"/>
            <a:ext cx="11233150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6 rows + 1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8307730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2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9425" y="2555106"/>
            <a:ext cx="8307730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3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9425" y="3403649"/>
            <a:ext cx="8307730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4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425" y="4252192"/>
            <a:ext cx="8307730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5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9425" y="5100735"/>
            <a:ext cx="8307730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6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79425" y="5949278"/>
            <a:ext cx="8307730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6 rows +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5570855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141720" y="1844675"/>
            <a:ext cx="5570855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hart 2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79425" y="2592017"/>
            <a:ext cx="5570855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hart 2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41720" y="2592017"/>
            <a:ext cx="5570855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hart 3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79425" y="3339359"/>
            <a:ext cx="5570855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hart 3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141720" y="3339359"/>
            <a:ext cx="5570855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Chart 4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79425" y="4086701"/>
            <a:ext cx="5570855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Chart 4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141720" y="4086701"/>
            <a:ext cx="5570855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Chart 5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79425" y="4834043"/>
            <a:ext cx="5570855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hart 5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141720" y="4834043"/>
            <a:ext cx="5570855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hart 6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479425" y="5581385"/>
            <a:ext cx="5570855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hart 6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141720" y="5581385"/>
            <a:ext cx="5570855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6 rows + 2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5570855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141720" y="1706563"/>
            <a:ext cx="5570855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2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9425" y="2332114"/>
            <a:ext cx="5570855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2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41720" y="2332114"/>
            <a:ext cx="5570855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3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9425" y="2957665"/>
            <a:ext cx="5570855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3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141720" y="2957665"/>
            <a:ext cx="5570855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4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79425" y="3583216"/>
            <a:ext cx="5570855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4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141720" y="3583216"/>
            <a:ext cx="5570855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5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79425" y="4208767"/>
            <a:ext cx="5570855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5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141720" y="4208767"/>
            <a:ext cx="5570855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6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79425" y="4834318"/>
            <a:ext cx="5570855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6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141720" y="4834318"/>
            <a:ext cx="5570855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6 rows + 2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4108145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679010" y="1706563"/>
            <a:ext cx="4108145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2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9425" y="2555106"/>
            <a:ext cx="4108145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2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79010" y="2555106"/>
            <a:ext cx="4108145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3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9425" y="3403649"/>
            <a:ext cx="4108145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3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679010" y="3403649"/>
            <a:ext cx="4108145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4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79425" y="4252192"/>
            <a:ext cx="4108145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4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679010" y="4252192"/>
            <a:ext cx="4108145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5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79425" y="5100735"/>
            <a:ext cx="4108145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5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679010" y="5100735"/>
            <a:ext cx="4108145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6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79425" y="5949278"/>
            <a:ext cx="4108145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6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4679010" y="5949278"/>
            <a:ext cx="4108145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6 rows +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3683423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254288" y="1844675"/>
            <a:ext cx="3683423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029151" y="1844675"/>
            <a:ext cx="3683423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hart 2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9425" y="2592017"/>
            <a:ext cx="3683423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hart 2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254288" y="2592017"/>
            <a:ext cx="3683423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hart 2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029151" y="2592017"/>
            <a:ext cx="3683423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Chart 3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79425" y="3339359"/>
            <a:ext cx="3683423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Chart 3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254288" y="3339359"/>
            <a:ext cx="3683423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Chart 3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029151" y="3339359"/>
            <a:ext cx="3683423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hart 4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479425" y="4086701"/>
            <a:ext cx="3683423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hart 4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4254288" y="4086701"/>
            <a:ext cx="3683423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hart 4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8029151" y="4086701"/>
            <a:ext cx="3683423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Chart 5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79425" y="4834043"/>
            <a:ext cx="3683423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2" name="Chart 5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254288" y="4834043"/>
            <a:ext cx="3683423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Chart 5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8029151" y="4834043"/>
            <a:ext cx="3683423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4" name="Chart 6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479425" y="5581385"/>
            <a:ext cx="3683423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5" name="Chart 6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4254288" y="5581385"/>
            <a:ext cx="3683423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6" name="Chart 6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8029151" y="5581385"/>
            <a:ext cx="3683423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6 rows + 3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3683423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254288" y="1706563"/>
            <a:ext cx="3683423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029151" y="1706563"/>
            <a:ext cx="3683423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2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425" y="2332114"/>
            <a:ext cx="3683423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2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254288" y="2332114"/>
            <a:ext cx="3683423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2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029151" y="2332114"/>
            <a:ext cx="3683423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3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79425" y="2957665"/>
            <a:ext cx="3683423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3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254288" y="2957665"/>
            <a:ext cx="3683423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3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8029151" y="2957665"/>
            <a:ext cx="3683423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4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79425" y="3583216"/>
            <a:ext cx="3683423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4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254288" y="3583216"/>
            <a:ext cx="3683423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4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029151" y="3583216"/>
            <a:ext cx="3683423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hart 5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79425" y="4208767"/>
            <a:ext cx="3683423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hart 5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4254288" y="4208767"/>
            <a:ext cx="3683423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Chart 5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8029151" y="4208767"/>
            <a:ext cx="3683423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Chart 6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479425" y="4834318"/>
            <a:ext cx="3683423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Chart 6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4254288" y="4834318"/>
            <a:ext cx="3683423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Chart 6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8029151" y="4834318"/>
            <a:ext cx="3683423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6 rows + 3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2708283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279148" y="1706563"/>
            <a:ext cx="2708283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78871" y="1706563"/>
            <a:ext cx="2708283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2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425" y="2555106"/>
            <a:ext cx="2708283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2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279148" y="2555106"/>
            <a:ext cx="2708283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2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078871" y="2555106"/>
            <a:ext cx="2708283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3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79425" y="3403649"/>
            <a:ext cx="2708283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3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279148" y="3403649"/>
            <a:ext cx="2708283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3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078871" y="3403649"/>
            <a:ext cx="2708283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4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79425" y="4252192"/>
            <a:ext cx="2708283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4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3279148" y="4252192"/>
            <a:ext cx="2708283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4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078871" y="4252192"/>
            <a:ext cx="2708283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hart 5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79425" y="5100735"/>
            <a:ext cx="2708283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hart 5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3279148" y="5100735"/>
            <a:ext cx="2708283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Chart 5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6078871" y="5100735"/>
            <a:ext cx="2708283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Chart 6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479425" y="5949278"/>
            <a:ext cx="2708283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Chart 6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3279148" y="5949278"/>
            <a:ext cx="2708283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Chart 6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078871" y="5949278"/>
            <a:ext cx="2708283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6 rows +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2739707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310572" y="1844675"/>
            <a:ext cx="2739707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41719" y="1844675"/>
            <a:ext cx="2739707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972866" y="1844675"/>
            <a:ext cx="2739707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hart 2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79425" y="2592017"/>
            <a:ext cx="2739707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hart 2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3310572" y="2592017"/>
            <a:ext cx="2739707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Chart 2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141719" y="2592017"/>
            <a:ext cx="2739707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Chart 2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972866" y="2592017"/>
            <a:ext cx="2739707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Chart 3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79425" y="3339359"/>
            <a:ext cx="2739707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hart 3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3310572" y="3339359"/>
            <a:ext cx="2739707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hart 3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6141719" y="3339359"/>
            <a:ext cx="2739707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hart 3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8972866" y="3339359"/>
            <a:ext cx="2739707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Chart 4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79425" y="4086701"/>
            <a:ext cx="2739707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2" name="Chart 4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3310572" y="4086701"/>
            <a:ext cx="2739707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Chart 4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6141719" y="4086701"/>
            <a:ext cx="2739707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4" name="Chart 4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8972866" y="4086701"/>
            <a:ext cx="2739707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5" name="Chart 5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479425" y="4834043"/>
            <a:ext cx="2739707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6" name="Chart 5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3310572" y="4834043"/>
            <a:ext cx="2739707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7" name="Chart 5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6141719" y="4834043"/>
            <a:ext cx="2739707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8" name="Chart 5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8972866" y="4834043"/>
            <a:ext cx="2739707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9" name="Chart 6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479425" y="5581385"/>
            <a:ext cx="2739707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0" name="Chart 6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3310572" y="5581385"/>
            <a:ext cx="2739707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1" name="Chart 6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6141719" y="5581385"/>
            <a:ext cx="2739707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2" name="Chart 6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8972866" y="5581385"/>
            <a:ext cx="2739707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6 rows + 4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2739707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310572" y="1706563"/>
            <a:ext cx="2739707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41719" y="1706563"/>
            <a:ext cx="2739707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972866" y="1706563"/>
            <a:ext cx="2739707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2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9425" y="2332114"/>
            <a:ext cx="2739707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2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310572" y="2332114"/>
            <a:ext cx="2739707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2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141719" y="2332114"/>
            <a:ext cx="2739707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2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972866" y="2332114"/>
            <a:ext cx="2739707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3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79425" y="2957665"/>
            <a:ext cx="2739707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3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310572" y="2957665"/>
            <a:ext cx="2739707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3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141719" y="2957665"/>
            <a:ext cx="2739707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3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972866" y="2957665"/>
            <a:ext cx="2739707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hart 4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79425" y="3583216"/>
            <a:ext cx="2739707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hart 4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3310572" y="3583216"/>
            <a:ext cx="2739707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Chart 4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6141719" y="3583216"/>
            <a:ext cx="2739707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Chart 4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8972866" y="3583216"/>
            <a:ext cx="2739707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Chart 5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479425" y="4208767"/>
            <a:ext cx="2739707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Chart 5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3310572" y="4208767"/>
            <a:ext cx="2739707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" name="Chart 5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6141719" y="4208767"/>
            <a:ext cx="2739707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Chart 5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8972866" y="4208767"/>
            <a:ext cx="2739707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Chart 6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479425" y="4834318"/>
            <a:ext cx="2739707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Chart 6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3310572" y="4834318"/>
            <a:ext cx="2739707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Chart 6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6141719" y="4834318"/>
            <a:ext cx="2739707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Chart 6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8972866" y="4834318"/>
            <a:ext cx="2739707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6 rows + 4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2008352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579217" y="1706563"/>
            <a:ext cx="2008352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79009" y="1706563"/>
            <a:ext cx="2008352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778801" y="1706563"/>
            <a:ext cx="2008352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2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9425" y="2555106"/>
            <a:ext cx="2008352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2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2579217" y="2555106"/>
            <a:ext cx="2008352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2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679009" y="2555106"/>
            <a:ext cx="2008352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2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778801" y="2555106"/>
            <a:ext cx="2008352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3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79425" y="3403649"/>
            <a:ext cx="2008352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3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2579217" y="3403649"/>
            <a:ext cx="2008352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3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679009" y="3403649"/>
            <a:ext cx="2008352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3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778801" y="3403649"/>
            <a:ext cx="2008352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hart 4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79425" y="4252192"/>
            <a:ext cx="2008352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hart 4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2579217" y="4252192"/>
            <a:ext cx="2008352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Chart 4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4679009" y="4252192"/>
            <a:ext cx="2008352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Chart 4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6778801" y="4252192"/>
            <a:ext cx="2008352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Chart 5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479425" y="5100735"/>
            <a:ext cx="2008352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Chart 5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2579217" y="5100735"/>
            <a:ext cx="2008352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" name="Chart 5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4679009" y="5100735"/>
            <a:ext cx="2008352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Chart 5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6778801" y="5100735"/>
            <a:ext cx="2008352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Chart 6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479425" y="5949278"/>
            <a:ext cx="2008352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Chart 6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2579217" y="5949278"/>
            <a:ext cx="2008352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Chart 6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4679009" y="5949278"/>
            <a:ext cx="2008352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Chart 6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6778801" y="5949278"/>
            <a:ext cx="2008352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6 rows + 5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2173478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2744343" y="1844675"/>
            <a:ext cx="2173478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009261" y="1844675"/>
            <a:ext cx="2173478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274179" y="1844675"/>
            <a:ext cx="2173478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539097" y="1844675"/>
            <a:ext cx="2173478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hart 2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79425" y="2592017"/>
            <a:ext cx="2173478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Chart 2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4343" y="2592017"/>
            <a:ext cx="2173478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Chart 2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009261" y="2592017"/>
            <a:ext cx="2173478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Chart 2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274179" y="2592017"/>
            <a:ext cx="2173478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hart 2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9539097" y="2592017"/>
            <a:ext cx="2173478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hart 3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479425" y="3339359"/>
            <a:ext cx="2173478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hart 3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2744343" y="3339359"/>
            <a:ext cx="2173478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Chart 3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5009261" y="3339359"/>
            <a:ext cx="2173478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2" name="Chart 3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7274179" y="3339359"/>
            <a:ext cx="2173478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Chart 3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9539097" y="3339359"/>
            <a:ext cx="2173478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4" name="Chart 4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479425" y="4086701"/>
            <a:ext cx="2173478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5" name="Chart 4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2744343" y="4086701"/>
            <a:ext cx="2173478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6" name="Chart 4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5009261" y="4086701"/>
            <a:ext cx="2173478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7" name="Chart 4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7274179" y="4086701"/>
            <a:ext cx="2173478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8" name="Chart 4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9539097" y="4086701"/>
            <a:ext cx="2173478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9" name="Chart 5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479425" y="4834043"/>
            <a:ext cx="2173478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0" name="Chart 5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2744343" y="4834043"/>
            <a:ext cx="2173478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1" name="Chart 5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5009261" y="4834043"/>
            <a:ext cx="2173478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2" name="Chart 5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7274179" y="4834043"/>
            <a:ext cx="2173478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3" name="Chart 5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9539097" y="4834043"/>
            <a:ext cx="2173478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4" name="Chart 6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479425" y="5581385"/>
            <a:ext cx="2173478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5" name="Chart 6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2744343" y="5581385"/>
            <a:ext cx="2173478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6" name="Chart 6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5009261" y="5581385"/>
            <a:ext cx="2173478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7" name="Chart 6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7274179" y="5581385"/>
            <a:ext cx="2173478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8" name="Chart 6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9539097" y="5581385"/>
            <a:ext cx="2173478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6 rows + 5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2173478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744343" y="1706563"/>
            <a:ext cx="2173478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09261" y="1706563"/>
            <a:ext cx="2173478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74179" y="1706563"/>
            <a:ext cx="2173478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539097" y="1706563"/>
            <a:ext cx="2173478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2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79425" y="2332114"/>
            <a:ext cx="2173478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2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2744343" y="2332114"/>
            <a:ext cx="2173478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2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009261" y="2332114"/>
            <a:ext cx="2173478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2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7274179" y="2332114"/>
            <a:ext cx="2173478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2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9539097" y="2332114"/>
            <a:ext cx="2173478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3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79425" y="2957665"/>
            <a:ext cx="2173478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3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2744343" y="2957665"/>
            <a:ext cx="2173478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hart 3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5009261" y="2957665"/>
            <a:ext cx="2173478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hart 3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7274179" y="2957665"/>
            <a:ext cx="2173478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Chart 3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9539097" y="2957665"/>
            <a:ext cx="2173478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Chart 4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479425" y="3583216"/>
            <a:ext cx="2173478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Chart 4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2744343" y="3583216"/>
            <a:ext cx="2173478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Chart 4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009261" y="3583216"/>
            <a:ext cx="2173478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" name="Chart 4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7274179" y="3583216"/>
            <a:ext cx="2173478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Chart 4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9539097" y="3583216"/>
            <a:ext cx="2173478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Chart 5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479425" y="4208767"/>
            <a:ext cx="2173478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Chart 5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2744343" y="4208767"/>
            <a:ext cx="2173478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Chart 5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5009261" y="4208767"/>
            <a:ext cx="2173478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Chart 5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7274179" y="4208767"/>
            <a:ext cx="2173478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Chart 5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9539097" y="4208767"/>
            <a:ext cx="2173478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4" name="Chart 6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479425" y="4834318"/>
            <a:ext cx="2173478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5" name="Chart 6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2744343" y="4834318"/>
            <a:ext cx="2173478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" name="Chart 6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5009261" y="4834318"/>
            <a:ext cx="2173478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7" name="Chart 6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9"/>
          </p:nvPr>
        </p:nvSpPr>
        <p:spPr>
          <a:xfrm>
            <a:off x="7274179" y="4834318"/>
            <a:ext cx="2173478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Chart 6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40"/>
          </p:nvPr>
        </p:nvSpPr>
        <p:spPr>
          <a:xfrm>
            <a:off x="9539097" y="4834318"/>
            <a:ext cx="2173478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6 rows + 5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1588394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159259" y="1706563"/>
            <a:ext cx="1588394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39093" y="1706563"/>
            <a:ext cx="1588394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18927" y="1706563"/>
            <a:ext cx="1588394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198761" y="1706563"/>
            <a:ext cx="1588394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2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79425" y="2555106"/>
            <a:ext cx="1588394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2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2159259" y="2555106"/>
            <a:ext cx="1588394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2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839093" y="2555106"/>
            <a:ext cx="1588394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2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518927" y="2555106"/>
            <a:ext cx="1588394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2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7198761" y="2555106"/>
            <a:ext cx="1588394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3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79425" y="3403649"/>
            <a:ext cx="1588394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3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2159259" y="3403649"/>
            <a:ext cx="1588394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hart 3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3839093" y="3403649"/>
            <a:ext cx="1588394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hart 3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5518927" y="3403649"/>
            <a:ext cx="1588394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Chart 3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7198761" y="3403649"/>
            <a:ext cx="1588394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Chart 4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479425" y="4252192"/>
            <a:ext cx="1588394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Chart 4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2159259" y="4252192"/>
            <a:ext cx="1588394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Chart 4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3839093" y="4252192"/>
            <a:ext cx="1588394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" name="Chart 4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5518927" y="4252192"/>
            <a:ext cx="1588394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Chart 4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7198761" y="4252192"/>
            <a:ext cx="1588394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Chart 5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479425" y="5100735"/>
            <a:ext cx="1588394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Chart 5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2159259" y="5100735"/>
            <a:ext cx="1588394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Chart 5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3839093" y="5100735"/>
            <a:ext cx="1588394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Chart 5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5518927" y="5100735"/>
            <a:ext cx="1588394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Chart 5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7198761" y="5100735"/>
            <a:ext cx="1588394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4" name="Chart 6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479425" y="5949278"/>
            <a:ext cx="1588394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5" name="Chart 6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2159259" y="5949278"/>
            <a:ext cx="1588394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" name="Chart 6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3839093" y="5949278"/>
            <a:ext cx="1588394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7" name="Chart 6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9"/>
          </p:nvPr>
        </p:nvSpPr>
        <p:spPr>
          <a:xfrm>
            <a:off x="5518927" y="5949278"/>
            <a:ext cx="1588394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Chart 6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40"/>
          </p:nvPr>
        </p:nvSpPr>
        <p:spPr>
          <a:xfrm>
            <a:off x="7198761" y="5949278"/>
            <a:ext cx="1588394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6 rows + 6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2366856" y="1844675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54287" y="1844675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41718" y="1844675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029149" y="1844675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hart 1-6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916580" y="1844675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Chart 2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79425" y="2592017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Chart 2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2366856" y="2592017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Chart 2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254287" y="2592017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hart 2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141718" y="2592017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hart 2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029149" y="2592017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hart 2-6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9916580" y="2592017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Chart 3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79425" y="3339359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2" name="Chart 3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2366856" y="3339359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Chart 3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4254287" y="3339359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4" name="Chart 3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6141718" y="3339359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5" name="Chart 3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8029149" y="3339359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6" name="Chart 3-6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9916580" y="3339359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7" name="Chart 4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479425" y="4086701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8" name="Chart 4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2366856" y="4086701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9" name="Chart 4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4254287" y="4086701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0" name="Chart 4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6141718" y="4086701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1" name="Chart 4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8029149" y="4086701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2" name="Chart 4-6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9916580" y="4086701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3" name="Chart 5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479425" y="4834043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4" name="Chart 5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2366856" y="4834043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5" name="Chart 5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4254287" y="4834043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6" name="Chart 5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6141718" y="4834043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7" name="Chart 5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8029149" y="4834043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8" name="Chart 5-6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9916580" y="4834043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9" name="Chart 6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479425" y="5581385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0" name="Chart 6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>
            <a:off x="2366856" y="5581385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1" name="Chart 6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43" hasCustomPrompt="1"/>
          </p:nvPr>
        </p:nvSpPr>
        <p:spPr>
          <a:xfrm>
            <a:off x="4254287" y="5581385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2" name="Chart 6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44" hasCustomPrompt="1"/>
          </p:nvPr>
        </p:nvSpPr>
        <p:spPr>
          <a:xfrm>
            <a:off x="6141718" y="5581385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3" name="Chart 6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45" hasCustomPrompt="1"/>
          </p:nvPr>
        </p:nvSpPr>
        <p:spPr>
          <a:xfrm>
            <a:off x="8029149" y="5581385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4" name="Chart 6-6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46" hasCustomPrompt="1"/>
          </p:nvPr>
        </p:nvSpPr>
        <p:spPr>
          <a:xfrm>
            <a:off x="9916580" y="5581385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6 rows + 6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366856" y="1706563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54287" y="1706563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41718" y="1706563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029149" y="1706563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1-6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9916580" y="1706563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2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79425" y="2332114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2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366856" y="2332114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2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254287" y="2332114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2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141718" y="2332114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2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8029149" y="2332114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2-6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9916580" y="2332114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hart 3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79425" y="2957665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hart 3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2366856" y="2957665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Chart 3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4254287" y="2957665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Chart 3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6141718" y="2957665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Chart 3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8029149" y="2957665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Chart 3-6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9916580" y="2957665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" name="Chart 4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479425" y="3583216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Chart 4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2366856" y="3583216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Chart 4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4254287" y="3583216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Chart 4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6141718" y="3583216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Chart 4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8029149" y="3583216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Chart 4-6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9916580" y="3583216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Chart 5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479425" y="4208767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4" name="Chart 5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2366856" y="4208767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5" name="Chart 5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4254287" y="4208767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" name="Chart 5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6141718" y="4208767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7" name="Chart 5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9"/>
          </p:nvPr>
        </p:nvSpPr>
        <p:spPr>
          <a:xfrm>
            <a:off x="8029149" y="4208767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Chart 5-6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40"/>
          </p:nvPr>
        </p:nvSpPr>
        <p:spPr>
          <a:xfrm>
            <a:off x="9916580" y="4208767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Chart 6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41"/>
          </p:nvPr>
        </p:nvSpPr>
        <p:spPr>
          <a:xfrm>
            <a:off x="479425" y="4834318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Chart 6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42"/>
          </p:nvPr>
        </p:nvSpPr>
        <p:spPr>
          <a:xfrm>
            <a:off x="2366856" y="4834318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1" name="Chart 6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43"/>
          </p:nvPr>
        </p:nvSpPr>
        <p:spPr>
          <a:xfrm>
            <a:off x="4254287" y="4834318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2" name="Chart 6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44"/>
          </p:nvPr>
        </p:nvSpPr>
        <p:spPr>
          <a:xfrm>
            <a:off x="6141718" y="4834318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3" name="Chart 6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45"/>
          </p:nvPr>
        </p:nvSpPr>
        <p:spPr>
          <a:xfrm>
            <a:off x="8029149" y="4834318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4" name="Chart 6-6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46"/>
          </p:nvPr>
        </p:nvSpPr>
        <p:spPr>
          <a:xfrm>
            <a:off x="9916580" y="4834318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6 rows + 6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879286" y="1706563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279147" y="1706563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79008" y="1706563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78869" y="1706563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1-6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78730" y="1706563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2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79425" y="2555106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2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879286" y="2555106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2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279147" y="2555106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2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679008" y="2555106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2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078869" y="2555106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2-6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7478730" y="2555106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hart 3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79425" y="3403649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hart 3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1879286" y="3403649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Chart 3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3279147" y="3403649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Chart 3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4679008" y="3403649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Chart 3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078869" y="3403649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Chart 3-6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7478730" y="3403649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" name="Chart 4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479425" y="4252192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Chart 4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1879286" y="4252192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Chart 4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3279147" y="4252192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Chart 4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4679008" y="4252192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Chart 4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6078869" y="4252192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Chart 4-6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7478730" y="4252192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Chart 5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479425" y="5100735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4" name="Chart 5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1879286" y="5100735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5" name="Chart 5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3279147" y="5100735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" name="Chart 5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4679008" y="5100735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7" name="Chart 5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9"/>
          </p:nvPr>
        </p:nvSpPr>
        <p:spPr>
          <a:xfrm>
            <a:off x="6078869" y="5100735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Chart 5-6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40"/>
          </p:nvPr>
        </p:nvSpPr>
        <p:spPr>
          <a:xfrm>
            <a:off x="7478730" y="5100735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Chart 6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41"/>
          </p:nvPr>
        </p:nvSpPr>
        <p:spPr>
          <a:xfrm>
            <a:off x="479425" y="5949278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Chart 6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42"/>
          </p:nvPr>
        </p:nvSpPr>
        <p:spPr>
          <a:xfrm>
            <a:off x="1879286" y="5949278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1" name="Chart 6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43"/>
          </p:nvPr>
        </p:nvSpPr>
        <p:spPr>
          <a:xfrm>
            <a:off x="3279147" y="5949278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2" name="Chart 6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44"/>
          </p:nvPr>
        </p:nvSpPr>
        <p:spPr>
          <a:xfrm>
            <a:off x="4679008" y="5949278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3" name="Chart 6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45"/>
          </p:nvPr>
        </p:nvSpPr>
        <p:spPr>
          <a:xfrm>
            <a:off x="6078869" y="5949278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4" name="Chart 6-6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46"/>
          </p:nvPr>
        </p:nvSpPr>
        <p:spPr>
          <a:xfrm>
            <a:off x="7478730" y="5949278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gradFill>
          <a:gsLst>
            <a:gs pos="79000">
              <a:srgbClr val="9579BC">
                <a:lumMod val="79000"/>
              </a:srgbClr>
            </a:gs>
            <a:gs pos="35000">
              <a:srgbClr val="A37ACE">
                <a:lumMod val="52000"/>
              </a:srgbClr>
            </a:gs>
            <a:gs pos="0">
              <a:srgbClr val="7030A0"/>
            </a:gs>
            <a:gs pos="100000">
              <a:schemeClr val="accent3">
                <a:lumMod val="40000"/>
                <a:lumOff val="6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69F42FFA-3DFB-4DB2-A942-F02200203C82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11130989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">
            <a:extLst>
              <a:ext uri="{FF2B5EF4-FFF2-40B4-BE49-F238E27FC236}">
                <a16:creationId xmlns:a16="http://schemas.microsoft.com/office/drawing/2014/main" id="{E6869961-F931-4F1E-9FB3-8587EBA3F36F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sp>
        <p:nvSpPr>
          <p:cNvPr id="5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203FD5EF-20DB-46AB-B412-DF9112353719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78DD11F5-924D-4907-D01E-DCB632C069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9093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Transiti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3" y="2986709"/>
            <a:ext cx="9900000" cy="1177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Slide title, Ericsson Hilda Light 40pt, Ericsson Black, max 2-lines</a:t>
            </a:r>
          </a:p>
        </p:txBody>
      </p:sp>
      <p:sp>
        <p:nvSpPr>
          <p:cNvPr id="3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44ECCE6-4D94-443E-8C20-CA233A5C0572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62661381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Title Onl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D9A6888F-AC26-BA8F-0055-E808E294C9D7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561136CD-F1DB-03FC-F814-EFB4397772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4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3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44ECCE6-4D94-443E-8C20-CA233A5C0572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858565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Title and 1 colum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17697191-0A85-B8C8-9EEC-2BBBCA05BA94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74D3F1FB-D06C-DBD1-2450-16F10900A5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1844675"/>
            <a:ext cx="11233150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241041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1 smaller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_SM">
            <a:extLst>
              <a:ext uri="{FF2B5EF4-FFF2-40B4-BE49-F238E27FC236}">
                <a16:creationId xmlns:a16="http://schemas.microsoft.com/office/drawing/2014/main" id="{3F4EF873-DC0F-4698-BEC2-502DB043AA5C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presentations using short and crisp headings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84F54AF-EED6-486A-9ACA-42061F4AAE9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8353426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DB8BC610-C1B0-4C6A-B5C2-80DA487CE5DE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36312352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Title and 1 smaller colum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C8FC9BDE-AACF-FAD9-0569-2308D75B1812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3989B81D-94DE-1159-ADB9-A5A03B074B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6" name="Title_SM">
            <a:extLst>
              <a:ext uri="{FF2B5EF4-FFF2-40B4-BE49-F238E27FC236}">
                <a16:creationId xmlns:a16="http://schemas.microsoft.com/office/drawing/2014/main" id="{3F4EF873-DC0F-4698-BEC2-502DB043AA5C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presentations using short and crisp headings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84F54AF-EED6-486A-9ACA-42061F4AAE9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8353426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DB8BC610-C1B0-4C6A-B5C2-80DA487CE5DE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329698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Title and 2 column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105FD79D-9BC3-0408-DF33-0CA55CC3DCDA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D355044D-CD56-AB10-6CA0-CA0669B9060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6" name="Title_SM">
            <a:extLst>
              <a:ext uri="{FF2B5EF4-FFF2-40B4-BE49-F238E27FC236}">
                <a16:creationId xmlns:a16="http://schemas.microsoft.com/office/drawing/2014/main" id="{891BF4C4-9DF9-4D9F-A738-37FBCD45AA68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479425" y="1844675"/>
            <a:ext cx="5472113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Content Placeholder 3"/>
          <p:cNvSpPr>
            <a:spLocks noGrp="1"/>
          </p:cNvSpPr>
          <p:nvPr>
            <p:ph sz="quarter" idx="3" hasCustomPrompt="1"/>
          </p:nvPr>
        </p:nvSpPr>
        <p:spPr>
          <a:xfrm>
            <a:off x="6240463" y="1844674"/>
            <a:ext cx="5472112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53797230-5A6C-4718-8C90-CB9F2709B382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939687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Title and 3 column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09FDE7F6-BBC9-8CC3-CB40-B28724FF07BC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D6BED84F-1648-A661-5267-B4AD41FD9C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10" name="Title_SM">
            <a:extLst>
              <a:ext uri="{FF2B5EF4-FFF2-40B4-BE49-F238E27FC236}">
                <a16:creationId xmlns:a16="http://schemas.microsoft.com/office/drawing/2014/main" id="{6B686A21-AA96-4B0A-B7CE-F4C6D5D31B32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6" name="Content Placeholder 1"/>
          <p:cNvSpPr>
            <a:spLocks noGrp="1"/>
          </p:cNvSpPr>
          <p:nvPr>
            <p:ph sz="quarter" idx="11" hasCustomPrompt="1"/>
          </p:nvPr>
        </p:nvSpPr>
        <p:spPr>
          <a:xfrm>
            <a:off x="481052" y="1846580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2" hasCustomPrompt="1"/>
          </p:nvPr>
        </p:nvSpPr>
        <p:spPr>
          <a:xfrm>
            <a:off x="4332814" y="1844674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E3794F8-471D-4987-945F-3C29BB03AB4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184575" y="1846580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2C8570FA-FAA3-4EFA-A4F1-01C285AE39DE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805371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Title and 4 column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D44FC84B-7E22-F949-A48C-665D3900E6CC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E1FC2882-E07D-F2B8-C050-E922C4080D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7" name="Title_SM">
            <a:extLst>
              <a:ext uri="{FF2B5EF4-FFF2-40B4-BE49-F238E27FC236}">
                <a16:creationId xmlns:a16="http://schemas.microsoft.com/office/drawing/2014/main" id="{F4D71A67-F349-4E68-B7B8-D53CE323A764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4" name="Content Placeholder 1"/>
          <p:cNvSpPr>
            <a:spLocks noGrp="1"/>
          </p:cNvSpPr>
          <p:nvPr>
            <p:ph sz="quarter" idx="10" hasCustomPrompt="1"/>
          </p:nvPr>
        </p:nvSpPr>
        <p:spPr>
          <a:xfrm>
            <a:off x="479425" y="1844674"/>
            <a:ext cx="2592388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3359149" y="1844674"/>
            <a:ext cx="2592389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12" hasCustomPrompt="1"/>
          </p:nvPr>
        </p:nvSpPr>
        <p:spPr>
          <a:xfrm>
            <a:off x="6240463" y="1844674"/>
            <a:ext cx="2592388" cy="43926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quarter" idx="13" hasCustomPrompt="1"/>
          </p:nvPr>
        </p:nvSpPr>
        <p:spPr>
          <a:xfrm>
            <a:off x="9120188" y="1844674"/>
            <a:ext cx="2592387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A55C34B4-681E-4FDA-A9BB-6BC31D94C8D6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541613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_SM">
            <a:extLst>
              <a:ext uri="{FF2B5EF4-FFF2-40B4-BE49-F238E27FC236}">
                <a16:creationId xmlns:a16="http://schemas.microsoft.com/office/drawing/2014/main" id="{2C948968-FB06-45CC-8259-6BDE4430EACB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quarter" idx="1" hasCustomPrompt="1"/>
          </p:nvPr>
        </p:nvSpPr>
        <p:spPr>
          <a:xfrm>
            <a:off x="481655" y="1844674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quarter" idx="2" hasCustomPrompt="1"/>
          </p:nvPr>
        </p:nvSpPr>
        <p:spPr>
          <a:xfrm>
            <a:off x="6242694" y="1847723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4" hasCustomPrompt="1"/>
          </p:nvPr>
        </p:nvSpPr>
        <p:spPr>
          <a:xfrm>
            <a:off x="6242694" y="4151955"/>
            <a:ext cx="5472113" cy="2087564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5BD2C41D-0700-4885-AB77-25AFFE4E1FD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1655" y="4152597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549048C1-340D-44C4-857B-1B201EC9A7E7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57744759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Title and 4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DCFC6A99-DACF-36D5-6C3E-4DC5345A9049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7AA30C5B-96B9-3D1E-B8FE-49DE04E538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9" name="Title_SM">
            <a:extLst>
              <a:ext uri="{FF2B5EF4-FFF2-40B4-BE49-F238E27FC236}">
                <a16:creationId xmlns:a16="http://schemas.microsoft.com/office/drawing/2014/main" id="{2C948968-FB06-45CC-8259-6BDE4430EACB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quarter" idx="1" hasCustomPrompt="1"/>
          </p:nvPr>
        </p:nvSpPr>
        <p:spPr>
          <a:xfrm>
            <a:off x="481655" y="1844674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quarter" idx="2" hasCustomPrompt="1"/>
          </p:nvPr>
        </p:nvSpPr>
        <p:spPr>
          <a:xfrm>
            <a:off x="6242694" y="1847723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4" hasCustomPrompt="1"/>
          </p:nvPr>
        </p:nvSpPr>
        <p:spPr>
          <a:xfrm>
            <a:off x="6242694" y="4151955"/>
            <a:ext cx="5472113" cy="2087564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5BD2C41D-0700-4885-AB77-25AFFE4E1FD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1655" y="4152597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549048C1-340D-44C4-857B-1B201EC9A7E7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220425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8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_SM">
            <a:extLst>
              <a:ext uri="{FF2B5EF4-FFF2-40B4-BE49-F238E27FC236}">
                <a16:creationId xmlns:a16="http://schemas.microsoft.com/office/drawing/2014/main" id="{99858DC4-E787-41D2-A613-961D60F89117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quarter" idx="1" hasCustomPrompt="1"/>
          </p:nvPr>
        </p:nvSpPr>
        <p:spPr>
          <a:xfrm>
            <a:off x="481560" y="1844675"/>
            <a:ext cx="2592389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quarter" idx="2" hasCustomPrompt="1"/>
          </p:nvPr>
        </p:nvSpPr>
        <p:spPr>
          <a:xfrm>
            <a:off x="6243216" y="1844674"/>
            <a:ext cx="2592387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3"/>
            <a:endParaRPr lang="en-US"/>
          </a:p>
        </p:txBody>
      </p:sp>
      <p:sp>
        <p:nvSpPr>
          <p:cNvPr id="5" name="Content Placeholder 3"/>
          <p:cNvSpPr>
            <a:spLocks noGrp="1"/>
          </p:cNvSpPr>
          <p:nvPr>
            <p:ph sz="quarter" idx="3" hasCustomPrompt="1"/>
          </p:nvPr>
        </p:nvSpPr>
        <p:spPr>
          <a:xfrm>
            <a:off x="481561" y="4151134"/>
            <a:ext cx="2592389" cy="2087563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Content Placeholder 4"/>
          <p:cNvSpPr>
            <a:spLocks noGrp="1"/>
          </p:cNvSpPr>
          <p:nvPr>
            <p:ph sz="quarter" idx="4" hasCustomPrompt="1"/>
          </p:nvPr>
        </p:nvSpPr>
        <p:spPr>
          <a:xfrm>
            <a:off x="6243152" y="4151245"/>
            <a:ext cx="2592387" cy="2086292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1" hasCustomPrompt="1"/>
          </p:nvPr>
        </p:nvSpPr>
        <p:spPr>
          <a:xfrm>
            <a:off x="3359835" y="1844674"/>
            <a:ext cx="2592388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Content Placeholder 6"/>
          <p:cNvSpPr>
            <a:spLocks noGrp="1"/>
          </p:cNvSpPr>
          <p:nvPr>
            <p:ph sz="quarter" idx="10" hasCustomPrompt="1"/>
          </p:nvPr>
        </p:nvSpPr>
        <p:spPr>
          <a:xfrm>
            <a:off x="3361288" y="4151861"/>
            <a:ext cx="2592387" cy="2087563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Content Placeholder 7"/>
          <p:cNvSpPr>
            <a:spLocks noGrp="1"/>
          </p:cNvSpPr>
          <p:nvPr>
            <p:ph sz="quarter" idx="13" hasCustomPrompt="1"/>
          </p:nvPr>
        </p:nvSpPr>
        <p:spPr>
          <a:xfrm>
            <a:off x="9122324" y="1844674"/>
            <a:ext cx="2592387" cy="2089151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3"/>
            <a:endParaRPr lang="en-US"/>
          </a:p>
        </p:txBody>
      </p:sp>
      <p:sp>
        <p:nvSpPr>
          <p:cNvPr id="10" name="Content Placeholder 8"/>
          <p:cNvSpPr>
            <a:spLocks noGrp="1"/>
          </p:cNvSpPr>
          <p:nvPr>
            <p:ph sz="quarter" idx="12" hasCustomPrompt="1"/>
          </p:nvPr>
        </p:nvSpPr>
        <p:spPr>
          <a:xfrm>
            <a:off x="9122324" y="4151861"/>
            <a:ext cx="2592387" cy="2087562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089CBEB5-348B-49F3-8F8B-FDEE08950E37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19202735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Title and 8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3573FEDA-98AE-F7E3-43DF-75A830443C4A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7" name="Logo">
            <a:extLst>
              <a:ext uri="{FF2B5EF4-FFF2-40B4-BE49-F238E27FC236}">
                <a16:creationId xmlns:a16="http://schemas.microsoft.com/office/drawing/2014/main" id="{AFF8CACC-7FD5-4CBA-651F-A83C83174B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13" name="Title_SM">
            <a:extLst>
              <a:ext uri="{FF2B5EF4-FFF2-40B4-BE49-F238E27FC236}">
                <a16:creationId xmlns:a16="http://schemas.microsoft.com/office/drawing/2014/main" id="{99858DC4-E787-41D2-A613-961D60F89117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quarter" idx="1" hasCustomPrompt="1"/>
          </p:nvPr>
        </p:nvSpPr>
        <p:spPr>
          <a:xfrm>
            <a:off x="481560" y="1844675"/>
            <a:ext cx="2592389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quarter" idx="2" hasCustomPrompt="1"/>
          </p:nvPr>
        </p:nvSpPr>
        <p:spPr>
          <a:xfrm>
            <a:off x="6243216" y="1844674"/>
            <a:ext cx="2592387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3"/>
            <a:endParaRPr lang="en-US"/>
          </a:p>
        </p:txBody>
      </p:sp>
      <p:sp>
        <p:nvSpPr>
          <p:cNvPr id="5" name="Content Placeholder 3"/>
          <p:cNvSpPr>
            <a:spLocks noGrp="1"/>
          </p:cNvSpPr>
          <p:nvPr>
            <p:ph sz="quarter" idx="3" hasCustomPrompt="1"/>
          </p:nvPr>
        </p:nvSpPr>
        <p:spPr>
          <a:xfrm>
            <a:off x="481561" y="4151134"/>
            <a:ext cx="2592389" cy="2087563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Content Placeholder 4"/>
          <p:cNvSpPr>
            <a:spLocks noGrp="1"/>
          </p:cNvSpPr>
          <p:nvPr>
            <p:ph sz="quarter" idx="4" hasCustomPrompt="1"/>
          </p:nvPr>
        </p:nvSpPr>
        <p:spPr>
          <a:xfrm>
            <a:off x="6243152" y="4151245"/>
            <a:ext cx="2592387" cy="2086292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1" hasCustomPrompt="1"/>
          </p:nvPr>
        </p:nvSpPr>
        <p:spPr>
          <a:xfrm>
            <a:off x="3359835" y="1844674"/>
            <a:ext cx="2592388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Content Placeholder 6"/>
          <p:cNvSpPr>
            <a:spLocks noGrp="1"/>
          </p:cNvSpPr>
          <p:nvPr>
            <p:ph sz="quarter" idx="10" hasCustomPrompt="1"/>
          </p:nvPr>
        </p:nvSpPr>
        <p:spPr>
          <a:xfrm>
            <a:off x="3361288" y="4151861"/>
            <a:ext cx="2592387" cy="2087563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Content Placeholder 7"/>
          <p:cNvSpPr>
            <a:spLocks noGrp="1"/>
          </p:cNvSpPr>
          <p:nvPr>
            <p:ph sz="quarter" idx="13" hasCustomPrompt="1"/>
          </p:nvPr>
        </p:nvSpPr>
        <p:spPr>
          <a:xfrm>
            <a:off x="9122324" y="1844674"/>
            <a:ext cx="2592387" cy="2089151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3"/>
            <a:endParaRPr lang="en-US"/>
          </a:p>
        </p:txBody>
      </p:sp>
      <p:sp>
        <p:nvSpPr>
          <p:cNvPr id="10" name="Content Placeholder 8"/>
          <p:cNvSpPr>
            <a:spLocks noGrp="1"/>
          </p:cNvSpPr>
          <p:nvPr>
            <p:ph sz="quarter" idx="12" hasCustomPrompt="1"/>
          </p:nvPr>
        </p:nvSpPr>
        <p:spPr>
          <a:xfrm>
            <a:off x="9122324" y="4151861"/>
            <a:ext cx="2592387" cy="2087562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089CBEB5-348B-49F3-8F8B-FDEE08950E37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700939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Title_TM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479425" y="476250"/>
            <a:ext cx="8353426" cy="3457576"/>
          </a:xfrm>
        </p:spPr>
        <p:txBody>
          <a:bodyPr/>
          <a:lstStyle>
            <a:lvl1pPr>
              <a:lnSpc>
                <a:spcPct val="85000"/>
              </a:lnSpc>
              <a:defRPr sz="8000" b="0" kern="1400" spc="-16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Title/cover page,   Ericsson Hilda Light 80pt, max 3-lines</a:t>
            </a:r>
          </a:p>
        </p:txBody>
      </p:sp>
      <p:sp>
        <p:nvSpPr>
          <p:cNvPr id="22530" name="SubTitle_TM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79425" y="4149725"/>
            <a:ext cx="5472114" cy="2087563"/>
          </a:xfrm>
          <a:prstGeom prst="rect">
            <a:avLst/>
          </a:prstGeom>
        </p:spPr>
        <p:txBody>
          <a:bodyPr lIns="7200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Ericsson Hilda Light" charset="0"/>
              <a:buNone/>
              <a:defRPr sz="20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Description/subtitle/speaker…</a:t>
            </a:r>
            <a:br>
              <a:rPr lang="en-US"/>
            </a:br>
            <a:r>
              <a:rPr lang="en-US"/>
              <a:t>Ericsson Hilda Black 20pt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6240463" y="6264000"/>
            <a:ext cx="1910479" cy="262800"/>
          </a:xfrm>
          <a:prstGeom prst="rect">
            <a:avLst/>
          </a:prstGeom>
        </p:spPr>
        <p:txBody>
          <a:bodyPr wrap="none" tIns="0" bIns="0" anchor="ctr" anchorCtr="0"/>
          <a:lstStyle>
            <a:lvl1pPr marL="0" indent="0" algn="r">
              <a:buNone/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Speaker name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1" hasCustomPrompt="1"/>
          </p:nvPr>
        </p:nvSpPr>
        <p:spPr>
          <a:xfrm>
            <a:off x="8229600" y="6264000"/>
            <a:ext cx="2515041" cy="26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 rIns="0" bIns="0" anchor="ctr" anchorCtr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Organization</a:t>
            </a:r>
          </a:p>
        </p:txBody>
      </p:sp>
      <p:sp>
        <p:nvSpPr>
          <p:cNvPr id="15" name="Content Placeholder 11"/>
          <p:cNvSpPr>
            <a:spLocks noGrp="1"/>
          </p:cNvSpPr>
          <p:nvPr>
            <p:ph sz="quarter" idx="12" hasCustomPrompt="1"/>
          </p:nvPr>
        </p:nvSpPr>
        <p:spPr>
          <a:xfrm>
            <a:off x="10811951" y="6264000"/>
            <a:ext cx="897503" cy="26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0" anchor="ctr" anchorCtr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YYYY-MM-DD</a:t>
            </a:r>
          </a:p>
        </p:txBody>
      </p:sp>
      <p:sp>
        <p:nvSpPr>
          <p:cNvPr id="9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72C1EE1F-EF94-4EBA-A010-8BC3D2F38C39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47892329"/>
      </p:ext>
    </p:extLst>
  </p:cSld>
  <p:clrMapOvr>
    <a:masterClrMapping/>
  </p:clrMapOvr>
  <p:hf sldNum="0" hdr="0" ftr="0"/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ck Title Pa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103FF1A-D345-1C56-590F-D823A889B028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sp>
        <p:nvSpPr>
          <p:cNvPr id="22531" name="Title_TM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479425" y="476250"/>
            <a:ext cx="8353426" cy="3457576"/>
          </a:xfrm>
        </p:spPr>
        <p:txBody>
          <a:bodyPr/>
          <a:lstStyle>
            <a:lvl1pPr>
              <a:lnSpc>
                <a:spcPct val="85000"/>
              </a:lnSpc>
              <a:defRPr sz="8000" b="0" kern="1400" spc="-16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Title/cover page,   Ericsson Hilda Light 80pt, max 3-lines</a:t>
            </a:r>
          </a:p>
        </p:txBody>
      </p:sp>
      <p:sp>
        <p:nvSpPr>
          <p:cNvPr id="22530" name="SubTitle_TM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79425" y="4149725"/>
            <a:ext cx="5472114" cy="2087563"/>
          </a:xfrm>
          <a:prstGeom prst="rect">
            <a:avLst/>
          </a:prstGeom>
        </p:spPr>
        <p:txBody>
          <a:bodyPr lIns="7200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Ericsson Hilda Light" charset="0"/>
              <a:buNone/>
              <a:defRPr sz="20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Description/subtitle/speaker…</a:t>
            </a:r>
            <a:br>
              <a:rPr lang="en-US"/>
            </a:br>
            <a:r>
              <a:rPr lang="en-US"/>
              <a:t>Ericsson Hilda Black 20pt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6240463" y="6264000"/>
            <a:ext cx="1910479" cy="262800"/>
          </a:xfrm>
          <a:prstGeom prst="rect">
            <a:avLst/>
          </a:prstGeom>
        </p:spPr>
        <p:txBody>
          <a:bodyPr wrap="none" tIns="0" bIns="0" anchor="ctr" anchorCtr="0"/>
          <a:lstStyle>
            <a:lvl1pPr marL="0" indent="0" algn="r">
              <a:buNone/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Speaker name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1" hasCustomPrompt="1"/>
          </p:nvPr>
        </p:nvSpPr>
        <p:spPr>
          <a:xfrm>
            <a:off x="8229600" y="6264000"/>
            <a:ext cx="2515041" cy="26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 rIns="0" bIns="0" anchor="ctr" anchorCtr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Organization</a:t>
            </a:r>
          </a:p>
        </p:txBody>
      </p:sp>
      <p:sp>
        <p:nvSpPr>
          <p:cNvPr id="15" name="Content Placeholder 11"/>
          <p:cNvSpPr>
            <a:spLocks noGrp="1"/>
          </p:cNvSpPr>
          <p:nvPr>
            <p:ph sz="quarter" idx="12" hasCustomPrompt="1"/>
          </p:nvPr>
        </p:nvSpPr>
        <p:spPr>
          <a:xfrm>
            <a:off x="10811951" y="6264000"/>
            <a:ext cx="897503" cy="26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0" anchor="ctr" anchorCtr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YYYY-MM-DD</a:t>
            </a:r>
          </a:p>
        </p:txBody>
      </p:sp>
      <p:sp>
        <p:nvSpPr>
          <p:cNvPr id="9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72C1EE1F-EF94-4EBA-A010-8BC3D2F38C39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0EAB151C-EA5D-17DC-B535-00FFB9FD819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0396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/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69F42FFA-3DFB-4DB2-A942-F02200203C82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64491068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ck 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">
            <a:extLst>
              <a:ext uri="{FF2B5EF4-FFF2-40B4-BE49-F238E27FC236}">
                <a16:creationId xmlns:a16="http://schemas.microsoft.com/office/drawing/2014/main" id="{E6869961-F931-4F1E-9FB3-8587EBA3F36F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sp>
        <p:nvSpPr>
          <p:cNvPr id="5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203FD5EF-20DB-46AB-B412-DF9112353719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78DD11F5-924D-4907-D01E-DCB632C069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309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4" y="476250"/>
            <a:ext cx="8353425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44ECCE6-4D94-443E-8C20-CA233A5C0572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68819628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ck Title Onl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D9A6888F-AC26-BA8F-0055-E808E294C9D7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561136CD-F1DB-03FC-F814-EFB4397772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4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4" y="476250"/>
            <a:ext cx="8353425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44ECCE6-4D94-443E-8C20-CA233A5C0572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50136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1052195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1844675"/>
            <a:ext cx="11233150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90175656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ck Title and 1 colum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17697191-0A85-B8C8-9EEC-2BBBCA05BA94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74D3F1FB-D06C-DBD1-2450-16F10900A5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1052195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1844675"/>
            <a:ext cx="11233150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340927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1 smaller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_SM">
            <a:extLst>
              <a:ext uri="{FF2B5EF4-FFF2-40B4-BE49-F238E27FC236}">
                <a16:creationId xmlns:a16="http://schemas.microsoft.com/office/drawing/2014/main" id="{3F4EF873-DC0F-4698-BEC2-502DB043AA5C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presentations using short and crisp headings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84F54AF-EED6-486A-9ACA-42061F4AAE9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8353426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DB8BC610-C1B0-4C6A-B5C2-80DA487CE5DE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58115800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ck Title and 1 smaller colum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C8FC9BDE-AACF-FAD9-0569-2308D75B1812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3989B81D-94DE-1159-ADB9-A5A03B074B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6" name="Title_SM">
            <a:extLst>
              <a:ext uri="{FF2B5EF4-FFF2-40B4-BE49-F238E27FC236}">
                <a16:creationId xmlns:a16="http://schemas.microsoft.com/office/drawing/2014/main" id="{3F4EF873-DC0F-4698-BEC2-502DB043AA5C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presentations using short and crisp headings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84F54AF-EED6-486A-9ACA-42061F4AAE9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8353426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DB8BC610-C1B0-4C6A-B5C2-80DA487CE5DE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052150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_SM">
            <a:extLst>
              <a:ext uri="{FF2B5EF4-FFF2-40B4-BE49-F238E27FC236}">
                <a16:creationId xmlns:a16="http://schemas.microsoft.com/office/drawing/2014/main" id="{891BF4C4-9DF9-4D9F-A738-37FBCD45AA68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479425" y="1844675"/>
            <a:ext cx="5472113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Content Placeholder 3"/>
          <p:cNvSpPr>
            <a:spLocks noGrp="1"/>
          </p:cNvSpPr>
          <p:nvPr>
            <p:ph sz="quarter" idx="3" hasCustomPrompt="1"/>
          </p:nvPr>
        </p:nvSpPr>
        <p:spPr>
          <a:xfrm>
            <a:off x="6240463" y="1844674"/>
            <a:ext cx="5472112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53797230-5A6C-4718-8C90-CB9F2709B382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28555630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ck Title and 2 column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105FD79D-9BC3-0408-DF33-0CA55CC3DCDA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D355044D-CD56-AB10-6CA0-CA0669B9060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6" name="Title_SM">
            <a:extLst>
              <a:ext uri="{FF2B5EF4-FFF2-40B4-BE49-F238E27FC236}">
                <a16:creationId xmlns:a16="http://schemas.microsoft.com/office/drawing/2014/main" id="{891BF4C4-9DF9-4D9F-A738-37FBCD45AA68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479425" y="1844675"/>
            <a:ext cx="5472113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Content Placeholder 3"/>
          <p:cNvSpPr>
            <a:spLocks noGrp="1"/>
          </p:cNvSpPr>
          <p:nvPr>
            <p:ph sz="quarter" idx="3" hasCustomPrompt="1"/>
          </p:nvPr>
        </p:nvSpPr>
        <p:spPr>
          <a:xfrm>
            <a:off x="6240463" y="1844674"/>
            <a:ext cx="5472112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53797230-5A6C-4718-8C90-CB9F2709B382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246429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_SM">
            <a:extLst>
              <a:ext uri="{FF2B5EF4-FFF2-40B4-BE49-F238E27FC236}">
                <a16:creationId xmlns:a16="http://schemas.microsoft.com/office/drawing/2014/main" id="{6B686A21-AA96-4B0A-B7CE-F4C6D5D31B32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6" name="Content Placeholder 1"/>
          <p:cNvSpPr>
            <a:spLocks noGrp="1"/>
          </p:cNvSpPr>
          <p:nvPr>
            <p:ph sz="quarter" idx="11" hasCustomPrompt="1"/>
          </p:nvPr>
        </p:nvSpPr>
        <p:spPr>
          <a:xfrm>
            <a:off x="481052" y="1846580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2" hasCustomPrompt="1"/>
          </p:nvPr>
        </p:nvSpPr>
        <p:spPr>
          <a:xfrm>
            <a:off x="4332814" y="1844674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E3794F8-471D-4987-945F-3C29BB03AB4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184575" y="1846580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2C8570FA-FAA3-4EFA-A4F1-01C285AE39DE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70806255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ck Title and 3 column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09FDE7F6-BBC9-8CC3-CB40-B28724FF07BC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D6BED84F-1648-A661-5267-B4AD41FD9C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10" name="Title_SM">
            <a:extLst>
              <a:ext uri="{FF2B5EF4-FFF2-40B4-BE49-F238E27FC236}">
                <a16:creationId xmlns:a16="http://schemas.microsoft.com/office/drawing/2014/main" id="{6B686A21-AA96-4B0A-B7CE-F4C6D5D31B32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6" name="Content Placeholder 1"/>
          <p:cNvSpPr>
            <a:spLocks noGrp="1"/>
          </p:cNvSpPr>
          <p:nvPr>
            <p:ph sz="quarter" idx="11" hasCustomPrompt="1"/>
          </p:nvPr>
        </p:nvSpPr>
        <p:spPr>
          <a:xfrm>
            <a:off x="481052" y="1846580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2" hasCustomPrompt="1"/>
          </p:nvPr>
        </p:nvSpPr>
        <p:spPr>
          <a:xfrm>
            <a:off x="4332814" y="1844674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E3794F8-471D-4987-945F-3C29BB03AB4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184575" y="1846580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2C8570FA-FAA3-4EFA-A4F1-01C285AE39DE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287350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_SM">
            <a:extLst>
              <a:ext uri="{FF2B5EF4-FFF2-40B4-BE49-F238E27FC236}">
                <a16:creationId xmlns:a16="http://schemas.microsoft.com/office/drawing/2014/main" id="{F4D71A67-F349-4E68-B7B8-D53CE323A764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4" name="Content Placeholder 1"/>
          <p:cNvSpPr>
            <a:spLocks noGrp="1"/>
          </p:cNvSpPr>
          <p:nvPr>
            <p:ph sz="quarter" idx="10" hasCustomPrompt="1"/>
          </p:nvPr>
        </p:nvSpPr>
        <p:spPr>
          <a:xfrm>
            <a:off x="479425" y="1844674"/>
            <a:ext cx="2592388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3359149" y="1844674"/>
            <a:ext cx="2592389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12" hasCustomPrompt="1"/>
          </p:nvPr>
        </p:nvSpPr>
        <p:spPr>
          <a:xfrm>
            <a:off x="6240463" y="1844674"/>
            <a:ext cx="2592388" cy="43926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quarter" idx="13" hasCustomPrompt="1"/>
          </p:nvPr>
        </p:nvSpPr>
        <p:spPr>
          <a:xfrm>
            <a:off x="9120188" y="1844674"/>
            <a:ext cx="2592387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A55C34B4-681E-4FDA-A9BB-6BC31D94C8D6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68652261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ck Title and 4 column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D44FC84B-7E22-F949-A48C-665D3900E6CC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E1FC2882-E07D-F2B8-C050-E922C4080D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7" name="Title_SM">
            <a:extLst>
              <a:ext uri="{FF2B5EF4-FFF2-40B4-BE49-F238E27FC236}">
                <a16:creationId xmlns:a16="http://schemas.microsoft.com/office/drawing/2014/main" id="{F4D71A67-F349-4E68-B7B8-D53CE323A764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4" name="Content Placeholder 1"/>
          <p:cNvSpPr>
            <a:spLocks noGrp="1"/>
          </p:cNvSpPr>
          <p:nvPr>
            <p:ph sz="quarter" idx="10" hasCustomPrompt="1"/>
          </p:nvPr>
        </p:nvSpPr>
        <p:spPr>
          <a:xfrm>
            <a:off x="479425" y="1844674"/>
            <a:ext cx="2592388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3359149" y="1844674"/>
            <a:ext cx="2592389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12" hasCustomPrompt="1"/>
          </p:nvPr>
        </p:nvSpPr>
        <p:spPr>
          <a:xfrm>
            <a:off x="6240463" y="1844674"/>
            <a:ext cx="2592388" cy="43926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quarter" idx="13" hasCustomPrompt="1"/>
          </p:nvPr>
        </p:nvSpPr>
        <p:spPr>
          <a:xfrm>
            <a:off x="9120188" y="1844674"/>
            <a:ext cx="2592387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A55C34B4-681E-4FDA-A9BB-6BC31D94C8D6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932489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_SM">
            <a:extLst>
              <a:ext uri="{FF2B5EF4-FFF2-40B4-BE49-F238E27FC236}">
                <a16:creationId xmlns:a16="http://schemas.microsoft.com/office/drawing/2014/main" id="{2C948968-FB06-45CC-8259-6BDE4430EACB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quarter" idx="1" hasCustomPrompt="1"/>
          </p:nvPr>
        </p:nvSpPr>
        <p:spPr>
          <a:xfrm>
            <a:off x="481655" y="1844674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quarter" idx="2" hasCustomPrompt="1"/>
          </p:nvPr>
        </p:nvSpPr>
        <p:spPr>
          <a:xfrm>
            <a:off x="6242694" y="1847723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4" hasCustomPrompt="1"/>
          </p:nvPr>
        </p:nvSpPr>
        <p:spPr>
          <a:xfrm>
            <a:off x="6242694" y="4151955"/>
            <a:ext cx="5472113" cy="2087564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5BD2C41D-0700-4885-AB77-25AFFE4E1FD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1655" y="4152597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549048C1-340D-44C4-857B-1B201EC9A7E7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36670689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ck Title and 4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DCFC6A99-DACF-36D5-6C3E-4DC5345A9049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7AA30C5B-96B9-3D1E-B8FE-49DE04E538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9" name="Title_SM">
            <a:extLst>
              <a:ext uri="{FF2B5EF4-FFF2-40B4-BE49-F238E27FC236}">
                <a16:creationId xmlns:a16="http://schemas.microsoft.com/office/drawing/2014/main" id="{2C948968-FB06-45CC-8259-6BDE4430EACB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quarter" idx="1" hasCustomPrompt="1"/>
          </p:nvPr>
        </p:nvSpPr>
        <p:spPr>
          <a:xfrm>
            <a:off x="481655" y="1844674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quarter" idx="2" hasCustomPrompt="1"/>
          </p:nvPr>
        </p:nvSpPr>
        <p:spPr>
          <a:xfrm>
            <a:off x="6242694" y="1847723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4" hasCustomPrompt="1"/>
          </p:nvPr>
        </p:nvSpPr>
        <p:spPr>
          <a:xfrm>
            <a:off x="6242694" y="4151955"/>
            <a:ext cx="5472113" cy="2087564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5BD2C41D-0700-4885-AB77-25AFFE4E1FD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1655" y="4152597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549048C1-340D-44C4-857B-1B201EC9A7E7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35189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8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_SM">
            <a:extLst>
              <a:ext uri="{FF2B5EF4-FFF2-40B4-BE49-F238E27FC236}">
                <a16:creationId xmlns:a16="http://schemas.microsoft.com/office/drawing/2014/main" id="{99858DC4-E787-41D2-A613-961D60F89117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quarter" idx="1" hasCustomPrompt="1"/>
          </p:nvPr>
        </p:nvSpPr>
        <p:spPr>
          <a:xfrm>
            <a:off x="481560" y="1844675"/>
            <a:ext cx="2592389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quarter" idx="2" hasCustomPrompt="1"/>
          </p:nvPr>
        </p:nvSpPr>
        <p:spPr>
          <a:xfrm>
            <a:off x="6243216" y="1844674"/>
            <a:ext cx="2592387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3"/>
            <a:endParaRPr lang="en-US"/>
          </a:p>
        </p:txBody>
      </p:sp>
      <p:sp>
        <p:nvSpPr>
          <p:cNvPr id="5" name="Content Placeholder 3"/>
          <p:cNvSpPr>
            <a:spLocks noGrp="1"/>
          </p:cNvSpPr>
          <p:nvPr>
            <p:ph sz="quarter" idx="3" hasCustomPrompt="1"/>
          </p:nvPr>
        </p:nvSpPr>
        <p:spPr>
          <a:xfrm>
            <a:off x="481561" y="4151134"/>
            <a:ext cx="2592389" cy="2087563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Content Placeholder 4"/>
          <p:cNvSpPr>
            <a:spLocks noGrp="1"/>
          </p:cNvSpPr>
          <p:nvPr>
            <p:ph sz="quarter" idx="4" hasCustomPrompt="1"/>
          </p:nvPr>
        </p:nvSpPr>
        <p:spPr>
          <a:xfrm>
            <a:off x="6243152" y="4151245"/>
            <a:ext cx="2592387" cy="2086292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1" hasCustomPrompt="1"/>
          </p:nvPr>
        </p:nvSpPr>
        <p:spPr>
          <a:xfrm>
            <a:off x="3359835" y="1844674"/>
            <a:ext cx="2592388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Content Placeholder 6"/>
          <p:cNvSpPr>
            <a:spLocks noGrp="1"/>
          </p:cNvSpPr>
          <p:nvPr>
            <p:ph sz="quarter" idx="10" hasCustomPrompt="1"/>
          </p:nvPr>
        </p:nvSpPr>
        <p:spPr>
          <a:xfrm>
            <a:off x="3361288" y="4151861"/>
            <a:ext cx="2592387" cy="2087563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Content Placeholder 7"/>
          <p:cNvSpPr>
            <a:spLocks noGrp="1"/>
          </p:cNvSpPr>
          <p:nvPr>
            <p:ph sz="quarter" idx="13" hasCustomPrompt="1"/>
          </p:nvPr>
        </p:nvSpPr>
        <p:spPr>
          <a:xfrm>
            <a:off x="9122324" y="1844674"/>
            <a:ext cx="2592387" cy="2089151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3"/>
            <a:endParaRPr lang="en-US"/>
          </a:p>
        </p:txBody>
      </p:sp>
      <p:sp>
        <p:nvSpPr>
          <p:cNvPr id="10" name="Content Placeholder 8"/>
          <p:cNvSpPr>
            <a:spLocks noGrp="1"/>
          </p:cNvSpPr>
          <p:nvPr>
            <p:ph sz="quarter" idx="12" hasCustomPrompt="1"/>
          </p:nvPr>
        </p:nvSpPr>
        <p:spPr>
          <a:xfrm>
            <a:off x="9122324" y="4151861"/>
            <a:ext cx="2592387" cy="2087562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089CBEB5-348B-49F3-8F8B-FDEE08950E37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49249512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ck Title and 8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3573FEDA-98AE-F7E3-43DF-75A830443C4A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7" name="Logo">
            <a:extLst>
              <a:ext uri="{FF2B5EF4-FFF2-40B4-BE49-F238E27FC236}">
                <a16:creationId xmlns:a16="http://schemas.microsoft.com/office/drawing/2014/main" id="{AFF8CACC-7FD5-4CBA-651F-A83C83174B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13" name="Title_SM">
            <a:extLst>
              <a:ext uri="{FF2B5EF4-FFF2-40B4-BE49-F238E27FC236}">
                <a16:creationId xmlns:a16="http://schemas.microsoft.com/office/drawing/2014/main" id="{99858DC4-E787-41D2-A613-961D60F89117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quarter" idx="1" hasCustomPrompt="1"/>
          </p:nvPr>
        </p:nvSpPr>
        <p:spPr>
          <a:xfrm>
            <a:off x="481560" y="1844675"/>
            <a:ext cx="2592389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quarter" idx="2" hasCustomPrompt="1"/>
          </p:nvPr>
        </p:nvSpPr>
        <p:spPr>
          <a:xfrm>
            <a:off x="6243216" y="1844674"/>
            <a:ext cx="2592387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3"/>
            <a:endParaRPr lang="en-US"/>
          </a:p>
        </p:txBody>
      </p:sp>
      <p:sp>
        <p:nvSpPr>
          <p:cNvPr id="5" name="Content Placeholder 3"/>
          <p:cNvSpPr>
            <a:spLocks noGrp="1"/>
          </p:cNvSpPr>
          <p:nvPr>
            <p:ph sz="quarter" idx="3" hasCustomPrompt="1"/>
          </p:nvPr>
        </p:nvSpPr>
        <p:spPr>
          <a:xfrm>
            <a:off x="481561" y="4151134"/>
            <a:ext cx="2592389" cy="2087563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Content Placeholder 4"/>
          <p:cNvSpPr>
            <a:spLocks noGrp="1"/>
          </p:cNvSpPr>
          <p:nvPr>
            <p:ph sz="quarter" idx="4" hasCustomPrompt="1"/>
          </p:nvPr>
        </p:nvSpPr>
        <p:spPr>
          <a:xfrm>
            <a:off x="6243152" y="4151245"/>
            <a:ext cx="2592387" cy="2086292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1" hasCustomPrompt="1"/>
          </p:nvPr>
        </p:nvSpPr>
        <p:spPr>
          <a:xfrm>
            <a:off x="3359835" y="1844674"/>
            <a:ext cx="2592388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Content Placeholder 6"/>
          <p:cNvSpPr>
            <a:spLocks noGrp="1"/>
          </p:cNvSpPr>
          <p:nvPr>
            <p:ph sz="quarter" idx="10" hasCustomPrompt="1"/>
          </p:nvPr>
        </p:nvSpPr>
        <p:spPr>
          <a:xfrm>
            <a:off x="3361288" y="4151861"/>
            <a:ext cx="2592387" cy="2087563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Content Placeholder 7"/>
          <p:cNvSpPr>
            <a:spLocks noGrp="1"/>
          </p:cNvSpPr>
          <p:nvPr>
            <p:ph sz="quarter" idx="13" hasCustomPrompt="1"/>
          </p:nvPr>
        </p:nvSpPr>
        <p:spPr>
          <a:xfrm>
            <a:off x="9122324" y="1844674"/>
            <a:ext cx="2592387" cy="2089151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3"/>
            <a:endParaRPr lang="en-US"/>
          </a:p>
        </p:txBody>
      </p:sp>
      <p:sp>
        <p:nvSpPr>
          <p:cNvPr id="10" name="Content Placeholder 8"/>
          <p:cNvSpPr>
            <a:spLocks noGrp="1"/>
          </p:cNvSpPr>
          <p:nvPr>
            <p:ph sz="quarter" idx="12" hasCustomPrompt="1"/>
          </p:nvPr>
        </p:nvSpPr>
        <p:spPr>
          <a:xfrm>
            <a:off x="9122324" y="4151861"/>
            <a:ext cx="2592387" cy="2087562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089CBEB5-348B-49F3-8F8B-FDEE08950E37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274487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logo end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">
            <a:extLst>
              <a:ext uri="{FF2B5EF4-FFF2-40B4-BE49-F238E27FC236}">
                <a16:creationId xmlns:a16="http://schemas.microsoft.com/office/drawing/2014/main" id="{000C8FCC-57E5-3E43-E21A-B3EDA1DB3E60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6944A971-8DF1-600E-1D36-CB1EC2440F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4177" y="2260680"/>
            <a:ext cx="2119473" cy="2120400"/>
          </a:xfrm>
          <a:prstGeom prst="rect">
            <a:avLst/>
          </a:prstGeom>
        </p:spPr>
      </p:pic>
      <p:sp>
        <p:nvSpPr>
          <p:cNvPr id="2" name="SubTitle_TM">
            <a:extLst>
              <a:ext uri="{FF2B5EF4-FFF2-40B4-BE49-F238E27FC236}">
                <a16:creationId xmlns:a16="http://schemas.microsoft.com/office/drawing/2014/main" id="{FCF1ABC6-0A4C-6C18-E8A5-415153FD00B6}"/>
              </a:ext>
            </a:extLst>
          </p:cNvPr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3074195" y="5004940"/>
            <a:ext cx="6045994" cy="347472"/>
          </a:xfrm>
          <a:prstGeom prst="rect">
            <a:avLst/>
          </a:prstGeom>
        </p:spPr>
        <p:txBody>
          <a:bodyPr rIns="7200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Ericsson Hilda Light" charset="0"/>
              <a:buNone/>
              <a:defRPr sz="20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Use this space for relevant Ericsson URLs or hashtags</a:t>
            </a:r>
          </a:p>
        </p:txBody>
      </p:sp>
    </p:spTree>
    <p:extLst>
      <p:ext uri="{BB962C8B-B14F-4D97-AF65-F5344CB8AC3E}">
        <p14:creationId xmlns:p14="http://schemas.microsoft.com/office/powerpoint/2010/main" val="21605057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bedded charac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9AF35DD-3E5E-42CB-AFA5-5E09E14F72A4}"/>
              </a:ext>
            </a:extLst>
          </p:cNvPr>
          <p:cNvSpPr txBox="1"/>
          <p:nvPr userDrawn="1"/>
        </p:nvSpPr>
        <p:spPr bwMode="auto">
          <a:xfrm>
            <a:off x="479425" y="142897"/>
            <a:ext cx="11233149" cy="6561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Clr>
                <a:schemeClr val="tx1"/>
              </a:buClr>
              <a:buFont typeface="Ericsson Hilda Light" panose="00000400000000000000" pitchFamily="2" charset="0"/>
              <a:buNone/>
            </a:pPr>
            <a:r>
              <a:rPr lang="en-US" sz="1400" b="1">
                <a:solidFill>
                  <a:schemeClr val="tx1"/>
                </a:solidFill>
                <a:latin typeface="+mn-lt"/>
              </a:rPr>
              <a:t>This Master Slide is to ensure that all our characters are embedded with the presentation. Should not be used in a presentation.</a:t>
            </a:r>
            <a:endParaRPr lang="en-US"/>
          </a:p>
          <a:p>
            <a:pPr marL="0" indent="0">
              <a:buClr>
                <a:schemeClr val="tx1"/>
              </a:buClr>
              <a:buFont typeface="Ericsson Hilda Light" panose="00000400000000000000" pitchFamily="2" charset="0"/>
              <a:buNone/>
            </a:pPr>
            <a:endParaRPr lang="en-US" sz="1400" b="1">
              <a:solidFill>
                <a:schemeClr val="tx1"/>
              </a:solidFill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200" u="sng" err="1">
                <a:solidFill>
                  <a:schemeClr val="tx1"/>
                </a:solidFill>
                <a:latin typeface="Ericsson Hilda ExtraLight" panose="00000300000000000000" pitchFamily="2" charset="0"/>
              </a:rPr>
              <a:t>EricssonHilda</a:t>
            </a:r>
            <a:r>
              <a:rPr lang="en-US" sz="1200" u="sng">
                <a:solidFill>
                  <a:schemeClr val="tx1"/>
                </a:solidFill>
                <a:latin typeface="Ericsson Hilda ExtraLight" panose="00000300000000000000" pitchFamily="2" charset="0"/>
              </a:rPr>
              <a:t>(</a:t>
            </a:r>
            <a:r>
              <a:rPr lang="en-US" sz="1200" u="sng" err="1">
                <a:solidFill>
                  <a:schemeClr val="tx1"/>
                </a:solidFill>
                <a:latin typeface="Ericsson Hilda ExtraLight" panose="00000300000000000000" pitchFamily="2" charset="0"/>
              </a:rPr>
              <a:t>ExtraLight</a:t>
            </a:r>
            <a:r>
              <a:rPr lang="en-US" sz="1200" u="sng">
                <a:solidFill>
                  <a:schemeClr val="tx1"/>
                </a:solidFill>
                <a:latin typeface="Ericsson Hilda ExtraLight" panose="00000300000000000000" pitchFamily="2" charset="0"/>
              </a:rPr>
              <a:t>):</a:t>
            </a:r>
            <a:r>
              <a:rPr lang="en-US" sz="1200">
                <a:solidFill>
                  <a:schemeClr val="tx1"/>
                </a:solidFill>
                <a:latin typeface="Ericsson Hilda ExtraLight" panose="00000300000000000000" pitchFamily="2" charset="0"/>
              </a:rPr>
              <a:t>!"#$%&amp;'()*+,./0123456789:;&lt;=&gt;?@ABCDEFGHIJKLMNOPQRSTUVWXYZ[\]^_`</a:t>
            </a:r>
            <a:r>
              <a:rPr lang="en-US" sz="1200" err="1">
                <a:solidFill>
                  <a:schemeClr val="tx1"/>
                </a:solidFill>
                <a:latin typeface="Ericsson Hilda ExtraLight" panose="00000300000000000000" pitchFamily="2" charset="0"/>
              </a:rPr>
              <a:t>abcdefghijklmnopqrstuvwxyz</a:t>
            </a:r>
            <a:r>
              <a:rPr lang="en-US" sz="1200">
                <a:solidFill>
                  <a:schemeClr val="tx1"/>
                </a:solidFill>
                <a:latin typeface="Ericsson Hilda ExtraLight" panose="00000300000000000000" pitchFamily="2" charset="0"/>
              </a:rPr>
              <a:t>{|}~¡¢£¤¥¦§¨©ª«¬®¯°±²³´¶·¸¹º»¼½ÀÁÂÃÄÅÆÇÈËÌÍÎÏÐÑÒÓÔÕÖ×ØÙÚÛÜÝÞßàáâãäåæçèéêëìíîïðñòóôõö÷øùúûüýþÿĀāĂăąĆćĊċ</a:t>
            </a:r>
            <a:r>
              <a:rPr lang="en-US" sz="1200" kern="1200">
                <a:solidFill>
                  <a:schemeClr val="tx1"/>
                </a:solidFill>
                <a:latin typeface="Ericsson Hilda ExtraLight" panose="00000300000000000000" pitchFamily="2" charset="0"/>
                <a:ea typeface="+mn-ea"/>
                <a:cs typeface="+mn-cs"/>
              </a:rPr>
              <a:t>Čč</a:t>
            </a:r>
            <a:r>
              <a:rPr lang="en-US" sz="1200">
                <a:solidFill>
                  <a:schemeClr val="tx1"/>
                </a:solidFill>
                <a:latin typeface="Ericsson Hilda ExtraLight" panose="00000300000000000000" pitchFamily="2" charset="0"/>
              </a:rPr>
              <a:t>ĎďĐđĒĖėĘęĚěĞğĠġĢģĪīĮįİıĶķĹĺĻļĽľŁłŃńŅņŇňŌŐőŒœŔŕŖŗŘřŚśŞşŠšŢţŤťŪūŮůŰűŲųŴŵŶŷŸŹźŻżŽžƒȘșˆˇ˘˙˚˛˜˝</a:t>
            </a:r>
            <a:r>
              <a:rPr lang="en-US" sz="1200" err="1">
                <a:solidFill>
                  <a:schemeClr val="tx1"/>
                </a:solidFill>
                <a:latin typeface="Ericsson Hilda ExtraLight" panose="00000300000000000000" pitchFamily="2" charset="0"/>
              </a:rPr>
              <a:t>ẀẁẃẄẅỲỳ</a:t>
            </a:r>
            <a:r>
              <a:rPr lang="en-US" sz="1200">
                <a:solidFill>
                  <a:schemeClr val="tx1"/>
                </a:solidFill>
                <a:latin typeface="Ericsson Hilda ExtraLight" panose="00000300000000000000" pitchFamily="2" charset="0"/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200" err="1">
                <a:solidFill>
                  <a:schemeClr val="tx1"/>
                </a:solidFill>
                <a:latin typeface="Ericsson Hilda ExtraLight" panose="00000300000000000000" pitchFamily="2" charset="0"/>
              </a:rPr>
              <a:t>ﬁﬂΆΈΉΊΌΎΏΐΑΒΓΕΖΗΘΙΚΛΜΝΞΟΠΡΣΤΥΦΧΨΪΫΆΈΉΊΰ</a:t>
            </a:r>
            <a:r>
              <a:rPr lang="en-US" sz="1200">
                <a:solidFill>
                  <a:schemeClr val="tx1"/>
                </a:solidFill>
                <a:latin typeface="Ericsson Hilda ExtraLight" panose="00000300000000000000" pitchFamily="2" charset="0"/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●</a:t>
            </a: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200" u="sng" err="1">
                <a:solidFill>
                  <a:schemeClr val="tx1"/>
                </a:solidFill>
                <a:latin typeface="+mj-lt"/>
              </a:rPr>
              <a:t>EricssonHilda</a:t>
            </a:r>
            <a:r>
              <a:rPr lang="en-US" sz="1200" u="sng">
                <a:solidFill>
                  <a:schemeClr val="tx1"/>
                </a:solidFill>
                <a:latin typeface="+mj-lt"/>
              </a:rPr>
              <a:t>(Light):</a:t>
            </a:r>
            <a:r>
              <a:rPr lang="en-US" sz="1200">
                <a:solidFill>
                  <a:schemeClr val="tx1"/>
                </a:solidFill>
                <a:latin typeface="+mj-lt"/>
              </a:rPr>
              <a:t>!"#$%&amp;'()*+,./0123456789:;&lt;=&gt;?@ABCDEFGHIJKLMNOPQRSTUVWXYZ[\]^_`</a:t>
            </a:r>
            <a:r>
              <a:rPr lang="en-US" sz="1200" err="1">
                <a:solidFill>
                  <a:schemeClr val="tx1"/>
                </a:solidFill>
                <a:latin typeface="+mj-lt"/>
              </a:rPr>
              <a:t>abcdefghijklmnopqrstuvwxyz</a:t>
            </a:r>
            <a:r>
              <a:rPr lang="en-US" sz="1200">
                <a:solidFill>
                  <a:schemeClr val="tx1"/>
                </a:solidFill>
                <a:latin typeface="+mj-lt"/>
              </a:rPr>
              <a:t>{|}~¡¢£¤¥¦§¨©ª«¬®¯°±²³´¶·¸¹º»¼½ÀÁÂÃÄÅÆÇÈËÌÍÎÏÐÑÒÓÔÕÖ×ØÙÚÛÜÝÞßàáâãäåæçèéêëìíîïðñòóôõö÷øùúûüýþÿĀāĂăąĆćĊċ</a:t>
            </a:r>
            <a:r>
              <a: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Čč</a:t>
            </a:r>
            <a:r>
              <a:rPr lang="en-US" sz="1200">
                <a:solidFill>
                  <a:schemeClr val="tx1"/>
                </a:solidFill>
                <a:latin typeface="+mj-lt"/>
              </a:rPr>
              <a:t>ĎďĐđĒĖėĘęĚěĞğĠġĢģĪīĮįİıĶķĹĺĻļĽľŁłŃńŅņŇňŌŐőŒœŔŕŖŗŘřŚśŞşŠšŢţŤťŪūŮůŰűŲųŴŵŶŷŸŹźŻżŽžƒȘșˆˇ˘˙˚˛˜˝</a:t>
            </a:r>
            <a:r>
              <a:rPr lang="en-US" sz="1200" err="1">
                <a:solidFill>
                  <a:schemeClr val="tx1"/>
                </a:solidFill>
                <a:latin typeface="+mj-lt"/>
              </a:rPr>
              <a:t>ẀẁẃẄẅỲỳ</a:t>
            </a:r>
            <a:r>
              <a:rPr lang="en-US" sz="1200">
                <a:solidFill>
                  <a:schemeClr val="tx1"/>
                </a:solidFill>
                <a:latin typeface="+mj-lt"/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200" err="1">
                <a:solidFill>
                  <a:schemeClr val="tx1"/>
                </a:solidFill>
                <a:latin typeface="+mj-lt"/>
              </a:rPr>
              <a:t>ﬁﬂΆΈΉΊΌΎΏΐΑΒΓΕΖΗΘΙΚΛΜΝΞΟΠΡΣΤΥΦΧΨΪΫΆΈΉΊΰ</a:t>
            </a:r>
            <a:r>
              <a:rPr lang="en-US" sz="1200">
                <a:solidFill>
                  <a:schemeClr val="tx1"/>
                </a:solidFill>
                <a:latin typeface="+mj-lt"/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</a:t>
            </a:r>
            <a:r>
              <a:rPr lang="en-US" sz="1200">
                <a:solidFill>
                  <a:schemeClr val="tx1"/>
                </a:solidFill>
                <a:latin typeface="Ericsson Hilda Light" panose="00000400000000000000" pitchFamily="2" charset="0"/>
              </a:rPr>
              <a:t>●</a:t>
            </a:r>
            <a:endParaRPr lang="en-US" sz="1200">
              <a:solidFill>
                <a:schemeClr val="tx1"/>
              </a:solidFill>
            </a:endParaRPr>
          </a:p>
          <a:p>
            <a:pPr marL="0" indent="0">
              <a:buClr>
                <a:schemeClr val="tx1"/>
              </a:buClr>
              <a:buFont typeface="Ericsson Hilda Light" panose="00000400000000000000" pitchFamily="2" charset="0"/>
              <a:buNone/>
            </a:pPr>
            <a:r>
              <a:rPr lang="en-US" sz="1200" u="sng" err="1">
                <a:solidFill>
                  <a:schemeClr val="tx1"/>
                </a:solidFill>
                <a:latin typeface="+mn-lt"/>
              </a:rPr>
              <a:t>EricssonHilda</a:t>
            </a:r>
            <a:r>
              <a:rPr lang="en-US" sz="1200" u="sng">
                <a:solidFill>
                  <a:schemeClr val="tx1"/>
                </a:solidFill>
                <a:latin typeface="+mn-lt"/>
              </a:rPr>
              <a:t>(Regular):</a:t>
            </a:r>
            <a:r>
              <a:rPr lang="en-US" sz="1200">
                <a:solidFill>
                  <a:schemeClr val="tx1"/>
                </a:solidFill>
                <a:latin typeface="+mn-lt"/>
              </a:rPr>
              <a:t>!"#$%&amp;'()*+,./0123456789:;&lt;=&gt;?@ABCDEFGHIJKLMNOPQRSTUVWXYZ[\]^_`</a:t>
            </a:r>
            <a:r>
              <a:rPr lang="en-US" sz="1200" err="1">
                <a:solidFill>
                  <a:schemeClr val="tx1"/>
                </a:solidFill>
                <a:latin typeface="+mn-lt"/>
              </a:rPr>
              <a:t>abcdefghijklmnopqrstuvwxyz</a:t>
            </a:r>
            <a:r>
              <a:rPr lang="en-US" sz="1200">
                <a:solidFill>
                  <a:schemeClr val="tx1"/>
                </a:solidFill>
                <a:latin typeface="+mn-lt"/>
              </a:rPr>
              <a:t>{|}~¡¢£¤¥¦§¨©ª«¬®¯°±²³´¶·¸¹º»¼½ÀÁÂÃÄÅÆÇÈËÌÍÎÏÐÑÒÓÔÕÖ×ØÙÚÛÜÝÞßàáâãäåæçèéêëìíîïðñòóôõö÷øùúûüýþÿĀāĂăąĆćĊċČčĎďĐđĒĖėĘęĚěĞğĠġĢģĪīĮįİıĶķĹĺĻļĽľŁłŃńŅņŇňŌŐőŒœŔŕŖŗŘřŚśŞşŠšŢţŤťŪūŮůŰűŲųŴŵŶŷŸŹźŻżŽžƒȘșˆˇ˘˙˚˛˜˝</a:t>
            </a:r>
            <a:r>
              <a:rPr lang="en-US" sz="1200" err="1">
                <a:solidFill>
                  <a:schemeClr val="tx1"/>
                </a:solidFill>
                <a:latin typeface="+mn-lt"/>
              </a:rPr>
              <a:t>ẀẁẃẄẅỲỳ</a:t>
            </a:r>
            <a:r>
              <a:rPr lang="en-US" sz="1200">
                <a:solidFill>
                  <a:schemeClr val="tx1"/>
                </a:solidFill>
                <a:latin typeface="+mn-lt"/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200" err="1">
                <a:solidFill>
                  <a:schemeClr val="tx1"/>
                </a:solidFill>
                <a:latin typeface="+mn-lt"/>
              </a:rPr>
              <a:t>ﬁﬂΆΈΉΊΌΎΏΐΑΒΓΕΖΗΘΙΚΛΜΝΞΟΠΡΣΤΥΦΧΨΪΫΆΈΉΊΰ</a:t>
            </a:r>
            <a:r>
              <a:rPr lang="en-US" sz="1200">
                <a:solidFill>
                  <a:schemeClr val="tx1"/>
                </a:solidFill>
                <a:latin typeface="+mn-lt"/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●</a:t>
            </a: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200" b="1" u="sng" err="1">
                <a:solidFill>
                  <a:schemeClr val="tx1"/>
                </a:solidFill>
                <a:latin typeface="+mj-lt"/>
              </a:rPr>
              <a:t>EricssonHildaLight+Bold</a:t>
            </a:r>
            <a:r>
              <a:rPr lang="en-US" sz="1200" b="1" u="sng">
                <a:solidFill>
                  <a:schemeClr val="tx1"/>
                </a:solidFill>
                <a:latin typeface="+mj-lt"/>
              </a:rPr>
              <a:t>(Medium):</a:t>
            </a:r>
            <a:r>
              <a:rPr lang="en-US" sz="1200" b="1">
                <a:solidFill>
                  <a:schemeClr val="tx1"/>
                </a:solidFill>
                <a:latin typeface="+mj-lt"/>
              </a:rPr>
              <a:t>!"#$%&amp;'()*+,./0123456789:;&lt;=&gt;?@ABCDEFGHIJKLMNOPQRSTUVWXYZ[\]^_`</a:t>
            </a:r>
            <a:r>
              <a:rPr lang="en-US" sz="1200" b="1" err="1">
                <a:solidFill>
                  <a:schemeClr val="tx1"/>
                </a:solidFill>
                <a:latin typeface="+mj-lt"/>
              </a:rPr>
              <a:t>abcdefghijklmnopqrstuvwxyz</a:t>
            </a:r>
            <a:r>
              <a:rPr lang="en-US" sz="1200" b="1">
                <a:solidFill>
                  <a:schemeClr val="tx1"/>
                </a:solidFill>
                <a:latin typeface="+mj-lt"/>
              </a:rPr>
              <a:t>{|}~¡¢£¤¥¦§¨©ª«¬®¯°±²³´¶·¸¹º»¼½ÀÁÂÃÄÅÆÇÈËÌÍÎÏÐÑÒÓÔÕÖ×ØÙÚÛÜÝÞßàáâãäåæçèéêëìíîïðñòóôõö÷øùúûüýþÿĀāĂăąĆćĊċ</a:t>
            </a:r>
            <a:r>
              <a:rPr lang="en-US"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Čč</a:t>
            </a:r>
            <a:r>
              <a:rPr lang="en-US" sz="1200" b="1">
                <a:solidFill>
                  <a:schemeClr val="tx1"/>
                </a:solidFill>
                <a:latin typeface="+mj-lt"/>
              </a:rPr>
              <a:t>ĎďĐđĒĖėĘęĚěĞğĠġĢģĪīĮįİıĶķĹĺĻļĽľŁłŃńŅņŇňŌŐőŒœŔŕŖŗŘřŚśŞşŠšŢţŤťŪūŮůŰűŲųŴŵŶŷŸŹźŻżŽžƒȘșˆˇ˘˙˚˛˜˝</a:t>
            </a:r>
            <a:r>
              <a:rPr lang="en-US" sz="1200" b="1" err="1">
                <a:solidFill>
                  <a:schemeClr val="tx1"/>
                </a:solidFill>
                <a:latin typeface="+mj-lt"/>
              </a:rPr>
              <a:t>ẀẁẃẄẅỲỳ</a:t>
            </a:r>
            <a:r>
              <a:rPr lang="en-US" sz="1200" b="1">
                <a:solidFill>
                  <a:schemeClr val="tx1"/>
                </a:solidFill>
                <a:latin typeface="+mj-lt"/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200" b="1" err="1">
                <a:solidFill>
                  <a:schemeClr val="tx1"/>
                </a:solidFill>
                <a:latin typeface="+mj-lt"/>
              </a:rPr>
              <a:t>ﬁﬂΆΈΉΊΌΎΏΐΑΒΓΕΖΗΘΙΚΛΜΝΞΟΠΡΣΤΥΦΧΨΪΫΆΈΉΊΰ</a:t>
            </a:r>
            <a:r>
              <a:rPr lang="en-US" sz="1200" b="1">
                <a:solidFill>
                  <a:schemeClr val="tx1"/>
                </a:solidFill>
                <a:latin typeface="+mj-lt"/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</a:t>
            </a:r>
            <a:r>
              <a:rPr lang="en-US" sz="1200" b="1">
                <a:solidFill>
                  <a:schemeClr val="tx1"/>
                </a:solidFill>
                <a:latin typeface="Ericsson Hilda Light" panose="00000400000000000000" pitchFamily="2" charset="0"/>
              </a:rPr>
              <a:t>●</a:t>
            </a:r>
            <a:endParaRPr lang="en-US" sz="1200" b="1">
              <a:solidFill>
                <a:schemeClr val="tx1"/>
              </a:solidFill>
              <a:latin typeface="+mj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200" b="1" u="sng" err="1">
                <a:solidFill>
                  <a:schemeClr val="tx1"/>
                </a:solidFill>
                <a:latin typeface="+mn-lt"/>
              </a:rPr>
              <a:t>EricssonHilda+Bold</a:t>
            </a:r>
            <a:r>
              <a:rPr lang="en-US" sz="1200" b="1" u="sng">
                <a:solidFill>
                  <a:schemeClr val="tx1"/>
                </a:solidFill>
                <a:latin typeface="+mn-lt"/>
              </a:rPr>
              <a:t>(Bold):</a:t>
            </a:r>
            <a:r>
              <a:rPr lang="en-US" sz="1200" b="1">
                <a:solidFill>
                  <a:schemeClr val="tx1"/>
                </a:solidFill>
                <a:latin typeface="+mn-lt"/>
              </a:rPr>
              <a:t>!"#$%&amp;'()*+,./0123456789:;&lt;=&gt;?@ABCDEFGHIJKLMNOPQRSTUVWXYZ[\]^_`</a:t>
            </a:r>
            <a:r>
              <a:rPr lang="en-US" sz="1200" b="1" err="1">
                <a:solidFill>
                  <a:schemeClr val="tx1"/>
                </a:solidFill>
                <a:latin typeface="+mn-lt"/>
              </a:rPr>
              <a:t>abcdefghijklmnopqrstuvwxyz</a:t>
            </a:r>
            <a:r>
              <a:rPr lang="en-US" sz="1200" b="1">
                <a:solidFill>
                  <a:schemeClr val="tx1"/>
                </a:solidFill>
                <a:latin typeface="+mn-lt"/>
              </a:rPr>
              <a:t>{|}~¡¢£¤¥¦§¨©ª«¬®¯°±²³´¶·¸¹º»¼½ÀÁÂÃÄÅÆÇÈËÌÍÎÏÐÑÒÓÔÕÖ×ØÙÚÛÜÝÞßàáâãäåæçèéêëìíîïðñòóôõö÷øùúûüýþÿĀāĂăąĆćĊċČčĎďĐđĒĖėĘęĚěĞğĠġĢģĪīĮįİıĶķĹĺĻļĽľŁłŃńŅņŇňŌŐőŒœŔŕŖŗŘřŚśŞşŠšŢţŤťŪūŮůŰűŲųŴŵŶŷŸŹźŻżŽžƒȘșˆˇ˘˙˚˛˜˝</a:t>
            </a:r>
            <a:r>
              <a:rPr lang="en-US" sz="1200" b="1" err="1">
                <a:solidFill>
                  <a:schemeClr val="tx1"/>
                </a:solidFill>
                <a:latin typeface="+mn-lt"/>
              </a:rPr>
              <a:t>ẀẁẃẄẅỲỳ</a:t>
            </a:r>
            <a:r>
              <a:rPr lang="en-US" sz="1200" b="1">
                <a:solidFill>
                  <a:schemeClr val="tx1"/>
                </a:solidFill>
                <a:latin typeface="+mn-lt"/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200" b="1" err="1">
                <a:solidFill>
                  <a:schemeClr val="tx1"/>
                </a:solidFill>
                <a:latin typeface="+mn-lt"/>
              </a:rPr>
              <a:t>ﬁﬂΆΈΉΊΌΎΏΐΑΒΓΕΖΗΘΙΚΛΜΝΞΟΠΡΣΤΥΦΧΨΪΫΆΈΉΊΰ</a:t>
            </a:r>
            <a:r>
              <a:rPr lang="en-US" sz="1200" b="1">
                <a:solidFill>
                  <a:schemeClr val="tx1"/>
                </a:solidFill>
                <a:latin typeface="+mn-lt"/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 ●</a:t>
            </a: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200" b="0" u="sng" err="1">
                <a:solidFill>
                  <a:schemeClr val="tx1"/>
                </a:solidFill>
                <a:latin typeface="Ericsson Hilda ExtraBold" panose="00000900000000000000" pitchFamily="2" charset="0"/>
              </a:rPr>
              <a:t>EricssonHilda</a:t>
            </a:r>
            <a:r>
              <a:rPr lang="en-US" sz="1200" b="0" u="sng">
                <a:solidFill>
                  <a:schemeClr val="tx1"/>
                </a:solidFill>
                <a:latin typeface="Ericsson Hilda ExtraBold" panose="00000900000000000000" pitchFamily="2" charset="0"/>
              </a:rPr>
              <a:t>(</a:t>
            </a:r>
            <a:r>
              <a:rPr lang="en-US" sz="1200" b="0" u="sng" err="1">
                <a:solidFill>
                  <a:schemeClr val="tx1"/>
                </a:solidFill>
                <a:latin typeface="Ericsson Hilda ExtraBold" panose="00000900000000000000" pitchFamily="2" charset="0"/>
              </a:rPr>
              <a:t>ExtraBold</a:t>
            </a:r>
            <a:r>
              <a:rPr lang="en-US" sz="1200" b="0" u="sng">
                <a:solidFill>
                  <a:schemeClr val="tx1"/>
                </a:solidFill>
                <a:latin typeface="Ericsson Hilda ExtraBold" panose="00000900000000000000" pitchFamily="2" charset="0"/>
              </a:rPr>
              <a:t>):</a:t>
            </a:r>
            <a:r>
              <a:rPr lang="en-US" sz="1200" b="0">
                <a:solidFill>
                  <a:schemeClr val="tx1"/>
                </a:solidFill>
                <a:latin typeface="Ericsson Hilda ExtraBold" panose="00000900000000000000" pitchFamily="2" charset="0"/>
              </a:rPr>
              <a:t>!"#$%&amp;'()*+,./0123456789:;&lt;=&gt;?@ABCDEFGHIJKLMNOPQRSTUVWXYZ[\]^_`</a:t>
            </a:r>
            <a:r>
              <a:rPr lang="en-US" sz="1200" b="0" err="1">
                <a:solidFill>
                  <a:schemeClr val="tx1"/>
                </a:solidFill>
                <a:latin typeface="Ericsson Hilda ExtraBold" panose="00000900000000000000" pitchFamily="2" charset="0"/>
              </a:rPr>
              <a:t>abcdefghijklmnopqrstuvwxyz</a:t>
            </a:r>
            <a:r>
              <a:rPr lang="en-US" sz="1200" b="0">
                <a:solidFill>
                  <a:schemeClr val="tx1"/>
                </a:solidFill>
                <a:latin typeface="Ericsson Hilda ExtraBold" panose="00000900000000000000" pitchFamily="2" charset="0"/>
              </a:rPr>
              <a:t>{|}~¡¢£¤¥¦§¨©ª«¬®¯°±²³´¶·¸¹º»¼½ÀÁÂÃÄÅÆÇÈËÌÍÎÏÐÑÒÓÔÕÖ×ØÙÚÛÜÝÞßàáâãäåæçèéêëìíîïðñòóôõö÷øùúûüýþÿĀāĂăąĆćĊċ</a:t>
            </a:r>
            <a:r>
              <a:rPr lang="en-US" sz="1200" b="0" kern="1200">
                <a:solidFill>
                  <a:schemeClr val="tx1"/>
                </a:solidFill>
                <a:latin typeface="Ericsson Hilda ExtraBold" panose="00000900000000000000" pitchFamily="2" charset="0"/>
                <a:ea typeface="+mn-ea"/>
                <a:cs typeface="+mn-cs"/>
              </a:rPr>
              <a:t>Čč</a:t>
            </a:r>
            <a:r>
              <a:rPr lang="en-US" sz="1200" b="0">
                <a:solidFill>
                  <a:schemeClr val="tx1"/>
                </a:solidFill>
                <a:latin typeface="Ericsson Hilda ExtraBold" panose="00000900000000000000" pitchFamily="2" charset="0"/>
              </a:rPr>
              <a:t>ĎďĐđĒĖėĘęĚěĞğĠġĢģĪīĮįİıĶķĹĺĻļĽľŁłŃńŅņŇňŌŐőŒœŔŕŖŗŘřŚśŞşŠšŢţŤťŪūŮůŰűŲųŴŵŶŷŸŹźŻżŽžƒȘșˆˇ˘˙˚˛˜˝</a:t>
            </a:r>
            <a:r>
              <a:rPr lang="en-US" sz="1200" b="0" err="1">
                <a:solidFill>
                  <a:schemeClr val="tx1"/>
                </a:solidFill>
                <a:latin typeface="Ericsson Hilda ExtraBold" panose="00000900000000000000" pitchFamily="2" charset="0"/>
              </a:rPr>
              <a:t>ẀẁẃẄẅỲỳ</a:t>
            </a:r>
            <a:r>
              <a:rPr lang="en-US" sz="1200" b="0">
                <a:solidFill>
                  <a:schemeClr val="tx1"/>
                </a:solidFill>
                <a:latin typeface="Ericsson Hilda ExtraBold" panose="00000900000000000000" pitchFamily="2" charset="0"/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200" b="0" err="1">
                <a:solidFill>
                  <a:schemeClr val="tx1"/>
                </a:solidFill>
                <a:latin typeface="Ericsson Hilda ExtraBold" panose="00000900000000000000" pitchFamily="2" charset="0"/>
              </a:rPr>
              <a:t>ﬁﬂΆΈΉΊΌΎΏΐΑΒΓΕΖΗΘΙΚΛΜΝΞΟΠΡΣΤΥΦΧΨΪΫΆΈΉΊΰ</a:t>
            </a:r>
            <a:r>
              <a:rPr lang="en-US" sz="1200" b="0">
                <a:solidFill>
                  <a:schemeClr val="tx1"/>
                </a:solidFill>
                <a:latin typeface="Ericsson Hilda ExtraBold" panose="00000900000000000000" pitchFamily="2" charset="0"/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●</a:t>
            </a: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endParaRPr lang="en-US" sz="1200" b="1">
              <a:solidFill>
                <a:schemeClr val="tx1"/>
              </a:solidFill>
              <a:latin typeface="Ericsson Technical Icons" panose="000005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200" b="1">
                <a:solidFill>
                  <a:schemeClr val="tx1"/>
                </a:solidFill>
                <a:latin typeface="Ericsson Technical Icons" panose="00000500000000000000" pitchFamily="2" charset="0"/>
              </a:rPr>
              <a:t>B C D F G H I L M O P R S W X b c d f g h I l m o p r s w x</a:t>
            </a:r>
            <a:endParaRPr lang="en-US" sz="1200" b="1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39700383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DEF47-A155-4815-8E3B-40C762847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D7BA25-551C-447C-A896-CC8080E6E7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DA6C5-3BB4-4AB0-91A2-43BA454CE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srgbClr val="001155"/>
              </a:solidFill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E6DE01-2FF0-4867-B3DB-3EC281373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srgbClr val="001155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2FE546-C229-4940-81D2-FAE4B25A3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F62096F-0B2A-43BE-BAC2-156D1E5A22B7}" type="slidenum">
              <a:rPr lang="en-US" smtClean="0">
                <a:solidFill>
                  <a:srgbClr val="001155"/>
                </a:solidFill>
                <a:cs typeface="+mn-cs"/>
              </a:rPr>
              <a:pPr>
                <a:defRPr/>
              </a:pPr>
              <a:t>‹Nº›</a:t>
            </a:fld>
            <a:endParaRPr lang="en-US">
              <a:solidFill>
                <a:srgbClr val="001155"/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9255593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a23aef9-865f-46e0-9feb-85e9b06e34f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4" y="476250"/>
            <a:ext cx="8353425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5" name="FirstDividerHider">
            <a:extLst>
              <a:ext uri="{FF2B5EF4-FFF2-40B4-BE49-F238E27FC236}">
                <a16:creationId xmlns:a16="http://schemas.microsoft.com/office/drawing/2014/main" id="{CA0A38D4-B093-4CE6-9935-648A137BFECE}"/>
              </a:ext>
            </a:extLst>
          </p:cNvPr>
          <p:cNvSpPr/>
          <p:nvPr userDrawn="1"/>
        </p:nvSpPr>
        <p:spPr bwMode="auto">
          <a:xfrm>
            <a:off x="396000" y="6408751"/>
            <a:ext cx="79513" cy="262393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357188" marR="0" indent="-357188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Ericsson Hilda" panose="00000500000000000000" pitchFamily="2" charset="0"/>
              <a:buChar char="—"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26405480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0f26b25-7c56-47e9-8e69-7c9c8de371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4" y="476250"/>
            <a:ext cx="8353425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5" name="FirstDividerHider">
            <a:extLst>
              <a:ext uri="{FF2B5EF4-FFF2-40B4-BE49-F238E27FC236}">
                <a16:creationId xmlns:a16="http://schemas.microsoft.com/office/drawing/2014/main" id="{CA0A38D4-B093-4CE6-9935-648A137BFECE}"/>
              </a:ext>
            </a:extLst>
          </p:cNvPr>
          <p:cNvSpPr/>
          <p:nvPr userDrawn="1"/>
        </p:nvSpPr>
        <p:spPr bwMode="auto">
          <a:xfrm>
            <a:off x="396000" y="6408751"/>
            <a:ext cx="79513" cy="262393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357188" marR="0" indent="-357188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Ericsson Hilda" panose="00000500000000000000" pitchFamily="2" charset="0"/>
              <a:buChar char="—"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52242660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Title_TM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479425" y="476250"/>
            <a:ext cx="8353426" cy="3457576"/>
          </a:xfrm>
        </p:spPr>
        <p:txBody>
          <a:bodyPr/>
          <a:lstStyle>
            <a:lvl1pPr>
              <a:lnSpc>
                <a:spcPct val="85000"/>
              </a:lnSpc>
              <a:defRPr sz="8000" b="0" kern="1400" spc="-16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Title/cover page,   Ericsson Hilda Light 80pt, max 3-lines</a:t>
            </a:r>
          </a:p>
        </p:txBody>
      </p:sp>
      <p:sp>
        <p:nvSpPr>
          <p:cNvPr id="22530" name="SubTitle_TM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79425" y="4149725"/>
            <a:ext cx="5472114" cy="2087563"/>
          </a:xfrm>
          <a:prstGeom prst="rect">
            <a:avLst/>
          </a:prstGeom>
        </p:spPr>
        <p:txBody>
          <a:bodyPr lIns="7200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Ericsson Hilda Light" charset="0"/>
              <a:buNone/>
              <a:defRPr sz="20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Description/subtitle/speaker…</a:t>
            </a:r>
            <a:br>
              <a:rPr lang="en-US"/>
            </a:br>
            <a:r>
              <a:rPr lang="en-US"/>
              <a:t>Ericsson Hilda Black 20pt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6240463" y="6264000"/>
            <a:ext cx="1910479" cy="262800"/>
          </a:xfrm>
          <a:prstGeom prst="rect">
            <a:avLst/>
          </a:prstGeom>
        </p:spPr>
        <p:txBody>
          <a:bodyPr wrap="none" tIns="0" bIns="0" anchor="ctr" anchorCtr="0"/>
          <a:lstStyle>
            <a:lvl1pPr marL="0" indent="0" algn="r">
              <a:buNone/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Speaker name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1" hasCustomPrompt="1"/>
          </p:nvPr>
        </p:nvSpPr>
        <p:spPr>
          <a:xfrm>
            <a:off x="8229600" y="6264000"/>
            <a:ext cx="2515041" cy="26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 rIns="0" bIns="0" anchor="ctr" anchorCtr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Organization</a:t>
            </a:r>
          </a:p>
        </p:txBody>
      </p:sp>
      <p:sp>
        <p:nvSpPr>
          <p:cNvPr id="15" name="Content Placeholder 11"/>
          <p:cNvSpPr>
            <a:spLocks noGrp="1"/>
          </p:cNvSpPr>
          <p:nvPr>
            <p:ph sz="quarter" idx="12" hasCustomPrompt="1"/>
          </p:nvPr>
        </p:nvSpPr>
        <p:spPr>
          <a:xfrm>
            <a:off x="10811951" y="6264000"/>
            <a:ext cx="897503" cy="26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0" anchor="ctr" anchorCtr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YYYY-MM-DD</a:t>
            </a:r>
          </a:p>
        </p:txBody>
      </p:sp>
    </p:spTree>
    <p:extLst>
      <p:ext uri="{BB962C8B-B14F-4D97-AF65-F5344CB8AC3E}">
        <p14:creationId xmlns:p14="http://schemas.microsoft.com/office/powerpoint/2010/main" val="2032059171"/>
      </p:ext>
    </p:extLst>
  </p:cSld>
  <p:clrMapOvr>
    <a:masterClrMapping/>
  </p:clrMapOvr>
  <p:hf sldNum="0" hdr="0" ftr="0"/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8643720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6869961-F931-4F1E-9FB3-8587EBA3F36F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D9DB7BA-3A2F-46BA-A617-2A049434CD62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93088" y="476251"/>
            <a:ext cx="256032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5382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4" y="476250"/>
            <a:ext cx="8353425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</p:spTree>
    <p:extLst>
      <p:ext uri="{BB962C8B-B14F-4D97-AF65-F5344CB8AC3E}">
        <p14:creationId xmlns:p14="http://schemas.microsoft.com/office/powerpoint/2010/main" val="938920930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1052195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1844675"/>
            <a:ext cx="11233150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754863238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1 smaller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_SM">
            <a:extLst>
              <a:ext uri="{FF2B5EF4-FFF2-40B4-BE49-F238E27FC236}">
                <a16:creationId xmlns:a16="http://schemas.microsoft.com/office/drawing/2014/main" id="{3F4EF873-DC0F-4698-BEC2-502DB043AA5C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presentations using short and crisp headings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84F54AF-EED6-486A-9ACA-42061F4AAE9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8353426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766544867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1 rows +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_SM">
            <a:extLst>
              <a:ext uri="{FF2B5EF4-FFF2-40B4-BE49-F238E27FC236}">
                <a16:creationId xmlns:a16="http://schemas.microsoft.com/office/drawing/2014/main" id="{891BF4C4-9DF9-4D9F-A738-37FBCD45AA68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479425" y="1844675"/>
            <a:ext cx="5472113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Content Placeholder 3"/>
          <p:cNvSpPr>
            <a:spLocks noGrp="1"/>
          </p:cNvSpPr>
          <p:nvPr>
            <p:ph sz="quarter" idx="3" hasCustomPrompt="1"/>
          </p:nvPr>
        </p:nvSpPr>
        <p:spPr>
          <a:xfrm>
            <a:off x="6240463" y="1844674"/>
            <a:ext cx="5472112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010286933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1 rows +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_SM">
            <a:extLst>
              <a:ext uri="{FF2B5EF4-FFF2-40B4-BE49-F238E27FC236}">
                <a16:creationId xmlns:a16="http://schemas.microsoft.com/office/drawing/2014/main" id="{6B686A21-AA96-4B0A-B7CE-F4C6D5D31B32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6" name="Content Placeholder 1"/>
          <p:cNvSpPr>
            <a:spLocks noGrp="1"/>
          </p:cNvSpPr>
          <p:nvPr>
            <p:ph sz="quarter" idx="11" hasCustomPrompt="1"/>
          </p:nvPr>
        </p:nvSpPr>
        <p:spPr>
          <a:xfrm>
            <a:off x="481052" y="1846580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2" hasCustomPrompt="1"/>
          </p:nvPr>
        </p:nvSpPr>
        <p:spPr>
          <a:xfrm>
            <a:off x="4332814" y="1844674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E3794F8-471D-4987-945F-3C29BB03AB4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184575" y="1846580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484594709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1 rows +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_SM">
            <a:extLst>
              <a:ext uri="{FF2B5EF4-FFF2-40B4-BE49-F238E27FC236}">
                <a16:creationId xmlns:a16="http://schemas.microsoft.com/office/drawing/2014/main" id="{F4D71A67-F349-4E68-B7B8-D53CE323A764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4" name="Content Placeholder 1"/>
          <p:cNvSpPr>
            <a:spLocks noGrp="1"/>
          </p:cNvSpPr>
          <p:nvPr>
            <p:ph sz="quarter" idx="10" hasCustomPrompt="1"/>
          </p:nvPr>
        </p:nvSpPr>
        <p:spPr>
          <a:xfrm>
            <a:off x="479425" y="1844674"/>
            <a:ext cx="2592388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3359149" y="1844674"/>
            <a:ext cx="2592389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12" hasCustomPrompt="1"/>
          </p:nvPr>
        </p:nvSpPr>
        <p:spPr>
          <a:xfrm>
            <a:off x="6240463" y="1844674"/>
            <a:ext cx="2592388" cy="43926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quarter" idx="13" hasCustomPrompt="1"/>
          </p:nvPr>
        </p:nvSpPr>
        <p:spPr>
          <a:xfrm>
            <a:off x="9120188" y="1844674"/>
            <a:ext cx="2592387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684605331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ím és 4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_SM">
            <a:extLst>
              <a:ext uri="{FF2B5EF4-FFF2-40B4-BE49-F238E27FC236}">
                <a16:creationId xmlns:a16="http://schemas.microsoft.com/office/drawing/2014/main" id="{2C948968-FB06-45CC-8259-6BDE4430EACB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quarter" idx="1" hasCustomPrompt="1"/>
          </p:nvPr>
        </p:nvSpPr>
        <p:spPr>
          <a:xfrm>
            <a:off x="481655" y="1844674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quarter" idx="2" hasCustomPrompt="1"/>
          </p:nvPr>
        </p:nvSpPr>
        <p:spPr>
          <a:xfrm>
            <a:off x="6242694" y="1847723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4" hasCustomPrompt="1"/>
          </p:nvPr>
        </p:nvSpPr>
        <p:spPr>
          <a:xfrm>
            <a:off x="6242694" y="4151955"/>
            <a:ext cx="5472113" cy="2087564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5BD2C41D-0700-4885-AB77-25AFFE4E1FD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1655" y="4152597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080184391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8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_SM">
            <a:extLst>
              <a:ext uri="{FF2B5EF4-FFF2-40B4-BE49-F238E27FC236}">
                <a16:creationId xmlns:a16="http://schemas.microsoft.com/office/drawing/2014/main" id="{99858DC4-E787-41D2-A613-961D60F89117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quarter" idx="1" hasCustomPrompt="1"/>
          </p:nvPr>
        </p:nvSpPr>
        <p:spPr>
          <a:xfrm>
            <a:off x="481560" y="1844675"/>
            <a:ext cx="2592389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quarter" idx="2" hasCustomPrompt="1"/>
          </p:nvPr>
        </p:nvSpPr>
        <p:spPr>
          <a:xfrm>
            <a:off x="6243216" y="1844674"/>
            <a:ext cx="2592387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3"/>
            <a:endParaRPr lang="en-US"/>
          </a:p>
        </p:txBody>
      </p:sp>
      <p:sp>
        <p:nvSpPr>
          <p:cNvPr id="5" name="Content Placeholder 3"/>
          <p:cNvSpPr>
            <a:spLocks noGrp="1"/>
          </p:cNvSpPr>
          <p:nvPr>
            <p:ph sz="quarter" idx="3" hasCustomPrompt="1"/>
          </p:nvPr>
        </p:nvSpPr>
        <p:spPr>
          <a:xfrm>
            <a:off x="481561" y="4151134"/>
            <a:ext cx="2592389" cy="2087563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Content Placeholder 4"/>
          <p:cNvSpPr>
            <a:spLocks noGrp="1"/>
          </p:cNvSpPr>
          <p:nvPr>
            <p:ph sz="quarter" idx="4" hasCustomPrompt="1"/>
          </p:nvPr>
        </p:nvSpPr>
        <p:spPr>
          <a:xfrm>
            <a:off x="6243152" y="4151245"/>
            <a:ext cx="2592387" cy="2086292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1" hasCustomPrompt="1"/>
          </p:nvPr>
        </p:nvSpPr>
        <p:spPr>
          <a:xfrm>
            <a:off x="3359835" y="1844674"/>
            <a:ext cx="2592388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Content Placeholder 6"/>
          <p:cNvSpPr>
            <a:spLocks noGrp="1"/>
          </p:cNvSpPr>
          <p:nvPr>
            <p:ph sz="quarter" idx="10" hasCustomPrompt="1"/>
          </p:nvPr>
        </p:nvSpPr>
        <p:spPr>
          <a:xfrm>
            <a:off x="3361288" y="4151861"/>
            <a:ext cx="2592387" cy="2087563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Content Placeholder 7"/>
          <p:cNvSpPr>
            <a:spLocks noGrp="1"/>
          </p:cNvSpPr>
          <p:nvPr>
            <p:ph sz="quarter" idx="13" hasCustomPrompt="1"/>
          </p:nvPr>
        </p:nvSpPr>
        <p:spPr>
          <a:xfrm>
            <a:off x="9122324" y="1844674"/>
            <a:ext cx="2592387" cy="2089151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3"/>
            <a:endParaRPr lang="en-US"/>
          </a:p>
        </p:txBody>
      </p:sp>
      <p:sp>
        <p:nvSpPr>
          <p:cNvPr id="10" name="Content Placeholder 8"/>
          <p:cNvSpPr>
            <a:spLocks noGrp="1"/>
          </p:cNvSpPr>
          <p:nvPr>
            <p:ph sz="quarter" idx="12" hasCustomPrompt="1"/>
          </p:nvPr>
        </p:nvSpPr>
        <p:spPr>
          <a:xfrm>
            <a:off x="9122324" y="4151861"/>
            <a:ext cx="2592387" cy="2087562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923655188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logo 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_TM">
            <a:extLst>
              <a:ext uri="{FF2B5EF4-FFF2-40B4-BE49-F238E27FC236}">
                <a16:creationId xmlns:a16="http://schemas.microsoft.com/office/drawing/2014/main" id="{B200748E-0B61-48E1-8B47-504C30250995}"/>
              </a:ext>
            </a:extLst>
          </p:cNvPr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3071813" y="4309200"/>
            <a:ext cx="6048375" cy="347472"/>
          </a:xfrm>
          <a:prstGeom prst="rect">
            <a:avLst/>
          </a:prstGeom>
        </p:spPr>
        <p:txBody>
          <a:bodyPr rIns="7200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Ericsson Hilda Light" charset="0"/>
              <a:buNone/>
              <a:defRPr sz="20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Use this space for relevant Ericsson URLs or hashtags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979B00C-7C1F-4F17-8D52-31D787A1234A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06895" y="2854112"/>
            <a:ext cx="1163145" cy="1163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238723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bedded charac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9AF35DD-3E5E-42CB-AFA5-5E09E14F72A4}"/>
              </a:ext>
            </a:extLst>
          </p:cNvPr>
          <p:cNvSpPr txBox="1"/>
          <p:nvPr userDrawn="1"/>
        </p:nvSpPr>
        <p:spPr bwMode="auto">
          <a:xfrm>
            <a:off x="479425" y="142897"/>
            <a:ext cx="11233149" cy="6561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Clr>
                <a:schemeClr val="tx1"/>
              </a:buClr>
              <a:buFont typeface="Ericsson Hilda Light" panose="00000400000000000000" pitchFamily="2" charset="0"/>
              <a:buNone/>
            </a:pPr>
            <a:r>
              <a:rPr lang="en-US" sz="1400" b="1">
                <a:solidFill>
                  <a:schemeClr val="tx1"/>
                </a:solidFill>
                <a:latin typeface="+mn-lt"/>
              </a:rPr>
              <a:t>This Master Slide is to ensure that all our characters are embedded with the presentation. Should not be used in a presentation.</a:t>
            </a:r>
            <a:endParaRPr lang="en-US"/>
          </a:p>
          <a:p>
            <a:pPr marL="0" indent="0">
              <a:buClr>
                <a:schemeClr val="tx1"/>
              </a:buClr>
              <a:buFont typeface="Ericsson Hilda Light" panose="00000400000000000000" pitchFamily="2" charset="0"/>
              <a:buNone/>
            </a:pPr>
            <a:endParaRPr lang="en-US" sz="1400" b="1">
              <a:solidFill>
                <a:schemeClr val="tx1"/>
              </a:solidFill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200" u="sng" err="1">
                <a:solidFill>
                  <a:schemeClr val="tx1"/>
                </a:solidFill>
                <a:latin typeface="Ericsson Hilda ExtraLight" panose="00000300000000000000" pitchFamily="2" charset="0"/>
              </a:rPr>
              <a:t>EricssonHilda</a:t>
            </a:r>
            <a:r>
              <a:rPr lang="en-US" sz="1200" u="sng">
                <a:solidFill>
                  <a:schemeClr val="tx1"/>
                </a:solidFill>
                <a:latin typeface="Ericsson Hilda ExtraLight" panose="00000300000000000000" pitchFamily="2" charset="0"/>
              </a:rPr>
              <a:t>(</a:t>
            </a:r>
            <a:r>
              <a:rPr lang="en-US" sz="1200" u="sng" err="1">
                <a:solidFill>
                  <a:schemeClr val="tx1"/>
                </a:solidFill>
                <a:latin typeface="Ericsson Hilda ExtraLight" panose="00000300000000000000" pitchFamily="2" charset="0"/>
              </a:rPr>
              <a:t>ExtraLight</a:t>
            </a:r>
            <a:r>
              <a:rPr lang="en-US" sz="1200" u="sng">
                <a:solidFill>
                  <a:schemeClr val="tx1"/>
                </a:solidFill>
                <a:latin typeface="Ericsson Hilda ExtraLight" panose="00000300000000000000" pitchFamily="2" charset="0"/>
              </a:rPr>
              <a:t>):</a:t>
            </a:r>
            <a:r>
              <a:rPr lang="en-US" sz="1200">
                <a:solidFill>
                  <a:schemeClr val="tx1"/>
                </a:solidFill>
                <a:latin typeface="Ericsson Hilda ExtraLight" panose="00000300000000000000" pitchFamily="2" charset="0"/>
              </a:rPr>
              <a:t>!"#$%&amp;'()*+,./0123456789:;&lt;=&gt;?@ABCDEFGHIJKLMNOPQRSTUVWXYZ[\]^_`</a:t>
            </a:r>
            <a:r>
              <a:rPr lang="en-US" sz="1200" err="1">
                <a:solidFill>
                  <a:schemeClr val="tx1"/>
                </a:solidFill>
                <a:latin typeface="Ericsson Hilda ExtraLight" panose="00000300000000000000" pitchFamily="2" charset="0"/>
              </a:rPr>
              <a:t>abcdefghijklmnopqrstuvwxyz</a:t>
            </a:r>
            <a:r>
              <a:rPr lang="en-US" sz="1200">
                <a:solidFill>
                  <a:schemeClr val="tx1"/>
                </a:solidFill>
                <a:latin typeface="Ericsson Hilda ExtraLight" panose="00000300000000000000" pitchFamily="2" charset="0"/>
              </a:rPr>
              <a:t>{|}~¡¢£¤¥¦§¨©ª«¬®¯°±²³´¶·¸¹º»¼½ÀÁÂÃÄÅÆÇÈËÌÍÎÏÐÑÒÓÔÕÖ×ØÙÚÛÜÝÞßàáâãäåæçèéêëìíîïðñòóôõö÷øùúûüýþÿĀāĂăąĆćĊċ</a:t>
            </a:r>
            <a:r>
              <a:rPr lang="en-US" sz="1200" kern="1200">
                <a:solidFill>
                  <a:schemeClr val="tx1"/>
                </a:solidFill>
                <a:latin typeface="Ericsson Hilda ExtraLight" panose="00000300000000000000" pitchFamily="2" charset="0"/>
                <a:ea typeface="+mn-ea"/>
                <a:cs typeface="+mn-cs"/>
              </a:rPr>
              <a:t>Čč</a:t>
            </a:r>
            <a:r>
              <a:rPr lang="en-US" sz="1200">
                <a:solidFill>
                  <a:schemeClr val="tx1"/>
                </a:solidFill>
                <a:latin typeface="Ericsson Hilda ExtraLight" panose="00000300000000000000" pitchFamily="2" charset="0"/>
              </a:rPr>
              <a:t>ĎďĐđĒĖėĘęĚěĞğĠġĢģĪīĮįİıĶķĹĺĻļĽľŁłŃńŅņŇňŌŐőŒœŔŕŖŗŘřŚśŞşŠšŢţŤťŪūŮůŰűŲųŴŵŶŷŸŹźŻżŽžƒȘșˆˇ˘˙˚˛˜˝</a:t>
            </a:r>
            <a:r>
              <a:rPr lang="en-US" sz="1200" err="1">
                <a:solidFill>
                  <a:schemeClr val="tx1"/>
                </a:solidFill>
                <a:latin typeface="Ericsson Hilda ExtraLight" panose="00000300000000000000" pitchFamily="2" charset="0"/>
              </a:rPr>
              <a:t>ẀẁẃẄẅỲỳ</a:t>
            </a:r>
            <a:r>
              <a:rPr lang="en-US" sz="1200">
                <a:solidFill>
                  <a:schemeClr val="tx1"/>
                </a:solidFill>
                <a:latin typeface="Ericsson Hilda ExtraLight" panose="00000300000000000000" pitchFamily="2" charset="0"/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200" err="1">
                <a:solidFill>
                  <a:schemeClr val="tx1"/>
                </a:solidFill>
                <a:latin typeface="Ericsson Hilda ExtraLight" panose="00000300000000000000" pitchFamily="2" charset="0"/>
              </a:rPr>
              <a:t>ﬁﬂΆΈΉΊΌΎΏΐΑΒΓΕΖΗΘΙΚΛΜΝΞΟΠΡΣΤΥΦΧΨΪΫΆΈΉΊΰ</a:t>
            </a:r>
            <a:r>
              <a:rPr lang="en-US" sz="1200">
                <a:solidFill>
                  <a:schemeClr val="tx1"/>
                </a:solidFill>
                <a:latin typeface="Ericsson Hilda ExtraLight" panose="00000300000000000000" pitchFamily="2" charset="0"/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●</a:t>
            </a: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200" u="sng" err="1">
                <a:solidFill>
                  <a:schemeClr val="tx1"/>
                </a:solidFill>
                <a:latin typeface="+mj-lt"/>
              </a:rPr>
              <a:t>EricssonHilda</a:t>
            </a:r>
            <a:r>
              <a:rPr lang="en-US" sz="1200" u="sng">
                <a:solidFill>
                  <a:schemeClr val="tx1"/>
                </a:solidFill>
                <a:latin typeface="+mj-lt"/>
              </a:rPr>
              <a:t>(Light):</a:t>
            </a:r>
            <a:r>
              <a:rPr lang="en-US" sz="1200">
                <a:solidFill>
                  <a:schemeClr val="tx1"/>
                </a:solidFill>
                <a:latin typeface="+mj-lt"/>
              </a:rPr>
              <a:t>!"#$%&amp;'()*+,./0123456789:;&lt;=&gt;?@ABCDEFGHIJKLMNOPQRSTUVWXYZ[\]^_`</a:t>
            </a:r>
            <a:r>
              <a:rPr lang="en-US" sz="1200" err="1">
                <a:solidFill>
                  <a:schemeClr val="tx1"/>
                </a:solidFill>
                <a:latin typeface="+mj-lt"/>
              </a:rPr>
              <a:t>abcdefghijklmnopqrstuvwxyz</a:t>
            </a:r>
            <a:r>
              <a:rPr lang="en-US" sz="1200">
                <a:solidFill>
                  <a:schemeClr val="tx1"/>
                </a:solidFill>
                <a:latin typeface="+mj-lt"/>
              </a:rPr>
              <a:t>{|}~¡¢£¤¥¦§¨©ª«¬®¯°±²³´¶·¸¹º»¼½ÀÁÂÃÄÅÆÇÈËÌÍÎÏÐÑÒÓÔÕÖ×ØÙÚÛÜÝÞßàáâãäåæçèéêëìíîïðñòóôõö÷øùúûüýþÿĀāĂăąĆćĊċ</a:t>
            </a:r>
            <a:r>
              <a: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Čč</a:t>
            </a:r>
            <a:r>
              <a:rPr lang="en-US" sz="1200">
                <a:solidFill>
                  <a:schemeClr val="tx1"/>
                </a:solidFill>
                <a:latin typeface="+mj-lt"/>
              </a:rPr>
              <a:t>ĎďĐđĒĖėĘęĚěĞğĠġĢģĪīĮįİıĶķĹĺĻļĽľŁłŃńŅņŇňŌŐőŒœŔŕŖŗŘřŚśŞşŠšŢţŤťŪūŮůŰűŲųŴŵŶŷŸŹźŻżŽžƒȘșˆˇ˘˙˚˛˜˝</a:t>
            </a:r>
            <a:r>
              <a:rPr lang="en-US" sz="1200" err="1">
                <a:solidFill>
                  <a:schemeClr val="tx1"/>
                </a:solidFill>
                <a:latin typeface="+mj-lt"/>
              </a:rPr>
              <a:t>ẀẁẃẄẅỲỳ</a:t>
            </a:r>
            <a:r>
              <a:rPr lang="en-US" sz="1200">
                <a:solidFill>
                  <a:schemeClr val="tx1"/>
                </a:solidFill>
                <a:latin typeface="+mj-lt"/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200" err="1">
                <a:solidFill>
                  <a:schemeClr val="tx1"/>
                </a:solidFill>
                <a:latin typeface="+mj-lt"/>
              </a:rPr>
              <a:t>ﬁﬂΆΈΉΊΌΎΏΐΑΒΓΕΖΗΘΙΚΛΜΝΞΟΠΡΣΤΥΦΧΨΪΫΆΈΉΊΰ</a:t>
            </a:r>
            <a:r>
              <a:rPr lang="en-US" sz="1200">
                <a:solidFill>
                  <a:schemeClr val="tx1"/>
                </a:solidFill>
                <a:latin typeface="+mj-lt"/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</a:t>
            </a:r>
            <a:r>
              <a:rPr lang="en-US" sz="1200">
                <a:solidFill>
                  <a:schemeClr val="tx1"/>
                </a:solidFill>
                <a:latin typeface="Ericsson Hilda Light" panose="00000400000000000000" pitchFamily="2" charset="0"/>
              </a:rPr>
              <a:t>●</a:t>
            </a:r>
            <a:endParaRPr lang="en-US" sz="1200">
              <a:solidFill>
                <a:schemeClr val="tx1"/>
              </a:solidFill>
            </a:endParaRPr>
          </a:p>
          <a:p>
            <a:pPr marL="0" indent="0">
              <a:buClr>
                <a:schemeClr val="tx1"/>
              </a:buClr>
              <a:buFont typeface="Ericsson Hilda Light" panose="00000400000000000000" pitchFamily="2" charset="0"/>
              <a:buNone/>
            </a:pPr>
            <a:r>
              <a:rPr lang="en-US" sz="1200" u="sng" err="1">
                <a:solidFill>
                  <a:schemeClr val="tx1"/>
                </a:solidFill>
                <a:latin typeface="+mn-lt"/>
              </a:rPr>
              <a:t>EricssonHilda</a:t>
            </a:r>
            <a:r>
              <a:rPr lang="en-US" sz="1200" u="sng">
                <a:solidFill>
                  <a:schemeClr val="tx1"/>
                </a:solidFill>
                <a:latin typeface="+mn-lt"/>
              </a:rPr>
              <a:t>(Regular):</a:t>
            </a:r>
            <a:r>
              <a:rPr lang="en-US" sz="1200">
                <a:solidFill>
                  <a:schemeClr val="tx1"/>
                </a:solidFill>
                <a:latin typeface="+mn-lt"/>
              </a:rPr>
              <a:t>!"#$%&amp;'()*+,./0123456789:;&lt;=&gt;?@ABCDEFGHIJKLMNOPQRSTUVWXYZ[\]^_`</a:t>
            </a:r>
            <a:r>
              <a:rPr lang="en-US" sz="1200" err="1">
                <a:solidFill>
                  <a:schemeClr val="tx1"/>
                </a:solidFill>
                <a:latin typeface="+mn-lt"/>
              </a:rPr>
              <a:t>abcdefghijklmnopqrstuvwxyz</a:t>
            </a:r>
            <a:r>
              <a:rPr lang="en-US" sz="1200">
                <a:solidFill>
                  <a:schemeClr val="tx1"/>
                </a:solidFill>
                <a:latin typeface="+mn-lt"/>
              </a:rPr>
              <a:t>{|}~¡¢£¤¥¦§¨©ª«¬®¯°±²³´¶·¸¹º»¼½ÀÁÂÃÄÅÆÇÈËÌÍÎÏÐÑÒÓÔÕÖ×ØÙÚÛÜÝÞßàáâãäåæçèéêëìíîïðñòóôõö÷øùúûüýþÿĀāĂăąĆćĊċČčĎďĐđĒĖėĘęĚěĞğĠġĢģĪīĮįİıĶķĹĺĻļĽľŁłŃńŅņŇňŌŐőŒœŔŕŖŗŘřŚśŞşŠšŢţŤťŪūŮůŰűŲųŴŵŶŷŸŹźŻżŽžƒȘșˆˇ˘˙˚˛˜˝</a:t>
            </a:r>
            <a:r>
              <a:rPr lang="en-US" sz="1200" err="1">
                <a:solidFill>
                  <a:schemeClr val="tx1"/>
                </a:solidFill>
                <a:latin typeface="+mn-lt"/>
              </a:rPr>
              <a:t>ẀẁẃẄẅỲỳ</a:t>
            </a:r>
            <a:r>
              <a:rPr lang="en-US" sz="1200">
                <a:solidFill>
                  <a:schemeClr val="tx1"/>
                </a:solidFill>
                <a:latin typeface="+mn-lt"/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200" err="1">
                <a:solidFill>
                  <a:schemeClr val="tx1"/>
                </a:solidFill>
                <a:latin typeface="+mn-lt"/>
              </a:rPr>
              <a:t>ﬁﬂΆΈΉΊΌΎΏΐΑΒΓΕΖΗΘΙΚΛΜΝΞΟΠΡΣΤΥΦΧΨΪΫΆΈΉΊΰ</a:t>
            </a:r>
            <a:r>
              <a:rPr lang="en-US" sz="1200">
                <a:solidFill>
                  <a:schemeClr val="tx1"/>
                </a:solidFill>
                <a:latin typeface="+mn-lt"/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●</a:t>
            </a: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200" b="1" u="sng" err="1">
                <a:solidFill>
                  <a:schemeClr val="tx1"/>
                </a:solidFill>
                <a:latin typeface="+mj-lt"/>
              </a:rPr>
              <a:t>EricssonHildaLight+Bold</a:t>
            </a:r>
            <a:r>
              <a:rPr lang="en-US" sz="1200" b="1" u="sng">
                <a:solidFill>
                  <a:schemeClr val="tx1"/>
                </a:solidFill>
                <a:latin typeface="+mj-lt"/>
              </a:rPr>
              <a:t>(Medium):</a:t>
            </a:r>
            <a:r>
              <a:rPr lang="en-US" sz="1200" b="1">
                <a:solidFill>
                  <a:schemeClr val="tx1"/>
                </a:solidFill>
                <a:latin typeface="+mj-lt"/>
              </a:rPr>
              <a:t>!"#$%&amp;'()*+,./0123456789:;&lt;=&gt;?@ABCDEFGHIJKLMNOPQRSTUVWXYZ[\]^_`</a:t>
            </a:r>
            <a:r>
              <a:rPr lang="en-US" sz="1200" b="1" err="1">
                <a:solidFill>
                  <a:schemeClr val="tx1"/>
                </a:solidFill>
                <a:latin typeface="+mj-lt"/>
              </a:rPr>
              <a:t>abcdefghijklmnopqrstuvwxyz</a:t>
            </a:r>
            <a:r>
              <a:rPr lang="en-US" sz="1200" b="1">
                <a:solidFill>
                  <a:schemeClr val="tx1"/>
                </a:solidFill>
                <a:latin typeface="+mj-lt"/>
              </a:rPr>
              <a:t>{|}~¡¢£¤¥¦§¨©ª«¬®¯°±²³´¶·¸¹º»¼½ÀÁÂÃÄÅÆÇÈËÌÍÎÏÐÑÒÓÔÕÖ×ØÙÚÛÜÝÞßàáâãäåæçèéêëìíîïðñòóôõö÷øùúûüýþÿĀāĂăąĆćĊċ</a:t>
            </a:r>
            <a:r>
              <a:rPr lang="en-US"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Čč</a:t>
            </a:r>
            <a:r>
              <a:rPr lang="en-US" sz="1200" b="1">
                <a:solidFill>
                  <a:schemeClr val="tx1"/>
                </a:solidFill>
                <a:latin typeface="+mj-lt"/>
              </a:rPr>
              <a:t>ĎďĐđĒĖėĘęĚěĞğĠġĢģĪīĮįİıĶķĹĺĻļĽľŁłŃńŅņŇňŌŐőŒœŔŕŖŗŘřŚśŞşŠšŢţŤťŪūŮůŰűŲųŴŵŶŷŸŹźŻżŽžƒȘșˆˇ˘˙˚˛˜˝</a:t>
            </a:r>
            <a:r>
              <a:rPr lang="en-US" sz="1200" b="1" err="1">
                <a:solidFill>
                  <a:schemeClr val="tx1"/>
                </a:solidFill>
                <a:latin typeface="+mj-lt"/>
              </a:rPr>
              <a:t>ẀẁẃẄẅỲỳ</a:t>
            </a:r>
            <a:r>
              <a:rPr lang="en-US" sz="1200" b="1">
                <a:solidFill>
                  <a:schemeClr val="tx1"/>
                </a:solidFill>
                <a:latin typeface="+mj-lt"/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200" b="1" err="1">
                <a:solidFill>
                  <a:schemeClr val="tx1"/>
                </a:solidFill>
                <a:latin typeface="+mj-lt"/>
              </a:rPr>
              <a:t>ﬁﬂΆΈΉΊΌΎΏΐΑΒΓΕΖΗΘΙΚΛΜΝΞΟΠΡΣΤΥΦΧΨΪΫΆΈΉΊΰ</a:t>
            </a:r>
            <a:r>
              <a:rPr lang="en-US" sz="1200" b="1">
                <a:solidFill>
                  <a:schemeClr val="tx1"/>
                </a:solidFill>
                <a:latin typeface="+mj-lt"/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</a:t>
            </a:r>
            <a:r>
              <a:rPr lang="en-US" sz="1200" b="1">
                <a:solidFill>
                  <a:schemeClr val="tx1"/>
                </a:solidFill>
                <a:latin typeface="Ericsson Hilda Light" panose="00000400000000000000" pitchFamily="2" charset="0"/>
              </a:rPr>
              <a:t>●</a:t>
            </a:r>
            <a:endParaRPr lang="en-US" sz="1200" b="1">
              <a:solidFill>
                <a:schemeClr val="tx1"/>
              </a:solidFill>
              <a:latin typeface="+mj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200" b="1" u="sng" err="1">
                <a:solidFill>
                  <a:schemeClr val="tx1"/>
                </a:solidFill>
                <a:latin typeface="+mn-lt"/>
              </a:rPr>
              <a:t>EricssonHilda+Bold</a:t>
            </a:r>
            <a:r>
              <a:rPr lang="en-US" sz="1200" b="1" u="sng">
                <a:solidFill>
                  <a:schemeClr val="tx1"/>
                </a:solidFill>
                <a:latin typeface="+mn-lt"/>
              </a:rPr>
              <a:t>(Bold):</a:t>
            </a:r>
            <a:r>
              <a:rPr lang="en-US" sz="1200" b="1">
                <a:solidFill>
                  <a:schemeClr val="tx1"/>
                </a:solidFill>
                <a:latin typeface="+mn-lt"/>
              </a:rPr>
              <a:t>!"#$%&amp;'()*+,./0123456789:;&lt;=&gt;?@ABCDEFGHIJKLMNOPQRSTUVWXYZ[\]^_`</a:t>
            </a:r>
            <a:r>
              <a:rPr lang="en-US" sz="1200" b="1" err="1">
                <a:solidFill>
                  <a:schemeClr val="tx1"/>
                </a:solidFill>
                <a:latin typeface="+mn-lt"/>
              </a:rPr>
              <a:t>abcdefghijklmnopqrstuvwxyz</a:t>
            </a:r>
            <a:r>
              <a:rPr lang="en-US" sz="1200" b="1">
                <a:solidFill>
                  <a:schemeClr val="tx1"/>
                </a:solidFill>
                <a:latin typeface="+mn-lt"/>
              </a:rPr>
              <a:t>{|}~¡¢£¤¥¦§¨©ª«¬®¯°±²³´¶·¸¹º»¼½ÀÁÂÃÄÅÆÇÈËÌÍÎÏÐÑÒÓÔÕÖ×ØÙÚÛÜÝÞßàáâãäåæçèéêëìíîïðñòóôõö÷øùúûüýþÿĀāĂăąĆćĊċČčĎďĐđĒĖėĘęĚěĞğĠġĢģĪīĮįİıĶķĹĺĻļĽľŁłŃńŅņŇňŌŐőŒœŔŕŖŗŘřŚśŞşŠšŢţŤťŪūŮůŰűŲųŴŵŶŷŸŹźŻżŽžƒȘșˆˇ˘˙˚˛˜˝</a:t>
            </a:r>
            <a:r>
              <a:rPr lang="en-US" sz="1200" b="1" err="1">
                <a:solidFill>
                  <a:schemeClr val="tx1"/>
                </a:solidFill>
                <a:latin typeface="+mn-lt"/>
              </a:rPr>
              <a:t>ẀẁẃẄẅỲỳ</a:t>
            </a:r>
            <a:r>
              <a:rPr lang="en-US" sz="1200" b="1">
                <a:solidFill>
                  <a:schemeClr val="tx1"/>
                </a:solidFill>
                <a:latin typeface="+mn-lt"/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200" b="1" err="1">
                <a:solidFill>
                  <a:schemeClr val="tx1"/>
                </a:solidFill>
                <a:latin typeface="+mn-lt"/>
              </a:rPr>
              <a:t>ﬁﬂΆΈΉΊΌΎΏΐΑΒΓΕΖΗΘΙΚΛΜΝΞΟΠΡΣΤΥΦΧΨΪΫΆΈΉΊΰ</a:t>
            </a:r>
            <a:r>
              <a:rPr lang="en-US" sz="1200" b="1">
                <a:solidFill>
                  <a:schemeClr val="tx1"/>
                </a:solidFill>
                <a:latin typeface="+mn-lt"/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 ●</a:t>
            </a: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200" b="0" u="sng" err="1">
                <a:solidFill>
                  <a:schemeClr val="tx1"/>
                </a:solidFill>
                <a:latin typeface="Ericsson Hilda ExtraBold" panose="00000900000000000000" pitchFamily="2" charset="0"/>
              </a:rPr>
              <a:t>EricssonHilda</a:t>
            </a:r>
            <a:r>
              <a:rPr lang="en-US" sz="1200" b="0" u="sng">
                <a:solidFill>
                  <a:schemeClr val="tx1"/>
                </a:solidFill>
                <a:latin typeface="Ericsson Hilda ExtraBold" panose="00000900000000000000" pitchFamily="2" charset="0"/>
              </a:rPr>
              <a:t>(</a:t>
            </a:r>
            <a:r>
              <a:rPr lang="en-US" sz="1200" b="0" u="sng" err="1">
                <a:solidFill>
                  <a:schemeClr val="tx1"/>
                </a:solidFill>
                <a:latin typeface="Ericsson Hilda ExtraBold" panose="00000900000000000000" pitchFamily="2" charset="0"/>
              </a:rPr>
              <a:t>ExtraBold</a:t>
            </a:r>
            <a:r>
              <a:rPr lang="en-US" sz="1200" b="0" u="sng">
                <a:solidFill>
                  <a:schemeClr val="tx1"/>
                </a:solidFill>
                <a:latin typeface="Ericsson Hilda ExtraBold" panose="00000900000000000000" pitchFamily="2" charset="0"/>
              </a:rPr>
              <a:t>):</a:t>
            </a:r>
            <a:r>
              <a:rPr lang="en-US" sz="1200" b="0">
                <a:solidFill>
                  <a:schemeClr val="tx1"/>
                </a:solidFill>
                <a:latin typeface="Ericsson Hilda ExtraBold" panose="00000900000000000000" pitchFamily="2" charset="0"/>
              </a:rPr>
              <a:t>!"#$%&amp;'()*+,./0123456789:;&lt;=&gt;?@ABCDEFGHIJKLMNOPQRSTUVWXYZ[\]^_`</a:t>
            </a:r>
            <a:r>
              <a:rPr lang="en-US" sz="1200" b="0" err="1">
                <a:solidFill>
                  <a:schemeClr val="tx1"/>
                </a:solidFill>
                <a:latin typeface="Ericsson Hilda ExtraBold" panose="00000900000000000000" pitchFamily="2" charset="0"/>
              </a:rPr>
              <a:t>abcdefghijklmnopqrstuvwxyz</a:t>
            </a:r>
            <a:r>
              <a:rPr lang="en-US" sz="1200" b="0">
                <a:solidFill>
                  <a:schemeClr val="tx1"/>
                </a:solidFill>
                <a:latin typeface="Ericsson Hilda ExtraBold" panose="00000900000000000000" pitchFamily="2" charset="0"/>
              </a:rPr>
              <a:t>{|}~¡¢£¤¥¦§¨©ª«¬®¯°±²³´¶·¸¹º»¼½ÀÁÂÃÄÅÆÇÈËÌÍÎÏÐÑÒÓÔÕÖ×ØÙÚÛÜÝÞßàáâãäåæçèéêëìíîïðñòóôõö÷øùúûüýþÿĀāĂăąĆćĊċ</a:t>
            </a:r>
            <a:r>
              <a:rPr lang="en-US" sz="1200" b="0" kern="1200">
                <a:solidFill>
                  <a:schemeClr val="tx1"/>
                </a:solidFill>
                <a:latin typeface="Ericsson Hilda ExtraBold" panose="00000900000000000000" pitchFamily="2" charset="0"/>
                <a:ea typeface="+mn-ea"/>
                <a:cs typeface="+mn-cs"/>
              </a:rPr>
              <a:t>Čč</a:t>
            </a:r>
            <a:r>
              <a:rPr lang="en-US" sz="1200" b="0">
                <a:solidFill>
                  <a:schemeClr val="tx1"/>
                </a:solidFill>
                <a:latin typeface="Ericsson Hilda ExtraBold" panose="00000900000000000000" pitchFamily="2" charset="0"/>
              </a:rPr>
              <a:t>ĎďĐđĒĖėĘęĚěĞğĠġĢģĪīĮįİıĶķĹĺĻļĽľŁłŃńŅņŇňŌŐőŒœŔŕŖŗŘřŚśŞşŠšŢţŤťŪūŮůŰűŲųŴŵŶŷŸŹźŻżŽžƒȘșˆˇ˘˙˚˛˜˝</a:t>
            </a:r>
            <a:r>
              <a:rPr lang="en-US" sz="1200" b="0" err="1">
                <a:solidFill>
                  <a:schemeClr val="tx1"/>
                </a:solidFill>
                <a:latin typeface="Ericsson Hilda ExtraBold" panose="00000900000000000000" pitchFamily="2" charset="0"/>
              </a:rPr>
              <a:t>ẀẁẃẄẅỲỳ</a:t>
            </a:r>
            <a:r>
              <a:rPr lang="en-US" sz="1200" b="0">
                <a:solidFill>
                  <a:schemeClr val="tx1"/>
                </a:solidFill>
                <a:latin typeface="Ericsson Hilda ExtraBold" panose="00000900000000000000" pitchFamily="2" charset="0"/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200" b="0" err="1">
                <a:solidFill>
                  <a:schemeClr val="tx1"/>
                </a:solidFill>
                <a:latin typeface="Ericsson Hilda ExtraBold" panose="00000900000000000000" pitchFamily="2" charset="0"/>
              </a:rPr>
              <a:t>ﬁﬂΆΈΉΊΌΎΏΐΑΒΓΕΖΗΘΙΚΛΜΝΞΟΠΡΣΤΥΦΧΨΪΫΆΈΉΊΰ</a:t>
            </a:r>
            <a:r>
              <a:rPr lang="en-US" sz="1200" b="0">
                <a:solidFill>
                  <a:schemeClr val="tx1"/>
                </a:solidFill>
                <a:latin typeface="Ericsson Hilda ExtraBold" panose="00000900000000000000" pitchFamily="2" charset="0"/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●</a:t>
            </a: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endParaRPr lang="en-US" sz="1200" b="1">
              <a:solidFill>
                <a:schemeClr val="tx1"/>
              </a:solidFill>
              <a:latin typeface="Ericsson Technical Icons" panose="000005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200" b="1">
                <a:solidFill>
                  <a:schemeClr val="tx1"/>
                </a:solidFill>
                <a:latin typeface="Ericsson Technical Icons" panose="00000500000000000000" pitchFamily="2" charset="0"/>
              </a:rPr>
              <a:t>B C D F G H I L M O P R S W X b c d f g h I l m o p r s w x</a:t>
            </a:r>
            <a:endParaRPr lang="en-US" sz="1200" b="1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64798922"/>
      </p:ext>
    </p:extLst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Keynote Cover Page w. whit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F2554F4-437E-411D-B2B2-6A58D585809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0" y="-3048"/>
            <a:ext cx="12192000" cy="6858000"/>
          </a:xfrm>
          <a:prstGeom prst="rect">
            <a:avLst/>
          </a:prstGeom>
          <a:solidFill>
            <a:schemeClr val="tx1"/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9" name="Title_TM">
            <a:extLst>
              <a:ext uri="{FF2B5EF4-FFF2-40B4-BE49-F238E27FC236}">
                <a16:creationId xmlns:a16="http://schemas.microsoft.com/office/drawing/2014/main" id="{696C7C8F-5086-466A-8108-2FE0A8663D59}"/>
              </a:ext>
            </a:extLst>
          </p:cNvPr>
          <p:cNvSpPr>
            <a:spLocks noGrp="1" noChangeArrowheads="1"/>
          </p:cNvSpPr>
          <p:nvPr>
            <p:ph type="ctrTitle" hasCustomPrompt="1"/>
          </p:nvPr>
        </p:nvSpPr>
        <p:spPr>
          <a:xfrm>
            <a:off x="479425" y="476249"/>
            <a:ext cx="8353426" cy="3456000"/>
          </a:xfrm>
          <a:noFill/>
          <a:ln w="9525">
            <a:noFill/>
            <a:miter lim="800000"/>
            <a:headEnd/>
            <a:tailEnd/>
          </a:ln>
        </p:spPr>
        <p:txBody>
          <a:bodyPr anchor="t"/>
          <a:lstStyle>
            <a:lvl1pPr>
              <a:defRPr lang="en-US" sz="80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Keynote cover page </a:t>
            </a:r>
            <a:br>
              <a:rPr lang="en-US"/>
            </a:br>
            <a:r>
              <a:rPr lang="en-US"/>
              <a:t>Ericsson Hilda Light 80pt, max 3-lines</a:t>
            </a:r>
          </a:p>
        </p:txBody>
      </p:sp>
      <p:sp>
        <p:nvSpPr>
          <p:cNvPr id="10" name="SubTitle_TM">
            <a:extLst>
              <a:ext uri="{FF2B5EF4-FFF2-40B4-BE49-F238E27FC236}">
                <a16:creationId xmlns:a16="http://schemas.microsoft.com/office/drawing/2014/main" id="{ED5DEA0B-CF0D-4EE6-B6A8-90BAF3DE8AF1}"/>
              </a:ext>
            </a:extLst>
          </p:cNvPr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79424" y="4149725"/>
            <a:ext cx="5472113" cy="2087563"/>
          </a:xfrm>
          <a:prstGeom prst="rect">
            <a:avLst/>
          </a:prstGeom>
        </p:spPr>
        <p:txBody>
          <a:bodyPr r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Ericsson Hilda Light" charset="0"/>
              <a:buNone/>
              <a:defRPr sz="200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Speaker,</a:t>
            </a:r>
            <a:br>
              <a:rPr lang="en-US"/>
            </a:br>
            <a:r>
              <a:rPr lang="en-US"/>
              <a:t>Ericsson Black, Ericsson Hilda 20pt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753C092-06FE-4B22-BAB1-EBEB69074D0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87410" y="476250"/>
            <a:ext cx="261523" cy="261523"/>
          </a:xfrm>
          <a:prstGeom prst="rect">
            <a:avLst/>
          </a:prstGeom>
        </p:spPr>
      </p:pic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866A1512-27D5-4CA8-94C5-10E56C30705D}"/>
              </a:ext>
            </a:extLst>
          </p:cNvPr>
          <p:cNvSpPr txBox="1"/>
          <p:nvPr userDrawn="1"/>
        </p:nvSpPr>
        <p:spPr>
          <a:xfrm>
            <a:off x="396000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bg1"/>
              </a:solidFill>
              <a:latin typeface="+mn-lt"/>
            </a:endParaRPr>
          </a:p>
        </p:txBody>
      </p:sp>
      <p:sp>
        <p:nvSpPr>
          <p:cNvPr id="11" name="FirstDividerHider">
            <a:extLst>
              <a:ext uri="{FF2B5EF4-FFF2-40B4-BE49-F238E27FC236}">
                <a16:creationId xmlns:a16="http://schemas.microsoft.com/office/drawing/2014/main" id="{30276571-778A-43C8-820D-4E055433343F}"/>
              </a:ext>
            </a:extLst>
          </p:cNvPr>
          <p:cNvSpPr/>
          <p:nvPr userDrawn="1"/>
        </p:nvSpPr>
        <p:spPr bwMode="auto">
          <a:xfrm>
            <a:off x="396000" y="6408751"/>
            <a:ext cx="79513" cy="26239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357188" marR="0" indent="-357188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Ericsson Hilda" panose="00000500000000000000" pitchFamily="2" charset="0"/>
              <a:buChar char="—"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57047302"/>
      </p:ext>
    </p:extLst>
  </p:cSld>
  <p:clrMapOvr>
    <a:masterClrMapping/>
  </p:clrMapOvr>
  <p:hf sldNum="0" hdr="0" ftr="0"/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4" y="476250"/>
            <a:ext cx="8353425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</p:spTree>
    <p:extLst>
      <p:ext uri="{BB962C8B-B14F-4D97-AF65-F5344CB8AC3E}">
        <p14:creationId xmlns:p14="http://schemas.microsoft.com/office/powerpoint/2010/main" val="2764739606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9D1EC-7035-7162-3D49-453CAB62A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FCA374-22C6-10E4-B949-DB8D84B0CF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0A6CEB-EDCC-F2FE-4644-905994864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07A04-4D14-4FB4-ABC3-4FF79A2401A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373BD8-4B85-9069-3BD9-B47B39CD1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C07A9-583F-83A7-FC2A-8C48950B1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FE183-6F7B-4689-9F59-5F64BE4E648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603059"/>
      </p:ext>
    </p:extLst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074EB-9121-12F5-0BB1-B62827FFC0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D35119-7FD8-4D80-EA3D-B3AC4F3ED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9989CB-11D3-C644-1FEF-B88D94671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BC93B-D740-4A24-9033-971140705A3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528F01-86E2-7CCD-961D-1736AD602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F2DABC-0E7B-9D4B-E47D-02AF5B93F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644C3-3010-471A-8BD1-91611E72370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162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7" Type="http://schemas.openxmlformats.org/officeDocument/2006/relationships/slideLayout" Target="../slideLayouts/slideLayout117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63" Type="http://schemas.openxmlformats.org/officeDocument/2006/relationships/slideLayout" Target="../slideLayouts/slideLayout63.xml"/><Relationship Id="rId84" Type="http://schemas.openxmlformats.org/officeDocument/2006/relationships/slideLayout" Target="../slideLayouts/slideLayout84.xml"/><Relationship Id="rId138" Type="http://schemas.openxmlformats.org/officeDocument/2006/relationships/slideLayout" Target="../slideLayouts/slideLayout138.xml"/><Relationship Id="rId107" Type="http://schemas.openxmlformats.org/officeDocument/2006/relationships/slideLayout" Target="../slideLayouts/slideLayout107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53" Type="http://schemas.openxmlformats.org/officeDocument/2006/relationships/slideLayout" Target="../slideLayouts/slideLayout53.xml"/><Relationship Id="rId74" Type="http://schemas.openxmlformats.org/officeDocument/2006/relationships/slideLayout" Target="../slideLayouts/slideLayout74.xml"/><Relationship Id="rId128" Type="http://schemas.openxmlformats.org/officeDocument/2006/relationships/slideLayout" Target="../slideLayouts/slideLayout128.xml"/><Relationship Id="rId149" Type="http://schemas.openxmlformats.org/officeDocument/2006/relationships/slideLayout" Target="../slideLayouts/slideLayout149.xml"/><Relationship Id="rId5" Type="http://schemas.openxmlformats.org/officeDocument/2006/relationships/slideLayout" Target="../slideLayouts/slideLayout5.xml"/><Relationship Id="rId95" Type="http://schemas.openxmlformats.org/officeDocument/2006/relationships/slideLayout" Target="../slideLayouts/slideLayout95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113" Type="http://schemas.openxmlformats.org/officeDocument/2006/relationships/slideLayout" Target="../slideLayouts/slideLayout113.xml"/><Relationship Id="rId118" Type="http://schemas.openxmlformats.org/officeDocument/2006/relationships/slideLayout" Target="../slideLayouts/slideLayout118.xml"/><Relationship Id="rId134" Type="http://schemas.openxmlformats.org/officeDocument/2006/relationships/slideLayout" Target="../slideLayouts/slideLayout134.xml"/><Relationship Id="rId139" Type="http://schemas.openxmlformats.org/officeDocument/2006/relationships/slideLayout" Target="../slideLayouts/slideLayout139.xml"/><Relationship Id="rId80" Type="http://schemas.openxmlformats.org/officeDocument/2006/relationships/slideLayout" Target="../slideLayouts/slideLayout80.xml"/><Relationship Id="rId85" Type="http://schemas.openxmlformats.org/officeDocument/2006/relationships/slideLayout" Target="../slideLayouts/slideLayout85.xml"/><Relationship Id="rId150" Type="http://schemas.openxmlformats.org/officeDocument/2006/relationships/slideLayout" Target="../slideLayouts/slideLayout150.xml"/><Relationship Id="rId155" Type="http://schemas.openxmlformats.org/officeDocument/2006/relationships/image" Target="../media/image2.svg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59" Type="http://schemas.openxmlformats.org/officeDocument/2006/relationships/slideLayout" Target="../slideLayouts/slideLayout59.xml"/><Relationship Id="rId103" Type="http://schemas.openxmlformats.org/officeDocument/2006/relationships/slideLayout" Target="../slideLayouts/slideLayout103.xml"/><Relationship Id="rId108" Type="http://schemas.openxmlformats.org/officeDocument/2006/relationships/slideLayout" Target="../slideLayouts/slideLayout108.xml"/><Relationship Id="rId124" Type="http://schemas.openxmlformats.org/officeDocument/2006/relationships/slideLayout" Target="../slideLayouts/slideLayout124.xml"/><Relationship Id="rId129" Type="http://schemas.openxmlformats.org/officeDocument/2006/relationships/slideLayout" Target="../slideLayouts/slideLayout129.xml"/><Relationship Id="rId54" Type="http://schemas.openxmlformats.org/officeDocument/2006/relationships/slideLayout" Target="../slideLayouts/slideLayout54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91" Type="http://schemas.openxmlformats.org/officeDocument/2006/relationships/slideLayout" Target="../slideLayouts/slideLayout91.xml"/><Relationship Id="rId96" Type="http://schemas.openxmlformats.org/officeDocument/2006/relationships/slideLayout" Target="../slideLayouts/slideLayout96.xml"/><Relationship Id="rId140" Type="http://schemas.openxmlformats.org/officeDocument/2006/relationships/slideLayout" Target="../slideLayouts/slideLayout140.xml"/><Relationship Id="rId145" Type="http://schemas.openxmlformats.org/officeDocument/2006/relationships/slideLayout" Target="../slideLayouts/slideLayout14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49" Type="http://schemas.openxmlformats.org/officeDocument/2006/relationships/slideLayout" Target="../slideLayouts/slideLayout49.xml"/><Relationship Id="rId114" Type="http://schemas.openxmlformats.org/officeDocument/2006/relationships/slideLayout" Target="../slideLayouts/slideLayout114.xml"/><Relationship Id="rId119" Type="http://schemas.openxmlformats.org/officeDocument/2006/relationships/slideLayout" Target="../slideLayouts/slideLayout119.xml"/><Relationship Id="rId44" Type="http://schemas.openxmlformats.org/officeDocument/2006/relationships/slideLayout" Target="../slideLayouts/slideLayout44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81" Type="http://schemas.openxmlformats.org/officeDocument/2006/relationships/slideLayout" Target="../slideLayouts/slideLayout81.xml"/><Relationship Id="rId86" Type="http://schemas.openxmlformats.org/officeDocument/2006/relationships/slideLayout" Target="../slideLayouts/slideLayout86.xml"/><Relationship Id="rId130" Type="http://schemas.openxmlformats.org/officeDocument/2006/relationships/slideLayout" Target="../slideLayouts/slideLayout130.xml"/><Relationship Id="rId135" Type="http://schemas.openxmlformats.org/officeDocument/2006/relationships/slideLayout" Target="../slideLayouts/slideLayout135.xml"/><Relationship Id="rId151" Type="http://schemas.openxmlformats.org/officeDocument/2006/relationships/slideLayout" Target="../slideLayouts/slideLayout151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109" Type="http://schemas.openxmlformats.org/officeDocument/2006/relationships/slideLayout" Target="../slideLayouts/slideLayout10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97" Type="http://schemas.openxmlformats.org/officeDocument/2006/relationships/slideLayout" Target="../slideLayouts/slideLayout97.xml"/><Relationship Id="rId104" Type="http://schemas.openxmlformats.org/officeDocument/2006/relationships/slideLayout" Target="../slideLayouts/slideLayout104.xml"/><Relationship Id="rId120" Type="http://schemas.openxmlformats.org/officeDocument/2006/relationships/slideLayout" Target="../slideLayouts/slideLayout120.xml"/><Relationship Id="rId125" Type="http://schemas.openxmlformats.org/officeDocument/2006/relationships/slideLayout" Target="../slideLayouts/slideLayout125.xml"/><Relationship Id="rId141" Type="http://schemas.openxmlformats.org/officeDocument/2006/relationships/slideLayout" Target="../slideLayouts/slideLayout141.xml"/><Relationship Id="rId146" Type="http://schemas.openxmlformats.org/officeDocument/2006/relationships/slideLayout" Target="../slideLayouts/slideLayout146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92" Type="http://schemas.openxmlformats.org/officeDocument/2006/relationships/slideLayout" Target="../slideLayouts/slideLayout92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Relationship Id="rId87" Type="http://schemas.openxmlformats.org/officeDocument/2006/relationships/slideLayout" Target="../slideLayouts/slideLayout87.xml"/><Relationship Id="rId110" Type="http://schemas.openxmlformats.org/officeDocument/2006/relationships/slideLayout" Target="../slideLayouts/slideLayout110.xml"/><Relationship Id="rId115" Type="http://schemas.openxmlformats.org/officeDocument/2006/relationships/slideLayout" Target="../slideLayouts/slideLayout115.xml"/><Relationship Id="rId131" Type="http://schemas.openxmlformats.org/officeDocument/2006/relationships/slideLayout" Target="../slideLayouts/slideLayout131.xml"/><Relationship Id="rId136" Type="http://schemas.openxmlformats.org/officeDocument/2006/relationships/slideLayout" Target="../slideLayouts/slideLayout136.xml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Relationship Id="rId152" Type="http://schemas.openxmlformats.org/officeDocument/2006/relationships/slideLayout" Target="../slideLayouts/slideLayout152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56" Type="http://schemas.openxmlformats.org/officeDocument/2006/relationships/slideLayout" Target="../slideLayouts/slideLayout56.xml"/><Relationship Id="rId77" Type="http://schemas.openxmlformats.org/officeDocument/2006/relationships/slideLayout" Target="../slideLayouts/slideLayout77.xml"/><Relationship Id="rId100" Type="http://schemas.openxmlformats.org/officeDocument/2006/relationships/slideLayout" Target="../slideLayouts/slideLayout100.xml"/><Relationship Id="rId105" Type="http://schemas.openxmlformats.org/officeDocument/2006/relationships/slideLayout" Target="../slideLayouts/slideLayout105.xml"/><Relationship Id="rId126" Type="http://schemas.openxmlformats.org/officeDocument/2006/relationships/slideLayout" Target="../slideLayouts/slideLayout126.xml"/><Relationship Id="rId147" Type="http://schemas.openxmlformats.org/officeDocument/2006/relationships/slideLayout" Target="../slideLayouts/slideLayout147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93" Type="http://schemas.openxmlformats.org/officeDocument/2006/relationships/slideLayout" Target="../slideLayouts/slideLayout93.xml"/><Relationship Id="rId98" Type="http://schemas.openxmlformats.org/officeDocument/2006/relationships/slideLayout" Target="../slideLayouts/slideLayout98.xml"/><Relationship Id="rId121" Type="http://schemas.openxmlformats.org/officeDocument/2006/relationships/slideLayout" Target="../slideLayouts/slideLayout121.xml"/><Relationship Id="rId142" Type="http://schemas.openxmlformats.org/officeDocument/2006/relationships/slideLayout" Target="../slideLayouts/slideLayout142.xml"/><Relationship Id="rId3" Type="http://schemas.openxmlformats.org/officeDocument/2006/relationships/slideLayout" Target="../slideLayouts/slideLayout3.xml"/><Relationship Id="rId25" Type="http://schemas.openxmlformats.org/officeDocument/2006/relationships/slideLayout" Target="../slideLayouts/slideLayout25.xml"/><Relationship Id="rId46" Type="http://schemas.openxmlformats.org/officeDocument/2006/relationships/slideLayout" Target="../slideLayouts/slideLayout46.xml"/><Relationship Id="rId67" Type="http://schemas.openxmlformats.org/officeDocument/2006/relationships/slideLayout" Target="../slideLayouts/slideLayout67.xml"/><Relationship Id="rId116" Type="http://schemas.openxmlformats.org/officeDocument/2006/relationships/slideLayout" Target="../slideLayouts/slideLayout116.xml"/><Relationship Id="rId137" Type="http://schemas.openxmlformats.org/officeDocument/2006/relationships/slideLayout" Target="../slideLayouts/slideLayout13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62" Type="http://schemas.openxmlformats.org/officeDocument/2006/relationships/slideLayout" Target="../slideLayouts/slideLayout62.xml"/><Relationship Id="rId83" Type="http://schemas.openxmlformats.org/officeDocument/2006/relationships/slideLayout" Target="../slideLayouts/slideLayout83.xml"/><Relationship Id="rId88" Type="http://schemas.openxmlformats.org/officeDocument/2006/relationships/slideLayout" Target="../slideLayouts/slideLayout88.xml"/><Relationship Id="rId111" Type="http://schemas.openxmlformats.org/officeDocument/2006/relationships/slideLayout" Target="../slideLayouts/slideLayout111.xml"/><Relationship Id="rId132" Type="http://schemas.openxmlformats.org/officeDocument/2006/relationships/slideLayout" Target="../slideLayouts/slideLayout132.xml"/><Relationship Id="rId153" Type="http://schemas.openxmlformats.org/officeDocument/2006/relationships/theme" Target="../theme/theme1.xml"/><Relationship Id="rId15" Type="http://schemas.openxmlformats.org/officeDocument/2006/relationships/slideLayout" Target="../slideLayouts/slideLayout15.xml"/><Relationship Id="rId36" Type="http://schemas.openxmlformats.org/officeDocument/2006/relationships/slideLayout" Target="../slideLayouts/slideLayout36.xml"/><Relationship Id="rId57" Type="http://schemas.openxmlformats.org/officeDocument/2006/relationships/slideLayout" Target="../slideLayouts/slideLayout57.xml"/><Relationship Id="rId106" Type="http://schemas.openxmlformats.org/officeDocument/2006/relationships/slideLayout" Target="../slideLayouts/slideLayout106.xml"/><Relationship Id="rId127" Type="http://schemas.openxmlformats.org/officeDocument/2006/relationships/slideLayout" Target="../slideLayouts/slideLayout12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52" Type="http://schemas.openxmlformats.org/officeDocument/2006/relationships/slideLayout" Target="../slideLayouts/slideLayout52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94" Type="http://schemas.openxmlformats.org/officeDocument/2006/relationships/slideLayout" Target="../slideLayouts/slideLayout94.xml"/><Relationship Id="rId99" Type="http://schemas.openxmlformats.org/officeDocument/2006/relationships/slideLayout" Target="../slideLayouts/slideLayout99.xml"/><Relationship Id="rId101" Type="http://schemas.openxmlformats.org/officeDocument/2006/relationships/slideLayout" Target="../slideLayouts/slideLayout101.xml"/><Relationship Id="rId122" Type="http://schemas.openxmlformats.org/officeDocument/2006/relationships/slideLayout" Target="../slideLayouts/slideLayout122.xml"/><Relationship Id="rId143" Type="http://schemas.openxmlformats.org/officeDocument/2006/relationships/slideLayout" Target="../slideLayouts/slideLayout143.xml"/><Relationship Id="rId148" Type="http://schemas.openxmlformats.org/officeDocument/2006/relationships/slideLayout" Target="../slideLayouts/slideLayout148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47" Type="http://schemas.openxmlformats.org/officeDocument/2006/relationships/slideLayout" Target="../slideLayouts/slideLayout47.xml"/><Relationship Id="rId68" Type="http://schemas.openxmlformats.org/officeDocument/2006/relationships/slideLayout" Target="../slideLayouts/slideLayout68.xml"/><Relationship Id="rId89" Type="http://schemas.openxmlformats.org/officeDocument/2006/relationships/slideLayout" Target="../slideLayouts/slideLayout89.xml"/><Relationship Id="rId112" Type="http://schemas.openxmlformats.org/officeDocument/2006/relationships/slideLayout" Target="../slideLayouts/slideLayout112.xml"/><Relationship Id="rId133" Type="http://schemas.openxmlformats.org/officeDocument/2006/relationships/slideLayout" Target="../slideLayouts/slideLayout133.xml"/><Relationship Id="rId154" Type="http://schemas.openxmlformats.org/officeDocument/2006/relationships/image" Target="../media/image1.emf"/><Relationship Id="rId16" Type="http://schemas.openxmlformats.org/officeDocument/2006/relationships/slideLayout" Target="../slideLayouts/slideLayout16.xml"/><Relationship Id="rId37" Type="http://schemas.openxmlformats.org/officeDocument/2006/relationships/slideLayout" Target="../slideLayouts/slideLayout37.xml"/><Relationship Id="rId58" Type="http://schemas.openxmlformats.org/officeDocument/2006/relationships/slideLayout" Target="../slideLayouts/slideLayout58.xml"/><Relationship Id="rId79" Type="http://schemas.openxmlformats.org/officeDocument/2006/relationships/slideLayout" Target="../slideLayouts/slideLayout79.xml"/><Relationship Id="rId102" Type="http://schemas.openxmlformats.org/officeDocument/2006/relationships/slideLayout" Target="../slideLayouts/slideLayout102.xml"/><Relationship Id="rId123" Type="http://schemas.openxmlformats.org/officeDocument/2006/relationships/slideLayout" Target="../slideLayouts/slideLayout123.xml"/><Relationship Id="rId144" Type="http://schemas.openxmlformats.org/officeDocument/2006/relationships/slideLayout" Target="../slideLayouts/slideLayout144.xml"/><Relationship Id="rId90" Type="http://schemas.openxmlformats.org/officeDocument/2006/relationships/slideLayout" Target="../slideLayouts/slideLayout90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0.xml"/><Relationship Id="rId13" Type="http://schemas.openxmlformats.org/officeDocument/2006/relationships/slideLayout" Target="../slideLayouts/slideLayout165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55.xml"/><Relationship Id="rId7" Type="http://schemas.openxmlformats.org/officeDocument/2006/relationships/slideLayout" Target="../slideLayouts/slideLayout159.xml"/><Relationship Id="rId12" Type="http://schemas.openxmlformats.org/officeDocument/2006/relationships/slideLayout" Target="../slideLayouts/slideLayout164.xml"/><Relationship Id="rId17" Type="http://schemas.openxmlformats.org/officeDocument/2006/relationships/slideLayout" Target="../slideLayouts/slideLayout169.xml"/><Relationship Id="rId2" Type="http://schemas.openxmlformats.org/officeDocument/2006/relationships/slideLayout" Target="../slideLayouts/slideLayout154.xml"/><Relationship Id="rId16" Type="http://schemas.openxmlformats.org/officeDocument/2006/relationships/slideLayout" Target="../slideLayouts/slideLayout168.xml"/><Relationship Id="rId1" Type="http://schemas.openxmlformats.org/officeDocument/2006/relationships/slideLayout" Target="../slideLayouts/slideLayout153.xml"/><Relationship Id="rId6" Type="http://schemas.openxmlformats.org/officeDocument/2006/relationships/slideLayout" Target="../slideLayouts/slideLayout158.xml"/><Relationship Id="rId11" Type="http://schemas.openxmlformats.org/officeDocument/2006/relationships/slideLayout" Target="../slideLayouts/slideLayout163.xml"/><Relationship Id="rId5" Type="http://schemas.openxmlformats.org/officeDocument/2006/relationships/slideLayout" Target="../slideLayouts/slideLayout157.xml"/><Relationship Id="rId15" Type="http://schemas.openxmlformats.org/officeDocument/2006/relationships/slideLayout" Target="../slideLayouts/slideLayout167.xml"/><Relationship Id="rId10" Type="http://schemas.openxmlformats.org/officeDocument/2006/relationships/slideLayout" Target="../slideLayouts/slideLayout162.xml"/><Relationship Id="rId19" Type="http://schemas.openxmlformats.org/officeDocument/2006/relationships/image" Target="../media/image4.svg"/><Relationship Id="rId4" Type="http://schemas.openxmlformats.org/officeDocument/2006/relationships/slideLayout" Target="../slideLayouts/slideLayout156.xml"/><Relationship Id="rId9" Type="http://schemas.openxmlformats.org/officeDocument/2006/relationships/slideLayout" Target="../slideLayouts/slideLayout161.xml"/><Relationship Id="rId14" Type="http://schemas.openxmlformats.org/officeDocument/2006/relationships/slideLayout" Target="../slideLayouts/slideLayout16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_SM"/>
          <p:cNvSpPr>
            <a:spLocks noGrp="1" noChangeArrowheads="1"/>
          </p:cNvSpPr>
          <p:nvPr>
            <p:ph type="title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83145CE-A2DE-4236-A4F9-8AE088671C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425" y="1844674"/>
            <a:ext cx="11233150" cy="4392613"/>
          </a:xfrm>
          <a:prstGeom prst="rect">
            <a:avLst/>
          </a:prstGeom>
        </p:spPr>
        <p:txBody>
          <a:bodyPr vert="horz" lIns="72000" tIns="36000" rIns="72000" bIns="3600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ADDB58AC-4EFC-E7F9-0735-7729D36BFF82}"/>
              </a:ext>
            </a:extLst>
          </p:cNvPr>
          <p:cNvPicPr>
            <a:picLocks noChangeAspect="1"/>
          </p:cNvPicPr>
          <p:nvPr userDrawn="1"/>
        </p:nvPicPr>
        <p:blipFill>
          <a:blip r:embed="rId15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0347" y="429420"/>
            <a:ext cx="482228" cy="482439"/>
          </a:xfrm>
          <a:prstGeom prst="rect">
            <a:avLst/>
          </a:prstGeom>
        </p:spPr>
      </p:pic>
      <p:pic>
        <p:nvPicPr>
          <p:cNvPr id="4" name="Graphic 6">
            <a:extLst>
              <a:ext uri="{FF2B5EF4-FFF2-40B4-BE49-F238E27FC236}">
                <a16:creationId xmlns:a16="http://schemas.microsoft.com/office/drawing/2014/main" id="{D8E67127-9474-DA03-81EB-4CAAC01E05A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55"/>
              </a:ext>
            </a:extLst>
          </a:blip>
          <a:stretch>
            <a:fillRect/>
          </a:stretch>
        </p:blipFill>
        <p:spPr>
          <a:xfrm>
            <a:off x="10418145" y="476250"/>
            <a:ext cx="773481" cy="391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246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1" r:id="rId2"/>
    <p:sldLayoutId id="2147483665" r:id="rId3"/>
    <p:sldLayoutId id="2147483736" r:id="rId4"/>
    <p:sldLayoutId id="2147483701" r:id="rId5"/>
    <p:sldLayoutId id="2147483667" r:id="rId6"/>
    <p:sldLayoutId id="2147483725" r:id="rId7"/>
    <p:sldLayoutId id="2147483728" r:id="rId8"/>
    <p:sldLayoutId id="2147483671" r:id="rId9"/>
    <p:sldLayoutId id="2147483752" r:id="rId10"/>
    <p:sldLayoutId id="2147483751" r:id="rId11"/>
    <p:sldLayoutId id="2147483673" r:id="rId12"/>
    <p:sldLayoutId id="2147483727" r:id="rId13"/>
    <p:sldLayoutId id="2147483762" r:id="rId14"/>
    <p:sldLayoutId id="2147483675" r:id="rId15"/>
    <p:sldLayoutId id="2147483763" r:id="rId16"/>
    <p:sldLayoutId id="2147483764" r:id="rId17"/>
    <p:sldLayoutId id="2147483774" r:id="rId18"/>
    <p:sldLayoutId id="2147483775" r:id="rId19"/>
    <p:sldLayoutId id="2147483776" r:id="rId20"/>
    <p:sldLayoutId id="2147483777" r:id="rId21"/>
    <p:sldLayoutId id="2147483778" r:id="rId22"/>
    <p:sldLayoutId id="2147483779" r:id="rId23"/>
    <p:sldLayoutId id="2147483765" r:id="rId24"/>
    <p:sldLayoutId id="2147483740" r:id="rId25"/>
    <p:sldLayoutId id="2147483739" r:id="rId26"/>
    <p:sldLayoutId id="2147483766" r:id="rId27"/>
    <p:sldLayoutId id="2147483753" r:id="rId28"/>
    <p:sldLayoutId id="2147483741" r:id="rId29"/>
    <p:sldLayoutId id="2147483738" r:id="rId30"/>
    <p:sldLayoutId id="2147483744" r:id="rId31"/>
    <p:sldLayoutId id="2147483743" r:id="rId32"/>
    <p:sldLayoutId id="2147483767" r:id="rId33"/>
    <p:sldLayoutId id="2147483746" r:id="rId34"/>
    <p:sldLayoutId id="2147483745" r:id="rId35"/>
    <p:sldLayoutId id="2147483768" r:id="rId36"/>
    <p:sldLayoutId id="2147483748" r:id="rId37"/>
    <p:sldLayoutId id="2147483747" r:id="rId38"/>
    <p:sldLayoutId id="2147483769" r:id="rId39"/>
    <p:sldLayoutId id="2147483750" r:id="rId40"/>
    <p:sldLayoutId id="2147483749" r:id="rId41"/>
    <p:sldLayoutId id="2147483780" r:id="rId42"/>
    <p:sldLayoutId id="2147483781" r:id="rId43"/>
    <p:sldLayoutId id="2147483782" r:id="rId44"/>
    <p:sldLayoutId id="2147483770" r:id="rId45"/>
    <p:sldLayoutId id="2147483755" r:id="rId46"/>
    <p:sldLayoutId id="2147483754" r:id="rId47"/>
    <p:sldLayoutId id="2147483783" r:id="rId48"/>
    <p:sldLayoutId id="2147483784" r:id="rId49"/>
    <p:sldLayoutId id="2147483785" r:id="rId50"/>
    <p:sldLayoutId id="2147483786" r:id="rId51"/>
    <p:sldLayoutId id="2147483787" r:id="rId52"/>
    <p:sldLayoutId id="2147483788" r:id="rId53"/>
    <p:sldLayoutId id="2147483789" r:id="rId54"/>
    <p:sldLayoutId id="2147483790" r:id="rId55"/>
    <p:sldLayoutId id="2147483791" r:id="rId56"/>
    <p:sldLayoutId id="2147483792" r:id="rId57"/>
    <p:sldLayoutId id="2147483793" r:id="rId58"/>
    <p:sldLayoutId id="2147483794" r:id="rId59"/>
    <p:sldLayoutId id="2147483795" r:id="rId60"/>
    <p:sldLayoutId id="2147483796" r:id="rId61"/>
    <p:sldLayoutId id="2147483797" r:id="rId62"/>
    <p:sldLayoutId id="2147483771" r:id="rId63"/>
    <p:sldLayoutId id="2147483757" r:id="rId64"/>
    <p:sldLayoutId id="2147483756" r:id="rId65"/>
    <p:sldLayoutId id="2147483798" r:id="rId66"/>
    <p:sldLayoutId id="2147483799" r:id="rId67"/>
    <p:sldLayoutId id="2147483800" r:id="rId68"/>
    <p:sldLayoutId id="2147483801" r:id="rId69"/>
    <p:sldLayoutId id="2147483802" r:id="rId70"/>
    <p:sldLayoutId id="2147483803" r:id="rId71"/>
    <p:sldLayoutId id="2147483804" r:id="rId72"/>
    <p:sldLayoutId id="2147483805" r:id="rId73"/>
    <p:sldLayoutId id="2147483806" r:id="rId74"/>
    <p:sldLayoutId id="2147483807" r:id="rId75"/>
    <p:sldLayoutId id="2147483808" r:id="rId76"/>
    <p:sldLayoutId id="2147483809" r:id="rId77"/>
    <p:sldLayoutId id="2147483810" r:id="rId78"/>
    <p:sldLayoutId id="2147483811" r:id="rId79"/>
    <p:sldLayoutId id="2147483812" r:id="rId80"/>
    <p:sldLayoutId id="2147483772" r:id="rId81"/>
    <p:sldLayoutId id="2147483759" r:id="rId82"/>
    <p:sldLayoutId id="2147483758" r:id="rId83"/>
    <p:sldLayoutId id="2147483813" r:id="rId84"/>
    <p:sldLayoutId id="2147483814" r:id="rId85"/>
    <p:sldLayoutId id="2147483815" r:id="rId86"/>
    <p:sldLayoutId id="2147483816" r:id="rId87"/>
    <p:sldLayoutId id="2147483817" r:id="rId88"/>
    <p:sldLayoutId id="2147483818" r:id="rId89"/>
    <p:sldLayoutId id="2147483819" r:id="rId90"/>
    <p:sldLayoutId id="2147483820" r:id="rId91"/>
    <p:sldLayoutId id="2147483821" r:id="rId92"/>
    <p:sldLayoutId id="2147483822" r:id="rId93"/>
    <p:sldLayoutId id="2147483823" r:id="rId94"/>
    <p:sldLayoutId id="2147483824" r:id="rId95"/>
    <p:sldLayoutId id="2147483825" r:id="rId96"/>
    <p:sldLayoutId id="2147483826" r:id="rId97"/>
    <p:sldLayoutId id="2147483827" r:id="rId98"/>
    <p:sldLayoutId id="2147483773" r:id="rId99"/>
    <p:sldLayoutId id="2147483761" r:id="rId100"/>
    <p:sldLayoutId id="2147483760" r:id="rId101"/>
    <p:sldLayoutId id="2147483828" r:id="rId102"/>
    <p:sldLayoutId id="2147483829" r:id="rId103"/>
    <p:sldLayoutId id="2147483830" r:id="rId104"/>
    <p:sldLayoutId id="2147483831" r:id="rId105"/>
    <p:sldLayoutId id="2147483832" r:id="rId106"/>
    <p:sldLayoutId id="2147483833" r:id="rId107"/>
    <p:sldLayoutId id="2147483834" r:id="rId108"/>
    <p:sldLayoutId id="2147483835" r:id="rId109"/>
    <p:sldLayoutId id="2147483836" r:id="rId110"/>
    <p:sldLayoutId id="2147483837" r:id="rId111"/>
    <p:sldLayoutId id="2147483838" r:id="rId112"/>
    <p:sldLayoutId id="2147483839" r:id="rId113"/>
    <p:sldLayoutId id="2147483663" r:id="rId114"/>
    <p:sldLayoutId id="2147483664" r:id="rId115"/>
    <p:sldLayoutId id="2147483737" r:id="rId116"/>
    <p:sldLayoutId id="2147483666" r:id="rId117"/>
    <p:sldLayoutId id="2147483668" r:id="rId118"/>
    <p:sldLayoutId id="2147483669" r:id="rId119"/>
    <p:sldLayoutId id="2147483670" r:id="rId120"/>
    <p:sldLayoutId id="2147483672" r:id="rId121"/>
    <p:sldLayoutId id="2147483674" r:id="rId122"/>
    <p:sldLayoutId id="2147483676" r:id="rId123"/>
    <p:sldLayoutId id="2147483677" r:id="rId124"/>
    <p:sldLayoutId id="2147483678" r:id="rId125"/>
    <p:sldLayoutId id="2147483679" r:id="rId126"/>
    <p:sldLayoutId id="2147483680" r:id="rId127"/>
    <p:sldLayoutId id="2147483681" r:id="rId128"/>
    <p:sldLayoutId id="2147483682" r:id="rId129"/>
    <p:sldLayoutId id="2147483683" r:id="rId130"/>
    <p:sldLayoutId id="2147483684" r:id="rId131"/>
    <p:sldLayoutId id="2147483685" r:id="rId132"/>
    <p:sldLayoutId id="2147483686" r:id="rId133"/>
    <p:sldLayoutId id="2147483687" r:id="rId134"/>
    <p:sldLayoutId id="2147483688" r:id="rId135"/>
    <p:sldLayoutId id="2147483689" r:id="rId136"/>
    <p:sldLayoutId id="2147483690" r:id="rId137"/>
    <p:sldLayoutId id="2147483691" r:id="rId138"/>
    <p:sldLayoutId id="2147483692" r:id="rId139"/>
    <p:sldLayoutId id="2147483693" r:id="rId140"/>
    <p:sldLayoutId id="2147483694" r:id="rId141"/>
    <p:sldLayoutId id="2147483695" r:id="rId142"/>
    <p:sldLayoutId id="2147483696" r:id="rId143"/>
    <p:sldLayoutId id="2147483697" r:id="rId144"/>
    <p:sldLayoutId id="2147483698" r:id="rId145"/>
    <p:sldLayoutId id="2147483699" r:id="rId146"/>
    <p:sldLayoutId id="2147483700" r:id="rId147"/>
    <p:sldLayoutId id="2147483702" r:id="rId148"/>
    <p:sldLayoutId id="2147483703" r:id="rId149"/>
    <p:sldLayoutId id="2147483704" r:id="rId150"/>
    <p:sldLayoutId id="2147483705" r:id="rId151"/>
    <p:sldLayoutId id="2147483706" r:id="rId152"/>
  </p:sldLayoutIdLst>
  <p:hf sldNum="0" hdr="0" ftr="0" dt="0"/>
  <p:txStyles>
    <p:titleStyle>
      <a:lvl1pPr algn="l" rtl="0" eaLnBrk="1" fontAlgn="base" hangingPunct="1">
        <a:lnSpc>
          <a:spcPct val="85000"/>
        </a:lnSpc>
        <a:spcBef>
          <a:spcPts val="300"/>
        </a:spcBef>
        <a:spcAft>
          <a:spcPct val="0"/>
        </a:spcAft>
        <a:defRPr sz="4000" kern="1400" spc="-16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Ericsson Hilda" pitchFamily="2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Ericsson Hilda" pitchFamily="2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Ericsson Hilda" pitchFamily="2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Ericsson Hilda" pitchFamily="2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Ericsson Hilda" pitchFamily="2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Ericsson Hilda" pitchFamily="2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Ericsson Hilda" pitchFamily="2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Ericsson Hilda" pitchFamily="2" charset="0"/>
        </a:defRPr>
      </a:lvl9pPr>
    </p:titleStyle>
    <p:bodyStyle>
      <a:lvl1pPr marL="265113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 kern="1000" spc="-30">
          <a:solidFill>
            <a:schemeClr val="tx1"/>
          </a:solidFill>
          <a:latin typeface="+mn-lt"/>
          <a:ea typeface="+mn-ea"/>
          <a:cs typeface="+mn-cs"/>
        </a:defRPr>
      </a:lvl1pPr>
      <a:lvl2pPr marL="538163" indent="-273050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–"/>
        <a:defRPr sz="2000" kern="1000" spc="-30">
          <a:solidFill>
            <a:schemeClr val="tx1"/>
          </a:solidFill>
          <a:latin typeface="+mn-lt"/>
        </a:defRPr>
      </a:lvl2pPr>
      <a:lvl3pPr marL="803275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 kern="1000" spc="-30">
          <a:solidFill>
            <a:schemeClr val="tx1"/>
          </a:solidFill>
          <a:latin typeface="+mn-lt"/>
        </a:defRPr>
      </a:lvl3pPr>
      <a:lvl4pPr marL="1076325" indent="-273050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–"/>
        <a:defRPr sz="2000" kern="1000" spc="-30">
          <a:solidFill>
            <a:schemeClr val="tx1"/>
          </a:solidFill>
          <a:latin typeface="+mn-lt"/>
        </a:defRPr>
      </a:lvl4pPr>
      <a:lvl5pPr marL="1341438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 kern="1000" spc="-30">
          <a:solidFill>
            <a:schemeClr val="tx1"/>
          </a:solidFill>
          <a:latin typeface="+mn-lt"/>
        </a:defRPr>
      </a:lvl5pPr>
      <a:lvl6pPr marL="1341438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>
          <a:solidFill>
            <a:schemeClr val="tx1"/>
          </a:solidFill>
          <a:latin typeface="+mn-lt"/>
        </a:defRPr>
      </a:lvl6pPr>
      <a:lvl7pPr marL="1341438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>
          <a:solidFill>
            <a:schemeClr val="tx1"/>
          </a:solidFill>
          <a:latin typeface="+mn-lt"/>
        </a:defRPr>
      </a:lvl7pPr>
      <a:lvl8pPr marL="1341438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>
          <a:solidFill>
            <a:schemeClr val="tx1"/>
          </a:solidFill>
          <a:latin typeface="+mn-lt"/>
        </a:defRPr>
      </a:lvl8pPr>
      <a:lvl9pPr marL="1341438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>
          <a:solidFill>
            <a:schemeClr val="tx1"/>
          </a:solidFill>
          <a:latin typeface="+mn-lt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00">
          <p15:clr>
            <a:srgbClr val="A4A3A4"/>
          </p15:clr>
        </p15:guide>
        <p15:guide id="2" pos="302">
          <p15:clr>
            <a:srgbClr val="A4A3A4"/>
          </p15:clr>
        </p15:guide>
        <p15:guide id="3" pos="1935">
          <p15:clr>
            <a:srgbClr val="A4A3A4"/>
          </p15:clr>
        </p15:guide>
        <p15:guide id="4" orient="horz" pos="981">
          <p15:clr>
            <a:srgbClr val="A4A3A4"/>
          </p15:clr>
        </p15:guide>
        <p15:guide id="6" pos="2116">
          <p15:clr>
            <a:srgbClr val="A4A3A4"/>
          </p15:clr>
        </p15:guide>
        <p15:guide id="7" pos="3931">
          <p15:clr>
            <a:srgbClr val="A4A3A4"/>
          </p15:clr>
        </p15:guide>
        <p15:guide id="9" pos="3749">
          <p15:clr>
            <a:srgbClr val="A4A3A4"/>
          </p15:clr>
        </p15:guide>
        <p15:guide id="10" pos="5564">
          <p15:clr>
            <a:srgbClr val="A4A3A4"/>
          </p15:clr>
        </p15:guide>
        <p15:guide id="12" pos="5745">
          <p15:clr>
            <a:srgbClr val="A4A3A4"/>
          </p15:clr>
        </p15:guide>
        <p15:guide id="13" pos="7378">
          <p15:clr>
            <a:srgbClr val="A4A3A4"/>
          </p15:clr>
        </p15:guide>
        <p15:guide id="16" orient="horz" pos="2478">
          <p15:clr>
            <a:srgbClr val="A4A3A4"/>
          </p15:clr>
        </p15:guide>
        <p15:guide id="17" orient="horz" pos="2614">
          <p15:clr>
            <a:srgbClr val="A4A3A4"/>
          </p15:clr>
        </p15:guide>
        <p15:guide id="18" orient="horz" pos="3929">
          <p15:clr>
            <a:srgbClr val="A4A3A4"/>
          </p15:clr>
        </p15:guide>
        <p15:guide id="19" orient="horz" pos="4110">
          <p15:clr>
            <a:srgbClr val="A4A3A4"/>
          </p15:clr>
        </p15:guide>
        <p15:guide id="20" orient="horz" pos="1162">
          <p15:clr>
            <a:srgbClr val="A4A3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_SM"/>
          <p:cNvSpPr>
            <a:spLocks noGrp="1" noChangeArrowheads="1"/>
          </p:cNvSpPr>
          <p:nvPr>
            <p:ph type="title"/>
          </p:nvPr>
        </p:nvSpPr>
        <p:spPr bwMode="auto">
          <a:xfrm>
            <a:off x="479424" y="476250"/>
            <a:ext cx="8353425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83145CE-A2DE-4236-A4F9-8AE088671C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425" y="1844674"/>
            <a:ext cx="11233150" cy="4392613"/>
          </a:xfrm>
          <a:prstGeom prst="rect">
            <a:avLst/>
          </a:prstGeom>
        </p:spPr>
        <p:txBody>
          <a:bodyPr vert="horz" lIns="72000" tIns="36000" rIns="72000" bIns="36000" rtlCol="0">
            <a:noAutofit/>
          </a:bodyPr>
          <a:lstStyle/>
          <a:p>
            <a:pPr lvl="0"/>
            <a:r>
              <a:rPr lang="en-US" err="1"/>
              <a:t>Mintaszöveg</a:t>
            </a:r>
            <a:r>
              <a:rPr lang="en-US"/>
              <a:t> </a:t>
            </a:r>
            <a:r>
              <a:rPr lang="en-US" err="1"/>
              <a:t>szerkesztése</a:t>
            </a:r>
            <a:endParaRPr lang="en-US"/>
          </a:p>
          <a:p>
            <a:pPr lvl="1"/>
            <a:r>
              <a:rPr lang="en-US" err="1"/>
              <a:t>Második</a:t>
            </a:r>
            <a:r>
              <a:rPr lang="en-US"/>
              <a:t> </a:t>
            </a:r>
            <a:r>
              <a:rPr lang="en-US" err="1"/>
              <a:t>szint</a:t>
            </a:r>
            <a:endParaRPr lang="en-US"/>
          </a:p>
          <a:p>
            <a:pPr lvl="2"/>
            <a:r>
              <a:rPr lang="en-US" err="1"/>
              <a:t>Harmadik</a:t>
            </a:r>
            <a:r>
              <a:rPr lang="en-US"/>
              <a:t> </a:t>
            </a:r>
            <a:r>
              <a:rPr lang="en-US" err="1"/>
              <a:t>szint</a:t>
            </a:r>
            <a:endParaRPr lang="en-US"/>
          </a:p>
          <a:p>
            <a:pPr lvl="3"/>
            <a:r>
              <a:rPr lang="en-US" err="1"/>
              <a:t>Negyedik</a:t>
            </a:r>
            <a:r>
              <a:rPr lang="en-US"/>
              <a:t> </a:t>
            </a:r>
            <a:r>
              <a:rPr lang="en-US" err="1"/>
              <a:t>szint</a:t>
            </a:r>
            <a:endParaRPr lang="en-US"/>
          </a:p>
          <a:p>
            <a:pPr lvl="4"/>
            <a:r>
              <a:rPr lang="en-US" err="1"/>
              <a:t>Ötödik</a:t>
            </a:r>
            <a:r>
              <a:rPr lang="en-US"/>
              <a:t> </a:t>
            </a:r>
            <a:r>
              <a:rPr lang="en-US" err="1"/>
              <a:t>szint</a:t>
            </a:r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CFCA6C0-C300-46F3-8D05-D936BF801E76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1493088" y="476251"/>
            <a:ext cx="256032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092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  <p:sldLayoutId id="2147483723" r:id="rId16"/>
    <p:sldLayoutId id="2147483724" r:id="rId17"/>
  </p:sldLayoutIdLst>
  <p:hf sldNum="0" hdr="0" ftr="0" dt="0"/>
  <p:txStyles>
    <p:titleStyle>
      <a:lvl1pPr algn="l" rtl="0" eaLnBrk="1" fontAlgn="base" hangingPunct="1">
        <a:lnSpc>
          <a:spcPct val="85000"/>
        </a:lnSpc>
        <a:spcBef>
          <a:spcPts val="300"/>
        </a:spcBef>
        <a:spcAft>
          <a:spcPct val="0"/>
        </a:spcAft>
        <a:defRPr sz="4000" kern="1400" spc="-16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Ericsson Hilda" pitchFamily="2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Ericsson Hilda" pitchFamily="2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Ericsson Hilda" pitchFamily="2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Ericsson Hilda" pitchFamily="2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Ericsson Hilda" pitchFamily="2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Ericsson Hilda" pitchFamily="2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Ericsson Hilda" pitchFamily="2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Ericsson Hilda" pitchFamily="2" charset="0"/>
        </a:defRPr>
      </a:lvl9pPr>
    </p:titleStyle>
    <p:bodyStyle>
      <a:lvl1pPr marL="265113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 kern="1000" spc="-30">
          <a:solidFill>
            <a:schemeClr val="tx1"/>
          </a:solidFill>
          <a:latin typeface="+mn-lt"/>
          <a:ea typeface="+mn-ea"/>
          <a:cs typeface="+mn-cs"/>
        </a:defRPr>
      </a:lvl1pPr>
      <a:lvl2pPr marL="538163" indent="-273050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–"/>
        <a:defRPr sz="2000" kern="1000" spc="-30">
          <a:solidFill>
            <a:schemeClr val="tx1"/>
          </a:solidFill>
          <a:latin typeface="+mn-lt"/>
        </a:defRPr>
      </a:lvl2pPr>
      <a:lvl3pPr marL="803275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 kern="1000" spc="-30">
          <a:solidFill>
            <a:schemeClr val="tx1"/>
          </a:solidFill>
          <a:latin typeface="+mn-lt"/>
        </a:defRPr>
      </a:lvl3pPr>
      <a:lvl4pPr marL="1076325" indent="-273050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–"/>
        <a:defRPr sz="2000" kern="1000" spc="-30">
          <a:solidFill>
            <a:schemeClr val="tx1"/>
          </a:solidFill>
          <a:latin typeface="+mn-lt"/>
        </a:defRPr>
      </a:lvl4pPr>
      <a:lvl5pPr marL="1341438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 kern="1000" spc="-30">
          <a:solidFill>
            <a:schemeClr val="tx1"/>
          </a:solidFill>
          <a:latin typeface="+mn-lt"/>
        </a:defRPr>
      </a:lvl5pPr>
      <a:lvl6pPr marL="1341438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>
          <a:solidFill>
            <a:schemeClr val="tx1"/>
          </a:solidFill>
          <a:latin typeface="+mn-lt"/>
        </a:defRPr>
      </a:lvl6pPr>
      <a:lvl7pPr marL="1341438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>
          <a:solidFill>
            <a:schemeClr val="tx1"/>
          </a:solidFill>
          <a:latin typeface="+mn-lt"/>
        </a:defRPr>
      </a:lvl7pPr>
      <a:lvl8pPr marL="1341438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>
          <a:solidFill>
            <a:schemeClr val="tx1"/>
          </a:solidFill>
          <a:latin typeface="+mn-lt"/>
        </a:defRPr>
      </a:lvl8pPr>
      <a:lvl9pPr marL="1341438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>
          <a:solidFill>
            <a:schemeClr val="tx1"/>
          </a:solidFill>
          <a:latin typeface="+mn-lt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00">
          <p15:clr>
            <a:srgbClr val="A4A3A4"/>
          </p15:clr>
        </p15:guide>
        <p15:guide id="2" pos="302">
          <p15:clr>
            <a:srgbClr val="A4A3A4"/>
          </p15:clr>
        </p15:guide>
        <p15:guide id="3" pos="1935">
          <p15:clr>
            <a:srgbClr val="A4A3A4"/>
          </p15:clr>
        </p15:guide>
        <p15:guide id="4" orient="horz" pos="981">
          <p15:clr>
            <a:srgbClr val="A4A3A4"/>
          </p15:clr>
        </p15:guide>
        <p15:guide id="6" pos="2116">
          <p15:clr>
            <a:srgbClr val="A4A3A4"/>
          </p15:clr>
        </p15:guide>
        <p15:guide id="7" pos="3931">
          <p15:clr>
            <a:srgbClr val="A4A3A4"/>
          </p15:clr>
        </p15:guide>
        <p15:guide id="9" pos="3749">
          <p15:clr>
            <a:srgbClr val="A4A3A4"/>
          </p15:clr>
        </p15:guide>
        <p15:guide id="10" pos="5564">
          <p15:clr>
            <a:srgbClr val="A4A3A4"/>
          </p15:clr>
        </p15:guide>
        <p15:guide id="12" pos="5745">
          <p15:clr>
            <a:srgbClr val="A4A3A4"/>
          </p15:clr>
        </p15:guide>
        <p15:guide id="13" pos="7378">
          <p15:clr>
            <a:srgbClr val="A4A3A4"/>
          </p15:clr>
        </p15:guide>
        <p15:guide id="16" orient="horz" pos="2478">
          <p15:clr>
            <a:srgbClr val="A4A3A4"/>
          </p15:clr>
        </p15:guide>
        <p15:guide id="17" orient="horz" pos="2614">
          <p15:clr>
            <a:srgbClr val="A4A3A4"/>
          </p15:clr>
        </p15:guide>
        <p15:guide id="18" orient="horz" pos="3929">
          <p15:clr>
            <a:srgbClr val="A4A3A4"/>
          </p15:clr>
        </p15:guide>
        <p15:guide id="19" orient="horz" pos="4110">
          <p15:clr>
            <a:srgbClr val="A4A3A4"/>
          </p15:clr>
        </p15:guide>
        <p15:guide id="20" orient="horz" pos="1162">
          <p15:clr>
            <a:srgbClr val="A4A3A4"/>
          </p15:clr>
        </p15:guide>
      </p15:sldGuideLst>
    </p:ext>
  </p:extLst>
</p:sldMaster>
</file>

<file path=ppt/theme/theme1.xml><?xml version="1.0" encoding="utf-8"?>
<a:theme xmlns:a="http://schemas.openxmlformats.org/drawingml/2006/main" name="PresentationTemplate2025">
  <a:themeElements>
    <a:clrScheme name="Ericsson">
      <a:dk1>
        <a:srgbClr val="181818"/>
      </a:dk1>
      <a:lt1>
        <a:srgbClr val="FFFFFF"/>
      </a:lt1>
      <a:dk2>
        <a:srgbClr val="181818"/>
      </a:dk2>
      <a:lt2>
        <a:srgbClr val="E0E0E0"/>
      </a:lt2>
      <a:accent1>
        <a:srgbClr val="1174E6"/>
      </a:accent1>
      <a:accent2>
        <a:srgbClr val="23969A"/>
      </a:accent2>
      <a:accent3>
        <a:srgbClr val="976CF4"/>
      </a:accent3>
      <a:accent4>
        <a:srgbClr val="FAD22D"/>
      </a:accent4>
      <a:accent5>
        <a:srgbClr val="E66E19"/>
      </a:accent5>
      <a:accent6>
        <a:srgbClr val="E65D6A"/>
      </a:accent6>
      <a:hlink>
        <a:srgbClr val="0082F0"/>
      </a:hlink>
      <a:folHlink>
        <a:srgbClr val="040969"/>
      </a:folHlink>
    </a:clrScheme>
    <a:fontScheme name="Ericsson">
      <a:majorFont>
        <a:latin typeface="Ericsson Hilda Light"/>
        <a:ea typeface=""/>
        <a:cs typeface=""/>
      </a:majorFont>
      <a:minorFont>
        <a:latin typeface="Ericsson Hild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spcBef>
            <a:spcPts val="800"/>
          </a:spcBef>
          <a:defRPr dirty="0" err="1" smtClean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/>
        </a:ln>
        <a:effectLst/>
      </a:spPr>
      <a:bodyPr/>
      <a:lstStyle/>
    </a:lnDef>
    <a:txDef>
      <a:spPr/>
      <a:bodyPr vert="horz" wrap="square" lIns="72000" tIns="36000" rIns="72000" bIns="36000" rtlCol="0" anchor="t">
        <a:noAutofit/>
      </a:bodyPr>
      <a:lstStyle>
        <a:defPPr marR="0" algn="l" defTabSz="914400" rtl="0" eaLnBrk="1" fontAlgn="base" latinLnBrk="0" hangingPunct="1">
          <a:lnSpc>
            <a:spcPct val="100000"/>
          </a:lnSpc>
          <a:spcBef>
            <a:spcPts val="800"/>
          </a:spcBef>
          <a:spcAft>
            <a:spcPct val="0"/>
          </a:spcAft>
          <a:buClrTx/>
          <a:buSzTx/>
          <a:tabLst/>
          <a:defRPr kumimoji="0" sz="2000" b="0" i="0" u="none" strike="noStrike" kern="1000" cap="none" spc="-30" normalizeH="0" baseline="0" noProof="0" dirty="0" err="1">
            <a:ln>
              <a:noFill/>
            </a:ln>
            <a:solidFill>
              <a:schemeClr val="tx1"/>
            </a:solidFill>
            <a:effectLst/>
            <a:uLnTx/>
            <a:uFillTx/>
            <a:latin typeface="+mn-lt"/>
            <a:ea typeface="+mn-ea"/>
            <a:cs typeface="+mn-cs"/>
          </a:defRPr>
        </a:defPPr>
      </a:lstStyle>
    </a:txDef>
  </a:objectDefaults>
  <a:extraClrSchemeLst>
    <a:extraClrScheme>
      <a:clrScheme name="Landscape2009 1">
        <a:dk1>
          <a:srgbClr val="58585A"/>
        </a:dk1>
        <a:lt1>
          <a:srgbClr val="FFFFFF"/>
        </a:lt1>
        <a:dk2>
          <a:srgbClr val="00285E"/>
        </a:dk2>
        <a:lt2>
          <a:srgbClr val="B1B3B4"/>
        </a:lt2>
        <a:accent1>
          <a:srgbClr val="89BA17"/>
        </a:accent1>
        <a:accent2>
          <a:srgbClr val="F08A00"/>
        </a:accent2>
        <a:accent3>
          <a:srgbClr val="FFFFFF"/>
        </a:accent3>
        <a:accent4>
          <a:srgbClr val="4A4A4C"/>
        </a:accent4>
        <a:accent5>
          <a:srgbClr val="C4D9AB"/>
        </a:accent5>
        <a:accent6>
          <a:srgbClr val="D97D00"/>
        </a:accent6>
        <a:hlink>
          <a:srgbClr val="00A9D4"/>
        </a:hlink>
        <a:folHlink>
          <a:srgbClr val="00625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custClrLst>
    <a:custClr name="Dark blue ">
      <a:srgbClr val="000082"/>
    </a:custClr>
    <a:custClr name="Blue">
      <a:srgbClr val="1174E6"/>
    </a:custClr>
    <a:custClr name="Light blue">
      <a:srgbClr val="D6E2F5"/>
    </a:custClr>
    <a:custClr name="Dark purple">
      <a:srgbClr val="2D2049"/>
    </a:custClr>
    <a:custClr name="Purple">
      <a:srgbClr val="976CF4"/>
    </a:custClr>
    <a:custClr name="Light purple">
      <a:srgbClr val="E0D3FC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Dark teal">
      <a:srgbClr val="0B2D2E"/>
    </a:custClr>
    <a:custClr name="Teal">
      <a:srgbClr val="23969A"/>
    </a:custClr>
    <a:custClr name="Light teal">
      <a:srgbClr val="BDE0E1"/>
    </a:custClr>
    <a:custClr name="Dark coral">
      <a:srgbClr val="3C2121"/>
    </a:custClr>
    <a:custClr name="Coral">
      <a:srgbClr val="E65D6A"/>
    </a:custClr>
    <a:custClr name="Light coral">
      <a:srgbClr val="EFD4D3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Red">
      <a:srgbClr val="C52A32"/>
    </a:custClr>
    <a:custClr name="Orange">
      <a:srgbClr val="E66E19"/>
    </a:custClr>
    <a:custClr name="Yellow">
      <a:srgbClr val="FAD22D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Black">
      <a:srgbClr val="000000"/>
    </a:custClr>
    <a:custClr name="Grey 1">
      <a:srgbClr val="242424"/>
    </a:custClr>
    <a:custClr name="Grey 2">
      <a:srgbClr val="767676"/>
    </a:custClr>
    <a:custClr name="Grey 3">
      <a:srgbClr val="A0A0A0"/>
    </a:custClr>
    <a:custClr name="Grey 4">
      <a:srgbClr val="E0E0E0"/>
    </a:custClr>
    <a:custClr name="Grey 5">
      <a:srgbClr val="F2F2F2"/>
    </a:custClr>
    <a:custClr name="White">
      <a:srgbClr val="FFFFFF"/>
    </a:custClr>
  </a:custClrLst>
  <a:extLst>
    <a:ext uri="{05A4C25C-085E-4340-85A3-A5531E510DB2}">
      <thm15:themeFamily xmlns:thm15="http://schemas.microsoft.com/office/thememl/2012/main" name="PresentationTemplate2017.potx" id="{775AD81A-0AF6-45CB-889B-779F764C8091}" vid="{622262D2-9439-4A46-819E-379D679C1385}"/>
    </a:ext>
  </a:extLst>
</a:theme>
</file>

<file path=ppt/theme/theme2.xml><?xml version="1.0" encoding="utf-8"?>
<a:theme xmlns:a="http://schemas.openxmlformats.org/drawingml/2006/main" name="1_PresentationTemplate2021">
  <a:themeElements>
    <a:clrScheme name="Ericsson">
      <a:dk1>
        <a:srgbClr val="181818"/>
      </a:dk1>
      <a:lt1>
        <a:srgbClr val="FFFFFF"/>
      </a:lt1>
      <a:dk2>
        <a:srgbClr val="181818"/>
      </a:dk2>
      <a:lt2>
        <a:srgbClr val="E0E0E0"/>
      </a:lt2>
      <a:accent1>
        <a:srgbClr val="0082F0"/>
      </a:accent1>
      <a:accent2>
        <a:srgbClr val="0FC373"/>
      </a:accent2>
      <a:accent3>
        <a:srgbClr val="AF78D2"/>
      </a:accent3>
      <a:accent4>
        <a:srgbClr val="FAD22D"/>
      </a:accent4>
      <a:accent5>
        <a:srgbClr val="FF8C0A"/>
      </a:accent5>
      <a:accent6>
        <a:srgbClr val="FF3232"/>
      </a:accent6>
      <a:hlink>
        <a:srgbClr val="0082F0"/>
      </a:hlink>
      <a:folHlink>
        <a:srgbClr val="040969"/>
      </a:folHlink>
    </a:clrScheme>
    <a:fontScheme name="Ericsson">
      <a:majorFont>
        <a:latin typeface="Ericsson Hilda Light"/>
        <a:ea typeface=""/>
        <a:cs typeface=""/>
      </a:majorFont>
      <a:minorFont>
        <a:latin typeface="Ericsson Hild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<a:prstTxWarp prst="textNoShape">
          <a:avLst/>
        </a:prstTxWarp>
        <a:noAutofit/>
      </a:bodyPr>
      <a:lstStyle>
        <a:defPPr marL="180000" indent="-180000" algn="l">
          <a:spcBef>
            <a:spcPts val="800"/>
          </a:spcBef>
          <a:buFont typeface="Ericsson Hilda" panose="00000500000000000000" pitchFamily="2" charset="0"/>
          <a:buChar char="●"/>
          <a:defRPr dirty="0" err="1" smtClean="0">
            <a:solidFill>
              <a:srgbClr val="FFFFFF"/>
            </a:solidFill>
            <a:latin typeface="+mn-lt"/>
          </a:defRPr>
        </a:defPPr>
      </a:lstStyle>
    </a:spDef>
    <a:lnDef>
      <a:spPr bwMode="auto"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/>
        </a:ln>
        <a:effectLst/>
      </a:spPr>
      <a:bodyPr/>
      <a:lstStyle/>
    </a:lnDef>
    <a:txDef>
      <a:spPr/>
      <a:bodyPr vert="horz" wrap="square" lIns="72000" tIns="36000" rIns="72000" bIns="36000" rtlCol="0" anchor="t">
        <a:noAutofit/>
      </a:bodyPr>
      <a:lstStyle>
        <a:defPPr marL="180000" marR="0" indent="-180000" algn="l" defTabSz="914400" rtl="0" eaLnBrk="1" fontAlgn="base" latinLnBrk="0" hangingPunct="1">
          <a:lnSpc>
            <a:spcPct val="100000"/>
          </a:lnSpc>
          <a:spcBef>
            <a:spcPts val="800"/>
          </a:spcBef>
          <a:spcAft>
            <a:spcPct val="0"/>
          </a:spcAft>
          <a:buClrTx/>
          <a:buSzTx/>
          <a:buFont typeface="Ericsson Hilda" panose="00000500000000000000" pitchFamily="2" charset="0"/>
          <a:buChar char="●"/>
          <a:tabLst/>
          <a:defRPr kumimoji="0" sz="2000" b="0" i="0" u="none" strike="noStrike" kern="1000" cap="none" spc="-30" normalizeH="0" baseline="0" noProof="0" dirty="0" smtClean="0">
            <a:ln>
              <a:noFill/>
            </a:ln>
            <a:solidFill>
              <a:schemeClr val="tx1"/>
            </a:solidFill>
            <a:effectLst/>
            <a:uLnTx/>
            <a:uFillTx/>
            <a:latin typeface="Ericsson Hilda"/>
            <a:ea typeface="+mn-ea"/>
            <a:cs typeface="+mn-cs"/>
          </a:defRPr>
        </a:defPPr>
      </a:lstStyle>
    </a:txDef>
  </a:objectDefaults>
  <a:extraClrSchemeLst>
    <a:extraClrScheme>
      <a:clrScheme name="Landscape2009 1">
        <a:dk1>
          <a:srgbClr val="58585A"/>
        </a:dk1>
        <a:lt1>
          <a:srgbClr val="FFFFFF"/>
        </a:lt1>
        <a:dk2>
          <a:srgbClr val="00285E"/>
        </a:dk2>
        <a:lt2>
          <a:srgbClr val="B1B3B4"/>
        </a:lt2>
        <a:accent1>
          <a:srgbClr val="89BA17"/>
        </a:accent1>
        <a:accent2>
          <a:srgbClr val="F08A00"/>
        </a:accent2>
        <a:accent3>
          <a:srgbClr val="FFFFFF"/>
        </a:accent3>
        <a:accent4>
          <a:srgbClr val="4A4A4C"/>
        </a:accent4>
        <a:accent5>
          <a:srgbClr val="C4D9AB"/>
        </a:accent5>
        <a:accent6>
          <a:srgbClr val="D97D00"/>
        </a:accent6>
        <a:hlink>
          <a:srgbClr val="00A9D4"/>
        </a:hlink>
        <a:folHlink>
          <a:srgbClr val="00625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custClrLst>
    <a:custClr name="Primary Ericsson Blue 1">
      <a:srgbClr val="000082"/>
    </a:custClr>
    <a:custClr name="Primary Ericsson Blue 2">
      <a:srgbClr val="0050CA"/>
    </a:custClr>
    <a:custClr name="Primary Ericsson Blue">
      <a:srgbClr val="0082F0"/>
    </a:custClr>
    <a:custClr name="Primary Ericsson Blue 3">
      <a:srgbClr val="48A8FA"/>
    </a:custClr>
    <a:custClr name="Primary Ericsson Blue 4">
      <a:srgbClr val="85CCFF"/>
    </a:custClr>
    <a:custClr name="Secondary Ericsson Green">
      <a:srgbClr val="0FC373"/>
    </a:custClr>
    <a:custClr name="Secondary Ericsson Purple">
      <a:srgbClr val="AF78D2"/>
    </a:custClr>
    <a:custClr name="Secondary Ericsson Yellow">
      <a:srgbClr val="FAD22D"/>
    </a:custClr>
    <a:custClr name="Secondary Ericsson Orange">
      <a:srgbClr val="FF8C0A"/>
    </a:custClr>
    <a:custClr name="Secondary Ericsson Red">
      <a:srgbClr val="FF3232"/>
    </a:custClr>
    <a:custClr name="Secondary Ericsson Black">
      <a:srgbClr val="000000"/>
    </a:custClr>
    <a:custClr name="Secondary Ericsson Gray 1">
      <a:srgbClr val="242424"/>
    </a:custClr>
    <a:custClr name="Secondary Ericsson Gray 2">
      <a:srgbClr val="767676"/>
    </a:custClr>
    <a:custClr name="Secondary Ericsson Gray 3">
      <a:srgbClr val="A0A0A0"/>
    </a:custClr>
    <a:custClr name="Secondary Ericsson Gray 4">
      <a:srgbClr val="E0E0E0"/>
    </a:custClr>
    <a:custClr name="Secondary Ericsson Gray 5">
      <a:srgbClr val="F2F2F2"/>
    </a:custClr>
    <a:custClr name="Secondary Ericsson White">
      <a:srgbClr val="FFFFFF"/>
    </a:custClr>
  </a:custClrLst>
  <a:extLst>
    <a:ext uri="{05A4C25C-085E-4340-85A3-A5531E510DB2}">
      <thm15:themeFamily xmlns:thm15="http://schemas.microsoft.com/office/thememl/2012/main" name="PresentationTemplate2017.potx" id="{775AD81A-0AF6-45CB-889B-779F764C8091}" vid="{622262D2-9439-4A46-819E-379D679C138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.xml"/></Relationships>
</file>

<file path=customXml/item1.xml><?xml version="1.0" encoding="utf-8"?>
<TemplafySlideFormConfiguration><![CDATA[{"formFields":[],"formDataEntries":[]}]]></TemplafySlideFormConfiguration>
</file>

<file path=customXml/item2.xml><?xml version="1.0" encoding="utf-8"?>
<TemplafySlideFormConfiguration><![CDATA[{"formFields":[],"formDataEntries":[]}]]></TemplafySlideFormConfiguration>
</file>

<file path=customXml/item3.xml><?xml version="1.0" encoding="utf-8"?>
<TemplafySlideFormConfiguration><![CDATA[{"formFields":[],"formDataEntries":[]}]]></TemplafySlideFormConfiguration>
</file>

<file path=customXml/item4.xml><?xml version="1.0" encoding="utf-8"?>
<TemplafySlideTemplateConfiguration><![CDATA[{"documentContentValidatorConfiguration":{"enableDocumentContentValidator":false,"documentContentValidatorVersion":0},"elementsMetadata":[],"slideId":"637661701761217959","enableDocumentContentUpdater":true,"version":"1.9"}]]></TemplafySlideTemplateConfiguration>
</file>

<file path=customXml/item5.xml><?xml version="1.0" encoding="utf-8"?>
<TemplafySlideTemplateConfiguration><![CDATA[{"documentContentValidatorConfiguration":{"enableDocumentContentValidator":false,"documentContentValidatorVersion":0},"elementsMetadata":[],"slideId":"637661701761217959","enableDocumentContentUpdater":true,"version":"1.9"}]]></TemplafySlideTemplateConfiguration>
</file>

<file path=customXml/item6.xml><?xml version="1.0" encoding="utf-8"?>
<TemplafySlideFormConfiguration><![CDATA[{"formFields":[],"formDataEntries":[]}]]></TemplafySlideFormConfiguration>
</file>

<file path=customXml/item7.xml><?xml version="1.0" encoding="utf-8"?>
<TemplafySlideTemplateConfiguration><![CDATA[{"documentContentValidatorConfiguration":{"enableDocumentContentValidator":false,"documentContentValidatorVersion":0},"elementsMetadata":[],"slideId":"637661701761217959","enableDocumentContentUpdater":true,"version":"1.9"}]]></TemplafySlideTemplateConfiguration>
</file>

<file path=customXml/item8.xml><?xml version="1.0" encoding="utf-8"?>
<TemplafySlideFormConfiguration><![CDATA[{"formFields":[],"formDataEntries":[]}]]></TemplafySlideFormConfiguration>
</file>

<file path=customXml/item9.xml><?xml version="1.0" encoding="utf-8"?>
<TemplafySlideTemplateConfiguration><![CDATA[{"documentContentValidatorConfiguration":{"enableDocumentContentValidator":false,"documentContentValidatorVersion":0},"elementsMetadata":[],"slideId":"637661701761217959","enableDocumentContentUpdater":true,"version":"1.9"}]]></TemplafySlideTemplateConfiguration>
</file>

<file path=customXml/item10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11.xml><?xml version="1.0" encoding="utf-8"?>
<TemplafySlideTemplateConfiguration><![CDATA[{"documentContentValidatorConfiguration":{"enableDocumentContentValidator":false,"documentContentValidatorVersion":0},"elementsMetadata":[],"slideId":"637661701761217959","enableDocumentContentUpdater":true,"version":"1.9"}]]></TemplafySlideTemplateConfiguration>
</file>

<file path=customXml/item12.xml><?xml version="1.0" encoding="utf-8"?>
<TemplafySlideTemplateConfiguration><![CDATA[{"documentContentValidatorConfiguration":{"enableDocumentContentValidator":false,"documentContentValidatorVersion":0},"elementsMetadata":[],"slideId":"637661701761217959","enableDocumentContentUpdater":true,"version":"1.9"}]]></TemplafySlideTemplateConfiguration>
</file>

<file path=customXml/item13.xml><?xml version="1.0" encoding="utf-8"?>
<TemplafySlideTemplateConfiguration><![CDATA[{"documentContentValidatorConfiguration":{"enableDocumentContentValidator":false,"documentContentValidatorVersion":0},"elementsMetadata":[],"slideId":"637661701761217959","enableDocumentContentUpdater":true,"version":"1.9"}]]></TemplafySlideTemplateConfiguration>
</file>

<file path=customXml/item14.xml><?xml version="1.0" encoding="utf-8"?>
<TemplafySlideTemplateConfiguration><![CDATA[{"documentContentValidatorConfiguration":{"enableDocumentContentValidator":false,"documentContentValidatorVersion":0},"elementsMetadata":[],"slideId":"637661701761217959","enableDocumentContentUpdater":true,"version":"1.9"}]]></TemplafySlideTemplateConfiguration>
</file>

<file path=customXml/item15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cef248d-09fe-4034-af42-7800fb0b4c07" xsi:nil="true"/>
    <lcf76f155ced4ddcb4097134ff3c332f xmlns="77fde15d-2397-485e-b73a-86b486d76ed9">
      <Terms xmlns="http://schemas.microsoft.com/office/infopath/2007/PartnerControls"/>
    </lcf76f155ced4ddcb4097134ff3c332f>
    <_Flow_SignoffStatus xmlns="77fde15d-2397-485e-b73a-86b486d76ed9" xsi:nil="true"/>
  </documentManagement>
</p:properties>
</file>

<file path=customXml/item16.xml><?xml version="1.0" encoding="utf-8"?>
<TemplafySlideFormConfiguration><![CDATA[{"formFields":[],"formDataEntries":[]}]]></TemplafySlideFormConfiguration>
</file>

<file path=customXml/item17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3E8D57ECA48EA49A8079FF7BA4D8434" ma:contentTypeVersion="14" ma:contentTypeDescription="Crear nuevo documento." ma:contentTypeScope="" ma:versionID="63c20a81180abc05dcc77631795f2f6d">
  <xsd:schema xmlns:xsd="http://www.w3.org/2001/XMLSchema" xmlns:xs="http://www.w3.org/2001/XMLSchema" xmlns:p="http://schemas.microsoft.com/office/2006/metadata/properties" xmlns:ns2="77fde15d-2397-485e-b73a-86b486d76ed9" xmlns:ns3="bcef248d-09fe-4034-af42-7800fb0b4c07" targetNamespace="http://schemas.microsoft.com/office/2006/metadata/properties" ma:root="true" ma:fieldsID="c568fcd95f5d4d3e7cd3fb2956348a08" ns2:_="" ns3:_="">
    <xsd:import namespace="77fde15d-2397-485e-b73a-86b486d76ed9"/>
    <xsd:import namespace="bcef248d-09fe-4034-af42-7800fb0b4c0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  <xsd:element ref="ns2:_Flow_SignoffStatu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7fde15d-2397-485e-b73a-86b486d76ed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Etiquetas de imagen" ma:readOnly="false" ma:fieldId="{5cf76f15-5ced-4ddc-b409-7134ff3c332f}" ma:taxonomyMulti="true" ma:sspId="c3d31b72-c4b9-4223-ac69-1d9539891dc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  <xsd:element name="_Flow_SignoffStatus" ma:index="20" nillable="true" ma:displayName="Estado de aprobación" ma:internalName="_x0024_Resources_x003a_core_x002c_Signoff_Status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ef248d-09fe-4034-af42-7800fb0b4c07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1248a8f7-3163-4cda-ba50-6dab87801a0e}" ma:internalName="TaxCatchAll" ma:showField="CatchAllData" ma:web="bcef248d-09fe-4034-af42-7800fb0b4c0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18.xml><?xml version="1.0" encoding="utf-8"?>
<TemplafySlideFormConfiguration><![CDATA[{"formFields":[],"formDataEntries":[]}]]></TemplafySlideFormConfiguration>
</file>

<file path=customXml/item19.xml><?xml version="1.0" encoding="utf-8"?>
<TemplafySlideFormConfiguration><![CDATA[{"formFields":[],"formDataEntries":[]}]]></TemplafySlideFormConfiguration>
</file>

<file path=customXml/itemProps1.xml><?xml version="1.0" encoding="utf-8"?>
<ds:datastoreItem xmlns:ds="http://schemas.openxmlformats.org/officeDocument/2006/customXml" ds:itemID="{0B924887-3FAA-4B8E-815F-481860E4E6AF}">
  <ds:schemaRefs/>
</ds:datastoreItem>
</file>

<file path=customXml/itemProps2.xml><?xml version="1.0" encoding="utf-8"?>
<ds:datastoreItem xmlns:ds="http://schemas.openxmlformats.org/officeDocument/2006/customXml" ds:itemID="{A87FB1B0-D223-4CF6-8EC4-E3E816F1CDBE}">
  <ds:schemaRefs/>
</ds:datastoreItem>
</file>

<file path=customXml/itemProps3.xml><?xml version="1.0" encoding="utf-8"?>
<ds:datastoreItem xmlns:ds="http://schemas.openxmlformats.org/officeDocument/2006/customXml" ds:itemID="{6AE2E849-5528-4C05-B1E8-DB80DA8BD7F1}">
  <ds:schemaRefs/>
</ds:datastoreItem>
</file>

<file path=customXml/itemProps4.xml><?xml version="1.0" encoding="utf-8"?>
<ds:datastoreItem xmlns:ds="http://schemas.openxmlformats.org/officeDocument/2006/customXml" ds:itemID="{3E86842F-01DA-4AAB-AA56-9F0B2F496397}">
  <ds:schemaRefs/>
</ds:datastoreItem>
</file>

<file path=customXml/itemProps5.xml><?xml version="1.0" encoding="utf-8"?>
<ds:datastoreItem xmlns:ds="http://schemas.openxmlformats.org/officeDocument/2006/customXml" ds:itemID="{D6A0B861-D97F-43C8-B3DF-13EB4CD7C21A}">
  <ds:schemaRefs/>
</ds:datastoreItem>
</file>

<file path=customXml/itemProps6.xml><?xml version="1.0" encoding="utf-8"?>
<ds:datastoreItem xmlns:ds="http://schemas.openxmlformats.org/officeDocument/2006/customXml" ds:itemID="{2A25ECD3-EA6C-4727-8DF2-5BDC9911D24C}">
  <ds:schemaRefs/>
</ds:datastoreItem>
</file>

<file path=customXml/itemProps7.xml><?xml version="1.0" encoding="utf-8"?>
<ds:datastoreItem xmlns:ds="http://schemas.openxmlformats.org/officeDocument/2006/customXml" ds:itemID="{F6CC31F5-13F1-4893-A918-27994DEE1E73}">
  <ds:schemaRefs/>
</ds:datastoreItem>
</file>

<file path=customXml/itemProps8.xml><?xml version="1.0" encoding="utf-8"?>
<ds:datastoreItem xmlns:ds="http://schemas.openxmlformats.org/officeDocument/2006/customXml" ds:itemID="{F1A1DCA2-547F-4B90-BE36-91B9AB619C93}">
  <ds:schemaRefs/>
</ds:datastoreItem>
</file>

<file path=customXml/itemProps9.xml><?xml version="1.0" encoding="utf-8"?>
<ds:datastoreItem xmlns:ds="http://schemas.openxmlformats.org/officeDocument/2006/customXml" ds:itemID="{772ABA4E-1FA2-4FC1-9A8A-C2C33BEC7DBE}">
  <ds:schemaRefs/>
</ds:datastoreItem>
</file>

<file path=customXml/itemProps10.xml><?xml version="1.0" encoding="utf-8"?>
<ds:datastoreItem xmlns:ds="http://schemas.openxmlformats.org/officeDocument/2006/customXml" ds:itemID="{852C017A-4C71-4057-8850-0D69BC43C2C6}">
  <ds:schemaRefs>
    <ds:schemaRef ds:uri="http://schemas.microsoft.com/sharepoint/v3/contenttype/forms"/>
  </ds:schemaRefs>
</ds:datastoreItem>
</file>

<file path=customXml/itemProps11.xml><?xml version="1.0" encoding="utf-8"?>
<ds:datastoreItem xmlns:ds="http://schemas.openxmlformats.org/officeDocument/2006/customXml" ds:itemID="{ADCE6D4E-881A-4F21-8F46-6A112A7EEBE1}">
  <ds:schemaRefs/>
</ds:datastoreItem>
</file>

<file path=customXml/itemProps12.xml><?xml version="1.0" encoding="utf-8"?>
<ds:datastoreItem xmlns:ds="http://schemas.openxmlformats.org/officeDocument/2006/customXml" ds:itemID="{7FC3D2F9-C978-4F6C-9B95-BEE6303453CA}">
  <ds:schemaRefs/>
</ds:datastoreItem>
</file>

<file path=customXml/itemProps13.xml><?xml version="1.0" encoding="utf-8"?>
<ds:datastoreItem xmlns:ds="http://schemas.openxmlformats.org/officeDocument/2006/customXml" ds:itemID="{2E5DC17B-7CA5-47FA-BB10-51D0544A8F91}">
  <ds:schemaRefs/>
</ds:datastoreItem>
</file>

<file path=customXml/itemProps14.xml><?xml version="1.0" encoding="utf-8"?>
<ds:datastoreItem xmlns:ds="http://schemas.openxmlformats.org/officeDocument/2006/customXml" ds:itemID="{62D5B54B-6902-4F98-B23A-0118DB9EEDF4}">
  <ds:schemaRefs/>
</ds:datastoreItem>
</file>

<file path=customXml/itemProps15.xml><?xml version="1.0" encoding="utf-8"?>
<ds:datastoreItem xmlns:ds="http://schemas.openxmlformats.org/officeDocument/2006/customXml" ds:itemID="{11300D8C-1DE0-4C9A-86BB-17269E5D3C65}">
  <ds:schemaRefs>
    <ds:schemaRef ds:uri="http://www.w3.org/XML/1998/namespace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purl.org/dc/dcmitype/"/>
    <ds:schemaRef ds:uri="http://purl.org/dc/terms/"/>
    <ds:schemaRef ds:uri="bcef248d-09fe-4034-af42-7800fb0b4c07"/>
    <ds:schemaRef ds:uri="http://schemas.openxmlformats.org/package/2006/metadata/core-properties"/>
    <ds:schemaRef ds:uri="77fde15d-2397-485e-b73a-86b486d76ed9"/>
    <ds:schemaRef ds:uri="http://schemas.microsoft.com/office/2006/metadata/properties"/>
  </ds:schemaRefs>
</ds:datastoreItem>
</file>

<file path=customXml/itemProps16.xml><?xml version="1.0" encoding="utf-8"?>
<ds:datastoreItem xmlns:ds="http://schemas.openxmlformats.org/officeDocument/2006/customXml" ds:itemID="{BA1C3E13-54CF-4EC8-BFFC-847950BB2BA6}">
  <ds:schemaRefs/>
</ds:datastoreItem>
</file>

<file path=customXml/itemProps17.xml><?xml version="1.0" encoding="utf-8"?>
<ds:datastoreItem xmlns:ds="http://schemas.openxmlformats.org/officeDocument/2006/customXml" ds:itemID="{7DEDA2BC-8275-4FBB-A28A-68D801E06E7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7fde15d-2397-485e-b73a-86b486d76ed9"/>
    <ds:schemaRef ds:uri="bcef248d-09fe-4034-af42-7800fb0b4c0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18.xml><?xml version="1.0" encoding="utf-8"?>
<ds:datastoreItem xmlns:ds="http://schemas.openxmlformats.org/officeDocument/2006/customXml" ds:itemID="{4F6381B7-CB4D-4A8E-AE8C-AD066D7465AA}">
  <ds:schemaRefs/>
</ds:datastoreItem>
</file>

<file path=customXml/itemProps19.xml><?xml version="1.0" encoding="utf-8"?>
<ds:datastoreItem xmlns:ds="http://schemas.openxmlformats.org/officeDocument/2006/customXml" ds:itemID="{D81E0773-B1DF-4187-B86B-A4CC89F4FFA3}">
  <ds:schemaRefs/>
</ds:datastoreItem>
</file>

<file path=docMetadata/LabelInfo.xml><?xml version="1.0" encoding="utf-8"?>
<clbl:labelList xmlns:clbl="http://schemas.microsoft.com/office/2020/mipLabelMetadata">
  <clbl:label id="{92e84ceb-fbfd-47ab-be52-080c6b87953f}" enabled="0" method="" siteId="{92e84ceb-fbfd-47ab-be52-080c6b87953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0</Words>
  <Application>Microsoft Macintosh PowerPoint</Application>
  <PresentationFormat>Panorámica</PresentationFormat>
  <Paragraphs>0</Paragraphs>
  <Slides>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0</vt:i4>
      </vt:variant>
    </vt:vector>
  </HeadingPairs>
  <TitlesOfParts>
    <vt:vector size="8" baseType="lpstr">
      <vt:lpstr>Aptos</vt:lpstr>
      <vt:lpstr>Ericsson Hilda</vt:lpstr>
      <vt:lpstr>Ericsson Hilda ExtraBold</vt:lpstr>
      <vt:lpstr>Ericsson Hilda ExtraLight</vt:lpstr>
      <vt:lpstr>Ericsson Hilda Light</vt:lpstr>
      <vt:lpstr>Ericsson Technical Icons</vt:lpstr>
      <vt:lpstr>PresentationTemplate2025</vt:lpstr>
      <vt:lpstr>1_PresentationTemplate2021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Lucia Rey Fernandez</dc:creator>
  <cp:lastModifiedBy>Jaime Tur</cp:lastModifiedBy>
  <cp:revision>17</cp:revision>
  <dcterms:created xsi:type="dcterms:W3CDTF">2026-01-12T11:19:33Z</dcterms:created>
  <dcterms:modified xsi:type="dcterms:W3CDTF">2026-10-07T09:11:34Z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0x01010093E8D57ECA48EA49A8079FF7BA4D8434</vt:lpwstr>
  </property>
  <property fmtid="{D5CDD505-2E9C-101B-9397-08002B2CF9AE}" pid="3" name="MediaServiceImageTags">
    <vt:lpwstr/>
  </property>
</Properties>
</file>