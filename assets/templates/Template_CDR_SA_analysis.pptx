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2"/>
  </p:sldMasterIdLst>
  <p:notesMasterIdLst>
    <p:notesMasterId r:id="rId41"/>
  </p:notesMasterIdLst>
  <p:sldIdLst>
    <p:sldId id="271" r:id="rId13"/>
    <p:sldId id="2147479476" r:id="rId14"/>
    <p:sldId id="2147480160" r:id="rId15"/>
    <p:sldId id="2147479852" r:id="rId16"/>
    <p:sldId id="2147480032" r:id="rId17"/>
    <p:sldId id="2147480162" r:id="rId18"/>
    <p:sldId id="2147480123" r:id="rId19"/>
    <p:sldId id="2147480163" r:id="rId20"/>
    <p:sldId id="2147480164" r:id="rId21"/>
    <p:sldId id="2147480165" r:id="rId22"/>
    <p:sldId id="2147480190" r:id="rId23"/>
    <p:sldId id="2147480166" r:id="rId24"/>
    <p:sldId id="2147480169" r:id="rId25"/>
    <p:sldId id="2147480170" r:id="rId26"/>
    <p:sldId id="2147480172" r:id="rId27"/>
    <p:sldId id="2147480188" r:id="rId28"/>
    <p:sldId id="2147480189" r:id="rId29"/>
    <p:sldId id="2147480174" r:id="rId30"/>
    <p:sldId id="2147480175" r:id="rId31"/>
    <p:sldId id="2147480191" r:id="rId32"/>
    <p:sldId id="2147480168" r:id="rId33"/>
    <p:sldId id="2147480181" r:id="rId34"/>
    <p:sldId id="2147480178" r:id="rId35"/>
    <p:sldId id="2147480177" r:id="rId36"/>
    <p:sldId id="2147480182" r:id="rId37"/>
    <p:sldId id="2147480184" r:id="rId38"/>
    <p:sldId id="2147480192" r:id="rId39"/>
    <p:sldId id="26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58AAF-6B9B-4048-8B5D-BCB9DE97AB65}" v="1" dt="2026-08-18T13:58:46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6" autoAdjust="0"/>
    <p:restoredTop sz="94648"/>
  </p:normalViewPr>
  <p:slideViewPr>
    <p:cSldViewPr snapToGrid="0">
      <p:cViewPr varScale="1">
        <p:scale>
          <a:sx n="225" d="100"/>
          <a:sy n="225" d="100"/>
        </p:scale>
        <p:origin x="168" y="5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customXml" Target="../customXml/item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microsoft.com/office/2016/11/relationships/changesInfo" Target="changesInfos/changesInfo1.xml"/><Relationship Id="rId20" Type="http://schemas.openxmlformats.org/officeDocument/2006/relationships/slide" Target="slides/slide8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e Roncella" userId="3351c97c-e7ee-463a-9dbf-ead1e1c2d4d1" providerId="ADAL" clId="{7EF33AAB-C437-4D0C-8FA3-FA6923A6124D}"/>
    <pc:docChg chg="undo custSel addSld delSld modSld sldOrd">
      <pc:chgData name="Gabriele Roncella" userId="3351c97c-e7ee-463a-9dbf-ead1e1c2d4d1" providerId="ADAL" clId="{7EF33AAB-C437-4D0C-8FA3-FA6923A6124D}" dt="2026-08-18T13:58:46.196" v="5808" actId="164"/>
      <pc:docMkLst>
        <pc:docMk/>
      </pc:docMkLst>
      <pc:sldChg chg="modSp mod">
        <pc:chgData name="Gabriele Roncella" userId="3351c97c-e7ee-463a-9dbf-ead1e1c2d4d1" providerId="ADAL" clId="{7EF33AAB-C437-4D0C-8FA3-FA6923A6124D}" dt="2026-08-13T11:59:37.531" v="5766" actId="1076"/>
        <pc:sldMkLst>
          <pc:docMk/>
          <pc:sldMk cId="2230748882" sldId="271"/>
        </pc:sldMkLst>
        <pc:spChg chg="mod">
          <ac:chgData name="Gabriele Roncella" userId="3351c97c-e7ee-463a-9dbf-ead1e1c2d4d1" providerId="ADAL" clId="{7EF33AAB-C437-4D0C-8FA3-FA6923A6124D}" dt="2026-08-13T11:59:37.531" v="5766" actId="1076"/>
          <ac:spMkLst>
            <pc:docMk/>
            <pc:sldMk cId="2230748882" sldId="271"/>
            <ac:spMk id="4" creationId="{6A927E07-3624-45B8-934B-C229726CA813}"/>
          </ac:spMkLst>
        </pc:spChg>
      </pc:sldChg>
      <pc:sldChg chg="modSp mod">
        <pc:chgData name="Gabriele Roncella" userId="3351c97c-e7ee-463a-9dbf-ead1e1c2d4d1" providerId="ADAL" clId="{7EF33AAB-C437-4D0C-8FA3-FA6923A6124D}" dt="2026-08-13T11:56:16.803" v="5748" actId="20577"/>
        <pc:sldMkLst>
          <pc:docMk/>
          <pc:sldMk cId="3236990923" sldId="2147479476"/>
        </pc:sldMkLst>
        <pc:spChg chg="mod">
          <ac:chgData name="Gabriele Roncella" userId="3351c97c-e7ee-463a-9dbf-ead1e1c2d4d1" providerId="ADAL" clId="{7EF33AAB-C437-4D0C-8FA3-FA6923A6124D}" dt="2026-08-13T11:56:16.803" v="5748" actId="20577"/>
          <ac:spMkLst>
            <pc:docMk/>
            <pc:sldMk cId="3236990923" sldId="2147479476"/>
            <ac:spMk id="11" creationId="{DF93451A-255D-3F31-79E2-5F3420478A44}"/>
          </ac:spMkLst>
        </pc:spChg>
      </pc:sldChg>
      <pc:sldChg chg="addSp delSp modSp mod">
        <pc:chgData name="Gabriele Roncella" userId="3351c97c-e7ee-463a-9dbf-ead1e1c2d4d1" providerId="ADAL" clId="{7EF33AAB-C437-4D0C-8FA3-FA6923A6124D}" dt="2026-08-18T08:34:43.253" v="5800" actId="1076"/>
        <pc:sldMkLst>
          <pc:docMk/>
          <pc:sldMk cId="182279319" sldId="2147480032"/>
        </pc:sldMkLst>
        <pc:spChg chg="mod">
          <ac:chgData name="Gabriele Roncella" userId="3351c97c-e7ee-463a-9dbf-ead1e1c2d4d1" providerId="ADAL" clId="{7EF33AAB-C437-4D0C-8FA3-FA6923A6124D}" dt="2026-08-18T08:34:43.253" v="5800" actId="1076"/>
          <ac:spMkLst>
            <pc:docMk/>
            <pc:sldMk cId="182279319" sldId="2147480032"/>
            <ac:spMk id="25" creationId="{8B1A29FC-1449-DB60-0E26-920BDE0FF4A1}"/>
          </ac:spMkLst>
        </pc:spChg>
        <pc:picChg chg="add mod ord">
          <ac:chgData name="Gabriele Roncella" userId="3351c97c-e7ee-463a-9dbf-ead1e1c2d4d1" providerId="ADAL" clId="{7EF33AAB-C437-4D0C-8FA3-FA6923A6124D}" dt="2026-08-18T08:34:35.493" v="5798" actId="167"/>
          <ac:picMkLst>
            <pc:docMk/>
            <pc:sldMk cId="182279319" sldId="2147480032"/>
            <ac:picMk id="5" creationId="{ADD2DF0C-32E7-8B33-0C69-60BBFD7738B1}"/>
          </ac:picMkLst>
        </pc:picChg>
      </pc:sldChg>
      <pc:sldChg chg="delSp modSp mod">
        <pc:chgData name="Gabriele Roncella" userId="3351c97c-e7ee-463a-9dbf-ead1e1c2d4d1" providerId="ADAL" clId="{7EF33AAB-C437-4D0C-8FA3-FA6923A6124D}" dt="2026-08-18T08:39:40.715" v="5801" actId="120"/>
        <pc:sldMkLst>
          <pc:docMk/>
          <pc:sldMk cId="2236563022" sldId="2147480123"/>
        </pc:sldMkLst>
        <pc:graphicFrameChg chg="modGraphic">
          <ac:chgData name="Gabriele Roncella" userId="3351c97c-e7ee-463a-9dbf-ead1e1c2d4d1" providerId="ADAL" clId="{7EF33AAB-C437-4D0C-8FA3-FA6923A6124D}" dt="2026-08-18T08:39:40.715" v="5801" actId="120"/>
          <ac:graphicFrameMkLst>
            <pc:docMk/>
            <pc:sldMk cId="2236563022" sldId="2147480123"/>
            <ac:graphicFrameMk id="12" creationId="{5323BEFB-B1AA-7A03-FCDA-DDAE0C215A64}"/>
          </ac:graphicFrameMkLst>
        </pc:graphicFrameChg>
      </pc:sldChg>
      <pc:sldChg chg="mod modShow">
        <pc:chgData name="Gabriele Roncella" userId="3351c97c-e7ee-463a-9dbf-ead1e1c2d4d1" providerId="ADAL" clId="{7EF33AAB-C437-4D0C-8FA3-FA6923A6124D}" dt="2026-08-12T12:29:30.119" v="4214" actId="34476"/>
        <pc:sldMkLst>
          <pc:docMk/>
          <pc:sldMk cId="1423769328" sldId="2147480160"/>
        </pc:sldMkLst>
      </pc:sldChg>
      <pc:sldChg chg="addSp delSp modSp mod">
        <pc:chgData name="Gabriele Roncella" userId="3351c97c-e7ee-463a-9dbf-ead1e1c2d4d1" providerId="ADAL" clId="{7EF33AAB-C437-4D0C-8FA3-FA6923A6124D}" dt="2026-08-10T10:39:18.699" v="679" actId="478"/>
        <pc:sldMkLst>
          <pc:docMk/>
          <pc:sldMk cId="326993744" sldId="2147480162"/>
        </pc:sldMkLst>
        <pc:picChg chg="add mod ord">
          <ac:chgData name="Gabriele Roncella" userId="3351c97c-e7ee-463a-9dbf-ead1e1c2d4d1" providerId="ADAL" clId="{7EF33AAB-C437-4D0C-8FA3-FA6923A6124D}" dt="2026-08-10T10:38:15.142" v="650" actId="167"/>
          <ac:picMkLst>
            <pc:docMk/>
            <pc:sldMk cId="326993744" sldId="2147480162"/>
            <ac:picMk id="7" creationId="{87DEB7FF-1CAF-F80D-91B2-E6697902AA77}"/>
          </ac:picMkLst>
        </pc:picChg>
      </pc:sldChg>
      <pc:sldChg chg="addSp delSp modSp mod">
        <pc:chgData name="Gabriele Roncella" userId="3351c97c-e7ee-463a-9dbf-ead1e1c2d4d1" providerId="ADAL" clId="{7EF33AAB-C437-4D0C-8FA3-FA6923A6124D}" dt="2026-08-10T13:28:21.096" v="693" actId="478"/>
        <pc:sldMkLst>
          <pc:docMk/>
          <pc:sldMk cId="1791967649" sldId="2147480163"/>
        </pc:sldMkLst>
        <pc:spChg chg="mod">
          <ac:chgData name="Gabriele Roncella" userId="3351c97c-e7ee-463a-9dbf-ead1e1c2d4d1" providerId="ADAL" clId="{7EF33AAB-C437-4D0C-8FA3-FA6923A6124D}" dt="2026-08-10T13:28:17.064" v="692" actId="1076"/>
          <ac:spMkLst>
            <pc:docMk/>
            <pc:sldMk cId="1791967649" sldId="2147480163"/>
            <ac:spMk id="25" creationId="{6836B08E-36A0-44CA-0AF2-F464563C1A05}"/>
          </ac:spMkLst>
        </pc:spChg>
        <pc:picChg chg="add mod ord">
          <ac:chgData name="Gabriele Roncella" userId="3351c97c-e7ee-463a-9dbf-ead1e1c2d4d1" providerId="ADAL" clId="{7EF33AAB-C437-4D0C-8FA3-FA6923A6124D}" dt="2026-08-10T13:28:08.831" v="690" actId="167"/>
          <ac:picMkLst>
            <pc:docMk/>
            <pc:sldMk cId="1791967649" sldId="2147480163"/>
            <ac:picMk id="5" creationId="{4317DE65-A6DA-98A8-3FF0-D0046669863A}"/>
          </ac:picMkLst>
        </pc:picChg>
      </pc:sldChg>
      <pc:sldChg chg="addSp delSp modSp mod">
        <pc:chgData name="Gabriele Roncella" userId="3351c97c-e7ee-463a-9dbf-ead1e1c2d4d1" providerId="ADAL" clId="{7EF33AAB-C437-4D0C-8FA3-FA6923A6124D}" dt="2026-08-18T08:57:36.530" v="5802" actId="1076"/>
        <pc:sldMkLst>
          <pc:docMk/>
          <pc:sldMk cId="2826908710" sldId="2147480164"/>
        </pc:sldMkLst>
        <pc:spChg chg="mod">
          <ac:chgData name="Gabriele Roncella" userId="3351c97c-e7ee-463a-9dbf-ead1e1c2d4d1" providerId="ADAL" clId="{7EF33AAB-C437-4D0C-8FA3-FA6923A6124D}" dt="2026-08-18T08:57:36.530" v="5802" actId="1076"/>
          <ac:spMkLst>
            <pc:docMk/>
            <pc:sldMk cId="2826908710" sldId="2147480164"/>
            <ac:spMk id="15" creationId="{284C8985-EE96-7E8B-21CA-A591E749666A}"/>
          </ac:spMkLst>
        </pc:spChg>
        <pc:picChg chg="add mod ord">
          <ac:chgData name="Gabriele Roncella" userId="3351c97c-e7ee-463a-9dbf-ead1e1c2d4d1" providerId="ADAL" clId="{7EF33AAB-C437-4D0C-8FA3-FA6923A6124D}" dt="2026-08-10T13:29:47.543" v="698" actId="167"/>
          <ac:picMkLst>
            <pc:docMk/>
            <pc:sldMk cId="2826908710" sldId="2147480164"/>
            <ac:picMk id="5" creationId="{CD469C9A-C6BB-65CD-98DC-C9CAE2DE7807}"/>
          </ac:picMkLst>
        </pc:picChg>
      </pc:sldChg>
      <pc:sldChg chg="delSp modSp mod">
        <pc:chgData name="Gabriele Roncella" userId="3351c97c-e7ee-463a-9dbf-ead1e1c2d4d1" providerId="ADAL" clId="{7EF33AAB-C437-4D0C-8FA3-FA6923A6124D}" dt="2026-08-18T09:03:56.395" v="5803" actId="120"/>
        <pc:sldMkLst>
          <pc:docMk/>
          <pc:sldMk cId="1990227115" sldId="2147480165"/>
        </pc:sldMkLst>
        <pc:graphicFrameChg chg="modGraphic">
          <ac:chgData name="Gabriele Roncella" userId="3351c97c-e7ee-463a-9dbf-ead1e1c2d4d1" providerId="ADAL" clId="{7EF33AAB-C437-4D0C-8FA3-FA6923A6124D}" dt="2026-08-18T09:03:56.395" v="5803" actId="120"/>
          <ac:graphicFrameMkLst>
            <pc:docMk/>
            <pc:sldMk cId="1990227115" sldId="2147480165"/>
            <ac:graphicFrameMk id="3" creationId="{79C5C035-88EA-7FE3-D3A3-28F8EFC91AE4}"/>
          </ac:graphicFrameMkLst>
        </pc:graphicFrameChg>
      </pc:sldChg>
      <pc:sldChg chg="delSp mod">
        <pc:chgData name="Gabriele Roncella" userId="3351c97c-e7ee-463a-9dbf-ead1e1c2d4d1" providerId="ADAL" clId="{7EF33AAB-C437-4D0C-8FA3-FA6923A6124D}" dt="2026-08-10T13:47:58.142" v="705" actId="478"/>
        <pc:sldMkLst>
          <pc:docMk/>
          <pc:sldMk cId="2612336132" sldId="2147480166"/>
        </pc:sldMkLst>
      </pc:sldChg>
      <pc:sldChg chg="addSp delSp modSp mod">
        <pc:chgData name="Gabriele Roncella" userId="3351c97c-e7ee-463a-9dbf-ead1e1c2d4d1" providerId="ADAL" clId="{7EF33AAB-C437-4D0C-8FA3-FA6923A6124D}" dt="2026-08-11T09:14:26.167" v="2458" actId="1076"/>
        <pc:sldMkLst>
          <pc:docMk/>
          <pc:sldMk cId="4183856754" sldId="2147480168"/>
        </pc:sldMkLst>
        <pc:spChg chg="mod">
          <ac:chgData name="Gabriele Roncella" userId="3351c97c-e7ee-463a-9dbf-ead1e1c2d4d1" providerId="ADAL" clId="{7EF33AAB-C437-4D0C-8FA3-FA6923A6124D}" dt="2026-08-11T09:11:03.266" v="2311" actId="27636"/>
          <ac:spMkLst>
            <pc:docMk/>
            <pc:sldMk cId="4183856754" sldId="2147480168"/>
            <ac:spMk id="2" creationId="{EC5EE988-C9E6-0B58-92D7-EF2D175565DF}"/>
          </ac:spMkLst>
        </pc:spChg>
        <pc:spChg chg="mod">
          <ac:chgData name="Gabriele Roncella" userId="3351c97c-e7ee-463a-9dbf-ead1e1c2d4d1" providerId="ADAL" clId="{7EF33AAB-C437-4D0C-8FA3-FA6923A6124D}" dt="2026-08-11T09:14:26.167" v="2458" actId="1076"/>
          <ac:spMkLst>
            <pc:docMk/>
            <pc:sldMk cId="4183856754" sldId="2147480168"/>
            <ac:spMk id="5" creationId="{1A93BE79-C4B5-0950-5152-C3E4A1656AC6}"/>
          </ac:spMkLst>
        </pc:spChg>
        <pc:spChg chg="add mod">
          <ac:chgData name="Gabriele Roncella" userId="3351c97c-e7ee-463a-9dbf-ead1e1c2d4d1" providerId="ADAL" clId="{7EF33AAB-C437-4D0C-8FA3-FA6923A6124D}" dt="2026-08-11T09:11:37.416" v="2326" actId="20577"/>
          <ac:spMkLst>
            <pc:docMk/>
            <pc:sldMk cId="4183856754" sldId="2147480168"/>
            <ac:spMk id="13" creationId="{33C4206A-2426-828B-C080-399BD0AE3725}"/>
          </ac:spMkLst>
        </pc:spChg>
        <pc:spChg chg="add mod">
          <ac:chgData name="Gabriele Roncella" userId="3351c97c-e7ee-463a-9dbf-ead1e1c2d4d1" providerId="ADAL" clId="{7EF33AAB-C437-4D0C-8FA3-FA6923A6124D}" dt="2026-08-11T09:12:53.932" v="2344" actId="20577"/>
          <ac:spMkLst>
            <pc:docMk/>
            <pc:sldMk cId="4183856754" sldId="2147480168"/>
            <ac:spMk id="20" creationId="{B43828CB-ED34-388A-FDB8-FCA280E12733}"/>
          </ac:spMkLst>
        </pc:spChg>
        <pc:picChg chg="add mod">
          <ac:chgData name="Gabriele Roncella" userId="3351c97c-e7ee-463a-9dbf-ead1e1c2d4d1" providerId="ADAL" clId="{7EF33AAB-C437-4D0C-8FA3-FA6923A6124D}" dt="2026-08-11T09:13:12.339" v="2365" actId="1038"/>
          <ac:picMkLst>
            <pc:docMk/>
            <pc:sldMk cId="4183856754" sldId="2147480168"/>
            <ac:picMk id="11" creationId="{EE99F657-A806-B3B8-B5F4-2554B61DE7C5}"/>
          </ac:picMkLst>
        </pc:picChg>
        <pc:picChg chg="add mod">
          <ac:chgData name="Gabriele Roncella" userId="3351c97c-e7ee-463a-9dbf-ead1e1c2d4d1" providerId="ADAL" clId="{7EF33AAB-C437-4D0C-8FA3-FA6923A6124D}" dt="2026-08-11T09:13:12.339" v="2365" actId="1038"/>
          <ac:picMkLst>
            <pc:docMk/>
            <pc:sldMk cId="4183856754" sldId="2147480168"/>
            <ac:picMk id="17" creationId="{8FCC35D5-8EC8-5E43-BFFB-03C2AAB7865D}"/>
          </ac:picMkLst>
        </pc:picChg>
      </pc:sldChg>
      <pc:sldChg chg="addSp delSp modSp mod">
        <pc:chgData name="Gabriele Roncella" userId="3351c97c-e7ee-463a-9dbf-ead1e1c2d4d1" providerId="ADAL" clId="{7EF33AAB-C437-4D0C-8FA3-FA6923A6124D}" dt="2026-08-18T09:25:41.791" v="5805" actId="1076"/>
        <pc:sldMkLst>
          <pc:docMk/>
          <pc:sldMk cId="2007981640" sldId="2147480169"/>
        </pc:sldMkLst>
        <pc:spChg chg="mod">
          <ac:chgData name="Gabriele Roncella" userId="3351c97c-e7ee-463a-9dbf-ead1e1c2d4d1" providerId="ADAL" clId="{7EF33AAB-C437-4D0C-8FA3-FA6923A6124D}" dt="2026-08-06T13:56:14.603" v="306" actId="20577"/>
          <ac:spMkLst>
            <pc:docMk/>
            <pc:sldMk cId="2007981640" sldId="2147480169"/>
            <ac:spMk id="2" creationId="{5D13D3A0-9CB4-85BC-2F8A-226BC5BA3935}"/>
          </ac:spMkLst>
        </pc:spChg>
        <pc:spChg chg="add mod">
          <ac:chgData name="Gabriele Roncella" userId="3351c97c-e7ee-463a-9dbf-ead1e1c2d4d1" providerId="ADAL" clId="{7EF33AAB-C437-4D0C-8FA3-FA6923A6124D}" dt="2026-08-11T12:13:17.509" v="2888" actId="1038"/>
          <ac:spMkLst>
            <pc:docMk/>
            <pc:sldMk cId="2007981640" sldId="2147480169"/>
            <ac:spMk id="3" creationId="{5671292D-2CE1-5E95-ED98-51B0333340CF}"/>
          </ac:spMkLst>
        </pc:spChg>
        <pc:spChg chg="mod">
          <ac:chgData name="Gabriele Roncella" userId="3351c97c-e7ee-463a-9dbf-ead1e1c2d4d1" providerId="ADAL" clId="{7EF33AAB-C437-4D0C-8FA3-FA6923A6124D}" dt="2026-08-06T13:55:11.966" v="235" actId="14100"/>
          <ac:spMkLst>
            <pc:docMk/>
            <pc:sldMk cId="2007981640" sldId="2147480169"/>
            <ac:spMk id="9" creationId="{FC2BD12A-55F6-3132-A4B3-08530441A8E6}"/>
          </ac:spMkLst>
        </pc:spChg>
        <pc:spChg chg="add mod">
          <ac:chgData name="Gabriele Roncella" userId="3351c97c-e7ee-463a-9dbf-ead1e1c2d4d1" providerId="ADAL" clId="{7EF33AAB-C437-4D0C-8FA3-FA6923A6124D}" dt="2026-08-06T14:04:52.522" v="317" actId="1076"/>
          <ac:spMkLst>
            <pc:docMk/>
            <pc:sldMk cId="2007981640" sldId="2147480169"/>
            <ac:spMk id="24" creationId="{0652E2DA-DB6D-2891-A5F1-7100651DA151}"/>
          </ac:spMkLst>
        </pc:spChg>
        <pc:picChg chg="add mod ord">
          <ac:chgData name="Gabriele Roncella" userId="3351c97c-e7ee-463a-9dbf-ead1e1c2d4d1" providerId="ADAL" clId="{7EF33AAB-C437-4D0C-8FA3-FA6923A6124D}" dt="2026-08-06T13:54:56.137" v="229" actId="1076"/>
          <ac:picMkLst>
            <pc:docMk/>
            <pc:sldMk cId="2007981640" sldId="2147480169"/>
            <ac:picMk id="5" creationId="{B9A6CE55-930D-3CBF-0500-D8684BF8D272}"/>
          </ac:picMkLst>
        </pc:picChg>
        <pc:picChg chg="add mod">
          <ac:chgData name="Gabriele Roncella" userId="3351c97c-e7ee-463a-9dbf-ead1e1c2d4d1" providerId="ADAL" clId="{7EF33AAB-C437-4D0C-8FA3-FA6923A6124D}" dt="2026-08-06T14:04:46.053" v="316" actId="14100"/>
          <ac:picMkLst>
            <pc:docMk/>
            <pc:sldMk cId="2007981640" sldId="2147480169"/>
            <ac:picMk id="21" creationId="{E86A55CB-DA7B-45C5-3958-1DEBAE3DA852}"/>
          </ac:picMkLst>
        </pc:picChg>
        <pc:picChg chg="add mod">
          <ac:chgData name="Gabriele Roncella" userId="3351c97c-e7ee-463a-9dbf-ead1e1c2d4d1" providerId="ADAL" clId="{7EF33AAB-C437-4D0C-8FA3-FA6923A6124D}" dt="2026-08-06T14:04:40.995" v="314" actId="1076"/>
          <ac:picMkLst>
            <pc:docMk/>
            <pc:sldMk cId="2007981640" sldId="2147480169"/>
            <ac:picMk id="26" creationId="{9BA40703-2B6C-0B18-8BAC-51954237A367}"/>
          </ac:picMkLst>
        </pc:picChg>
        <pc:cxnChg chg="mod">
          <ac:chgData name="Gabriele Roncella" userId="3351c97c-e7ee-463a-9dbf-ead1e1c2d4d1" providerId="ADAL" clId="{7EF33AAB-C437-4D0C-8FA3-FA6923A6124D}" dt="2026-08-18T09:25:41.791" v="5805" actId="1076"/>
          <ac:cxnSpMkLst>
            <pc:docMk/>
            <pc:sldMk cId="2007981640" sldId="2147480169"/>
            <ac:cxnSpMk id="16" creationId="{13193FF9-598B-2367-FF65-9387FB1C5637}"/>
          </ac:cxnSpMkLst>
        </pc:cxnChg>
      </pc:sldChg>
      <pc:sldChg chg="addSp delSp modSp add mod">
        <pc:chgData name="Gabriele Roncella" userId="3351c97c-e7ee-463a-9dbf-ead1e1c2d4d1" providerId="ADAL" clId="{7EF33AAB-C437-4D0C-8FA3-FA6923A6124D}" dt="2026-08-11T13:29:05.356" v="3442" actId="20577"/>
        <pc:sldMkLst>
          <pc:docMk/>
          <pc:sldMk cId="2578854010" sldId="2147480170"/>
        </pc:sldMkLst>
        <pc:spChg chg="mod">
          <ac:chgData name="Gabriele Roncella" userId="3351c97c-e7ee-463a-9dbf-ead1e1c2d4d1" providerId="ADAL" clId="{7EF33AAB-C437-4D0C-8FA3-FA6923A6124D}" dt="2026-08-11T13:29:05.356" v="3442" actId="20577"/>
          <ac:spMkLst>
            <pc:docMk/>
            <pc:sldMk cId="2578854010" sldId="2147480170"/>
            <ac:spMk id="2" creationId="{E497E6EB-4187-3317-CDA8-F7B969510353}"/>
          </ac:spMkLst>
        </pc:spChg>
        <pc:spChg chg="mod">
          <ac:chgData name="Gabriele Roncella" userId="3351c97c-e7ee-463a-9dbf-ead1e1c2d4d1" providerId="ADAL" clId="{7EF33AAB-C437-4D0C-8FA3-FA6923A6124D}" dt="2026-08-06T14:36:37.111" v="491" actId="1076"/>
          <ac:spMkLst>
            <pc:docMk/>
            <pc:sldMk cId="2578854010" sldId="2147480170"/>
            <ac:spMk id="9" creationId="{5808CFEE-6F04-9079-24D3-7001F7DD1E79}"/>
          </ac:spMkLst>
        </pc:spChg>
        <pc:picChg chg="add mod">
          <ac:chgData name="Gabriele Roncella" userId="3351c97c-e7ee-463a-9dbf-ead1e1c2d4d1" providerId="ADAL" clId="{7EF33AAB-C437-4D0C-8FA3-FA6923A6124D}" dt="2026-08-11T13:28:59.960" v="3434" actId="14100"/>
          <ac:picMkLst>
            <pc:docMk/>
            <pc:sldMk cId="2578854010" sldId="2147480170"/>
            <ac:picMk id="5" creationId="{D3D14687-9C87-3EDF-EB45-C8AB8A1EE952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1T13:53:59.015" v="3765" actId="948"/>
        <pc:sldMkLst>
          <pc:docMk/>
          <pc:sldMk cId="3096573334" sldId="2147480172"/>
        </pc:sldMkLst>
        <pc:spChg chg="mod">
          <ac:chgData name="Gabriele Roncella" userId="3351c97c-e7ee-463a-9dbf-ead1e1c2d4d1" providerId="ADAL" clId="{7EF33AAB-C437-4D0C-8FA3-FA6923A6124D}" dt="2026-08-10T14:04:07.958" v="747" actId="20577"/>
          <ac:spMkLst>
            <pc:docMk/>
            <pc:sldMk cId="3096573334" sldId="2147480172"/>
            <ac:spMk id="2" creationId="{CEB72D9E-A11C-AA4D-7C77-DD4659513517}"/>
          </ac:spMkLst>
        </pc:spChg>
        <pc:spChg chg="mod">
          <ac:chgData name="Gabriele Roncella" userId="3351c97c-e7ee-463a-9dbf-ead1e1c2d4d1" providerId="ADAL" clId="{7EF33AAB-C437-4D0C-8FA3-FA6923A6124D}" dt="2026-08-11T13:53:59.015" v="3765" actId="948"/>
          <ac:spMkLst>
            <pc:docMk/>
            <pc:sldMk cId="3096573334" sldId="2147480172"/>
            <ac:spMk id="9" creationId="{DCAFF068-25E1-F5D6-7EE7-4E3A7E17903E}"/>
          </ac:spMkLst>
        </pc:spChg>
        <pc:picChg chg="add mod">
          <ac:chgData name="Gabriele Roncella" userId="3351c97c-e7ee-463a-9dbf-ead1e1c2d4d1" providerId="ADAL" clId="{7EF33AAB-C437-4D0C-8FA3-FA6923A6124D}" dt="2026-08-11T13:53:42.564" v="3762" actId="1076"/>
          <ac:picMkLst>
            <pc:docMk/>
            <pc:sldMk cId="3096573334" sldId="2147480172"/>
            <ac:picMk id="5" creationId="{10ED57DE-8F6E-E868-1CF3-51739E39CE39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0T14:08:11.933" v="815" actId="1076"/>
        <pc:sldMkLst>
          <pc:docMk/>
          <pc:sldMk cId="3811176950" sldId="2147480173"/>
        </pc:sldMkLst>
        <pc:spChg chg="mod">
          <ac:chgData name="Gabriele Roncella" userId="3351c97c-e7ee-463a-9dbf-ead1e1c2d4d1" providerId="ADAL" clId="{7EF33AAB-C437-4D0C-8FA3-FA6923A6124D}" dt="2026-08-10T14:07:01.799" v="808" actId="20577"/>
          <ac:spMkLst>
            <pc:docMk/>
            <pc:sldMk cId="3811176950" sldId="2147480173"/>
            <ac:spMk id="2" creationId="{C6D15F0C-0156-A9A5-DBFF-1D6641F2FD5E}"/>
          </ac:spMkLst>
        </pc:spChg>
        <pc:picChg chg="add mod">
          <ac:chgData name="Gabriele Roncella" userId="3351c97c-e7ee-463a-9dbf-ead1e1c2d4d1" providerId="ADAL" clId="{7EF33AAB-C437-4D0C-8FA3-FA6923A6124D}" dt="2026-08-10T14:08:11.933" v="815" actId="1076"/>
          <ac:picMkLst>
            <pc:docMk/>
            <pc:sldMk cId="3811176950" sldId="2147480173"/>
            <ac:picMk id="4" creationId="{BE48ACF4-B32F-B468-7DCB-FB49E734EE99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0T14:35:13.736" v="1058" actId="14100"/>
        <pc:sldMkLst>
          <pc:docMk/>
          <pc:sldMk cId="3473860748" sldId="2147480174"/>
        </pc:sldMkLst>
        <pc:spChg chg="mod">
          <ac:chgData name="Gabriele Roncella" userId="3351c97c-e7ee-463a-9dbf-ead1e1c2d4d1" providerId="ADAL" clId="{7EF33AAB-C437-4D0C-8FA3-FA6923A6124D}" dt="2026-08-10T14:33:27.495" v="832" actId="20577"/>
          <ac:spMkLst>
            <pc:docMk/>
            <pc:sldMk cId="3473860748" sldId="2147480174"/>
            <ac:spMk id="2" creationId="{78EDD33B-B239-7FC3-50B4-AE7FF60E1432}"/>
          </ac:spMkLst>
        </pc:spChg>
        <pc:spChg chg="mod">
          <ac:chgData name="Gabriele Roncella" userId="3351c97c-e7ee-463a-9dbf-ead1e1c2d4d1" providerId="ADAL" clId="{7EF33AAB-C437-4D0C-8FA3-FA6923A6124D}" dt="2026-08-10T14:35:05.517" v="1055" actId="1076"/>
          <ac:spMkLst>
            <pc:docMk/>
            <pc:sldMk cId="3473860748" sldId="2147480174"/>
            <ac:spMk id="9" creationId="{853FC40B-9D24-3E9D-CE9C-6E45F5445CF9}"/>
          </ac:spMkLst>
        </pc:spChg>
        <pc:picChg chg="add mod ord">
          <ac:chgData name="Gabriele Roncella" userId="3351c97c-e7ee-463a-9dbf-ead1e1c2d4d1" providerId="ADAL" clId="{7EF33AAB-C437-4D0C-8FA3-FA6923A6124D}" dt="2026-08-10T14:35:13.736" v="1058" actId="14100"/>
          <ac:picMkLst>
            <pc:docMk/>
            <pc:sldMk cId="3473860748" sldId="2147480174"/>
            <ac:picMk id="5" creationId="{4B4DCB20-A3B0-163D-9D15-1FEC54B29C08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0T14:37:12.215" v="1072" actId="14100"/>
        <pc:sldMkLst>
          <pc:docMk/>
          <pc:sldMk cId="796275184" sldId="2147480175"/>
        </pc:sldMkLst>
        <pc:spChg chg="mod">
          <ac:chgData name="Gabriele Roncella" userId="3351c97c-e7ee-463a-9dbf-ead1e1c2d4d1" providerId="ADAL" clId="{7EF33AAB-C437-4D0C-8FA3-FA6923A6124D}" dt="2026-08-10T14:35:24.667" v="1065" actId="20577"/>
          <ac:spMkLst>
            <pc:docMk/>
            <pc:sldMk cId="796275184" sldId="2147480175"/>
            <ac:spMk id="2" creationId="{69F0EBD5-65B5-5CCC-CF43-ED7EC5FAFB38}"/>
          </ac:spMkLst>
        </pc:spChg>
        <pc:picChg chg="add mod ord">
          <ac:chgData name="Gabriele Roncella" userId="3351c97c-e7ee-463a-9dbf-ead1e1c2d4d1" providerId="ADAL" clId="{7EF33AAB-C437-4D0C-8FA3-FA6923A6124D}" dt="2026-08-10T14:37:12.215" v="1072" actId="14100"/>
          <ac:picMkLst>
            <pc:docMk/>
            <pc:sldMk cId="796275184" sldId="2147480175"/>
            <ac:picMk id="4" creationId="{E072CCB5-AF7C-506A-0181-0FEA4C3EA5B8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4T13:31:05.859" v="5797" actId="167"/>
        <pc:sldMkLst>
          <pc:docMk/>
          <pc:sldMk cId="1949133753" sldId="2147480176"/>
        </pc:sldMkLst>
        <pc:spChg chg="mod">
          <ac:chgData name="Gabriele Roncella" userId="3351c97c-e7ee-463a-9dbf-ead1e1c2d4d1" providerId="ADAL" clId="{7EF33AAB-C437-4D0C-8FA3-FA6923A6124D}" dt="2026-08-11T08:00:09.434" v="1183" actId="27636"/>
          <ac:spMkLst>
            <pc:docMk/>
            <pc:sldMk cId="1949133753" sldId="2147480176"/>
            <ac:spMk id="2" creationId="{A548EEED-7952-6901-EA4A-E3E51FEE6EDC}"/>
          </ac:spMkLst>
        </pc:spChg>
        <pc:spChg chg="mod">
          <ac:chgData name="Gabriele Roncella" userId="3351c97c-e7ee-463a-9dbf-ead1e1c2d4d1" providerId="ADAL" clId="{7EF33AAB-C437-4D0C-8FA3-FA6923A6124D}" dt="2026-08-11T08:16:05.888" v="1770" actId="1076"/>
          <ac:spMkLst>
            <pc:docMk/>
            <pc:sldMk cId="1949133753" sldId="2147480176"/>
            <ac:spMk id="5" creationId="{5DE6EB2E-C4A5-2426-DA16-7A60C399FC3D}"/>
          </ac:spMkLst>
        </pc:spChg>
        <pc:spChg chg="add mod">
          <ac:chgData name="Gabriele Roncella" userId="3351c97c-e7ee-463a-9dbf-ead1e1c2d4d1" providerId="ADAL" clId="{7EF33AAB-C437-4D0C-8FA3-FA6923A6124D}" dt="2026-08-14T13:28:57.934" v="5791" actId="1076"/>
          <ac:spMkLst>
            <pc:docMk/>
            <pc:sldMk cId="1949133753" sldId="2147480176"/>
            <ac:spMk id="10" creationId="{6BEA742A-E082-A87B-20DC-F2C2CC844724}"/>
          </ac:spMkLst>
        </pc:spChg>
        <pc:spChg chg="add mod">
          <ac:chgData name="Gabriele Roncella" userId="3351c97c-e7ee-463a-9dbf-ead1e1c2d4d1" providerId="ADAL" clId="{7EF33AAB-C437-4D0C-8FA3-FA6923A6124D}" dt="2026-08-11T08:02:06.662" v="1223" actId="20577"/>
          <ac:spMkLst>
            <pc:docMk/>
            <pc:sldMk cId="1949133753" sldId="2147480176"/>
            <ac:spMk id="12" creationId="{0EA9C3D2-DAA9-7070-C255-B90ECD8F06D2}"/>
          </ac:spMkLst>
        </pc:spChg>
        <pc:spChg chg="add mod">
          <ac:chgData name="Gabriele Roncella" userId="3351c97c-e7ee-463a-9dbf-ead1e1c2d4d1" providerId="ADAL" clId="{7EF33AAB-C437-4D0C-8FA3-FA6923A6124D}" dt="2026-08-11T08:21:16.826" v="1888" actId="14100"/>
          <ac:spMkLst>
            <pc:docMk/>
            <pc:sldMk cId="1949133753" sldId="2147480176"/>
            <ac:spMk id="21" creationId="{81CFF04C-6B68-BF2A-7FE9-7D5183C63F43}"/>
          </ac:spMkLst>
        </pc:spChg>
        <pc:picChg chg="add mod ord">
          <ac:chgData name="Gabriele Roncella" userId="3351c97c-e7ee-463a-9dbf-ead1e1c2d4d1" providerId="ADAL" clId="{7EF33AAB-C437-4D0C-8FA3-FA6923A6124D}" dt="2026-08-14T13:28:50.040" v="5788" actId="167"/>
          <ac:picMkLst>
            <pc:docMk/>
            <pc:sldMk cId="1949133753" sldId="2147480176"/>
            <ac:picMk id="8" creationId="{F062C94D-143E-7DA7-1820-2F7F3D28D324}"/>
          </ac:picMkLst>
        </pc:picChg>
        <pc:picChg chg="add mod ord">
          <ac:chgData name="Gabriele Roncella" userId="3351c97c-e7ee-463a-9dbf-ead1e1c2d4d1" providerId="ADAL" clId="{7EF33AAB-C437-4D0C-8FA3-FA6923A6124D}" dt="2026-08-14T13:31:05.859" v="5797" actId="167"/>
          <ac:picMkLst>
            <pc:docMk/>
            <pc:sldMk cId="1949133753" sldId="2147480176"/>
            <ac:picMk id="13" creationId="{AEA7FFBF-552C-02DC-492D-561A6D11A996}"/>
          </ac:picMkLst>
        </pc:picChg>
        <pc:cxnChg chg="add mod">
          <ac:chgData name="Gabriele Roncella" userId="3351c97c-e7ee-463a-9dbf-ead1e1c2d4d1" providerId="ADAL" clId="{7EF33AAB-C437-4D0C-8FA3-FA6923A6124D}" dt="2026-08-14T13:28:54.645" v="5790" actId="1076"/>
          <ac:cxnSpMkLst>
            <pc:docMk/>
            <pc:sldMk cId="1949133753" sldId="2147480176"/>
            <ac:cxnSpMk id="14" creationId="{809A2510-6A9A-9AC2-0469-480498AAD52B}"/>
          </ac:cxnSpMkLst>
        </pc:cxnChg>
        <pc:cxnChg chg="add mod">
          <ac:chgData name="Gabriele Roncella" userId="3351c97c-e7ee-463a-9dbf-ead1e1c2d4d1" providerId="ADAL" clId="{7EF33AAB-C437-4D0C-8FA3-FA6923A6124D}" dt="2026-08-11T08:06:40.899" v="1696" actId="1076"/>
          <ac:cxnSpMkLst>
            <pc:docMk/>
            <pc:sldMk cId="1949133753" sldId="2147480176"/>
            <ac:cxnSpMk id="17" creationId="{A37008F0-A6F1-13F3-B802-2CA1059092A4}"/>
          </ac:cxnSpMkLst>
        </pc:cxnChg>
      </pc:sldChg>
      <pc:sldChg chg="addSp modSp add">
        <pc:chgData name="Gabriele Roncella" userId="3351c97c-e7ee-463a-9dbf-ead1e1c2d4d1" providerId="ADAL" clId="{7EF33AAB-C437-4D0C-8FA3-FA6923A6124D}" dt="2026-08-18T13:58:46.196" v="5808" actId="164"/>
        <pc:sldMkLst>
          <pc:docMk/>
          <pc:sldMk cId="3796206352" sldId="2147480177"/>
        </pc:sldMkLst>
        <pc:grpChg chg="add mod">
          <ac:chgData name="Gabriele Roncella" userId="3351c97c-e7ee-463a-9dbf-ead1e1c2d4d1" providerId="ADAL" clId="{7EF33AAB-C437-4D0C-8FA3-FA6923A6124D}" dt="2026-08-18T13:58:46.196" v="5808" actId="164"/>
          <ac:grpSpMkLst>
            <pc:docMk/>
            <pc:sldMk cId="3796206352" sldId="2147480177"/>
            <ac:grpSpMk id="3" creationId="{02104C4C-AB61-9E73-0398-15BBA0A8B7FD}"/>
          </ac:grpSpMkLst>
        </pc:grpChg>
        <pc:picChg chg="mod">
          <ac:chgData name="Gabriele Roncella" userId="3351c97c-e7ee-463a-9dbf-ead1e1c2d4d1" providerId="ADAL" clId="{7EF33AAB-C437-4D0C-8FA3-FA6923A6124D}" dt="2026-08-18T13:58:46.196" v="5808" actId="164"/>
          <ac:picMkLst>
            <pc:docMk/>
            <pc:sldMk cId="3796206352" sldId="2147480177"/>
            <ac:picMk id="4" creationId="{97DAC953-C41B-727D-22C2-339C6E612785}"/>
          </ac:picMkLst>
        </pc:picChg>
        <pc:picChg chg="mod">
          <ac:chgData name="Gabriele Roncella" userId="3351c97c-e7ee-463a-9dbf-ead1e1c2d4d1" providerId="ADAL" clId="{7EF33AAB-C437-4D0C-8FA3-FA6923A6124D}" dt="2026-08-18T13:58:46.196" v="5808" actId="164"/>
          <ac:picMkLst>
            <pc:docMk/>
            <pc:sldMk cId="3796206352" sldId="2147480177"/>
            <ac:picMk id="7" creationId="{3DF9D62C-D672-9201-7B16-0E1D2C0F0005}"/>
          </ac:picMkLst>
        </pc:picChg>
      </pc:sldChg>
      <pc:sldChg chg="addSp delSp modSp add mod modClrScheme chgLayout">
        <pc:chgData name="Gabriele Roncella" userId="3351c97c-e7ee-463a-9dbf-ead1e1c2d4d1" providerId="ADAL" clId="{7EF33AAB-C437-4D0C-8FA3-FA6923A6124D}" dt="2026-08-11T08:46:18.706" v="2231" actId="1076"/>
        <pc:sldMkLst>
          <pc:docMk/>
          <pc:sldMk cId="3418412908" sldId="2147480178"/>
        </pc:sldMkLst>
        <pc:spChg chg="mod">
          <ac:chgData name="Gabriele Roncella" userId="3351c97c-e7ee-463a-9dbf-ead1e1c2d4d1" providerId="ADAL" clId="{7EF33AAB-C437-4D0C-8FA3-FA6923A6124D}" dt="2026-08-11T08:45:15.425" v="2074" actId="26606"/>
          <ac:spMkLst>
            <pc:docMk/>
            <pc:sldMk cId="3418412908" sldId="2147480178"/>
            <ac:spMk id="2" creationId="{CB8EE0E4-6D6A-3F78-5DC9-9AB2907AEE57}"/>
          </ac:spMkLst>
        </pc:spChg>
        <pc:spChg chg="mod ord">
          <ac:chgData name="Gabriele Roncella" userId="3351c97c-e7ee-463a-9dbf-ead1e1c2d4d1" providerId="ADAL" clId="{7EF33AAB-C437-4D0C-8FA3-FA6923A6124D}" dt="2026-08-11T08:46:18.706" v="2231" actId="1076"/>
          <ac:spMkLst>
            <pc:docMk/>
            <pc:sldMk cId="3418412908" sldId="2147480178"/>
            <ac:spMk id="5" creationId="{6C5BFB5D-3A43-DD7C-4347-4D443A48360C}"/>
          </ac:spMkLst>
        </pc:spChg>
        <pc:spChg chg="ord">
          <ac:chgData name="Gabriele Roncella" userId="3351c97c-e7ee-463a-9dbf-ead1e1c2d4d1" providerId="ADAL" clId="{7EF33AAB-C437-4D0C-8FA3-FA6923A6124D}" dt="2026-08-11T08:45:15.425" v="2074" actId="26606"/>
          <ac:spMkLst>
            <pc:docMk/>
            <pc:sldMk cId="3418412908" sldId="2147480178"/>
            <ac:spMk id="15" creationId="{F172E67F-9B36-604F-3CE8-676B845244D0}"/>
          </ac:spMkLst>
        </pc:spChg>
        <pc:picChg chg="add mod">
          <ac:chgData name="Gabriele Roncella" userId="3351c97c-e7ee-463a-9dbf-ead1e1c2d4d1" providerId="ADAL" clId="{7EF33AAB-C437-4D0C-8FA3-FA6923A6124D}" dt="2026-08-11T08:45:27.244" v="2079" actId="14100"/>
          <ac:picMkLst>
            <pc:docMk/>
            <pc:sldMk cId="3418412908" sldId="2147480178"/>
            <ac:picMk id="4" creationId="{0B1123ED-8031-31C7-E7B4-8DF6DD13519C}"/>
          </ac:picMkLst>
        </pc:picChg>
      </pc:sldChg>
      <pc:sldChg chg="addSp delSp modSp add mod modClrScheme chgLayout">
        <pc:chgData name="Gabriele Roncella" userId="3351c97c-e7ee-463a-9dbf-ead1e1c2d4d1" providerId="ADAL" clId="{7EF33AAB-C437-4D0C-8FA3-FA6923A6124D}" dt="2026-08-11T09:09:26.434" v="2287" actId="14100"/>
        <pc:sldMkLst>
          <pc:docMk/>
          <pc:sldMk cId="3279416433" sldId="2147480179"/>
        </pc:sldMkLst>
        <pc:spChg chg="mod">
          <ac:chgData name="Gabriele Roncella" userId="3351c97c-e7ee-463a-9dbf-ead1e1c2d4d1" providerId="ADAL" clId="{7EF33AAB-C437-4D0C-8FA3-FA6923A6124D}" dt="2026-08-11T09:06:13.733" v="2254" actId="26606"/>
          <ac:spMkLst>
            <pc:docMk/>
            <pc:sldMk cId="3279416433" sldId="2147480179"/>
            <ac:spMk id="2" creationId="{E8D1997E-6261-812F-5B74-2B0051DC743B}"/>
          </ac:spMkLst>
        </pc:spChg>
        <pc:spChg chg="mod ord">
          <ac:chgData name="Gabriele Roncella" userId="3351c97c-e7ee-463a-9dbf-ead1e1c2d4d1" providerId="ADAL" clId="{7EF33AAB-C437-4D0C-8FA3-FA6923A6124D}" dt="2026-08-11T09:09:26.434" v="2287" actId="14100"/>
          <ac:spMkLst>
            <pc:docMk/>
            <pc:sldMk cId="3279416433" sldId="2147480179"/>
            <ac:spMk id="5" creationId="{E5A3A478-14E9-19D7-0255-BDFBC7602D03}"/>
          </ac:spMkLst>
        </pc:spChg>
        <pc:spChg chg="ord">
          <ac:chgData name="Gabriele Roncella" userId="3351c97c-e7ee-463a-9dbf-ead1e1c2d4d1" providerId="ADAL" clId="{7EF33AAB-C437-4D0C-8FA3-FA6923A6124D}" dt="2026-08-11T09:06:13.733" v="2254" actId="26606"/>
          <ac:spMkLst>
            <pc:docMk/>
            <pc:sldMk cId="3279416433" sldId="2147480179"/>
            <ac:spMk id="15" creationId="{F64BB359-C422-3B63-6DBF-FA01FF2126EA}"/>
          </ac:spMkLst>
        </pc:spChg>
        <pc:picChg chg="add mod">
          <ac:chgData name="Gabriele Roncella" userId="3351c97c-e7ee-463a-9dbf-ead1e1c2d4d1" providerId="ADAL" clId="{7EF33AAB-C437-4D0C-8FA3-FA6923A6124D}" dt="2026-08-11T09:09:06.466" v="2258" actId="1076"/>
          <ac:picMkLst>
            <pc:docMk/>
            <pc:sldMk cId="3279416433" sldId="2147480179"/>
            <ac:picMk id="4" creationId="{EE470232-EE3F-1A2F-7E85-C053D9BF8D6C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1T09:05:30.224" v="2251" actId="14100"/>
        <pc:sldMkLst>
          <pc:docMk/>
          <pc:sldMk cId="2294967648" sldId="2147480180"/>
        </pc:sldMkLst>
        <pc:spChg chg="mod">
          <ac:chgData name="Gabriele Roncella" userId="3351c97c-e7ee-463a-9dbf-ead1e1c2d4d1" providerId="ADAL" clId="{7EF33AAB-C437-4D0C-8FA3-FA6923A6124D}" dt="2026-08-11T09:04:26.253" v="2247" actId="20577"/>
          <ac:spMkLst>
            <pc:docMk/>
            <pc:sldMk cId="2294967648" sldId="2147480180"/>
            <ac:spMk id="2" creationId="{810D663D-786F-C9E0-80D3-E797B91E7D3F}"/>
          </ac:spMkLst>
        </pc:spChg>
        <pc:picChg chg="add mod">
          <ac:chgData name="Gabriele Roncella" userId="3351c97c-e7ee-463a-9dbf-ead1e1c2d4d1" providerId="ADAL" clId="{7EF33AAB-C437-4D0C-8FA3-FA6923A6124D}" dt="2026-08-11T09:05:30.224" v="2251" actId="14100"/>
          <ac:picMkLst>
            <pc:docMk/>
            <pc:sldMk cId="2294967648" sldId="2147480180"/>
            <ac:picMk id="6" creationId="{25F74B51-2721-3B62-D598-6AC42866C1A2}"/>
          </ac:picMkLst>
        </pc:picChg>
      </pc:sldChg>
      <pc:sldChg chg="add">
        <pc:chgData name="Gabriele Roncella" userId="3351c97c-e7ee-463a-9dbf-ead1e1c2d4d1" providerId="ADAL" clId="{7EF33AAB-C437-4D0C-8FA3-FA6923A6124D}" dt="2026-08-11T09:10:50.471" v="2288" actId="2890"/>
        <pc:sldMkLst>
          <pc:docMk/>
          <pc:sldMk cId="3675010222" sldId="2147480181"/>
        </pc:sldMkLst>
      </pc:sldChg>
      <pc:sldChg chg="addSp delSp modSp add mod ord">
        <pc:chgData name="Gabriele Roncella" userId="3351c97c-e7ee-463a-9dbf-ead1e1c2d4d1" providerId="ADAL" clId="{7EF33AAB-C437-4D0C-8FA3-FA6923A6124D}" dt="2026-08-11T09:23:51.101" v="2698" actId="167"/>
        <pc:sldMkLst>
          <pc:docMk/>
          <pc:sldMk cId="2572520239" sldId="2147480182"/>
        </pc:sldMkLst>
        <pc:spChg chg="mod">
          <ac:chgData name="Gabriele Roncella" userId="3351c97c-e7ee-463a-9dbf-ead1e1c2d4d1" providerId="ADAL" clId="{7EF33AAB-C437-4D0C-8FA3-FA6923A6124D}" dt="2026-08-11T09:17:42.420" v="2481" actId="20577"/>
          <ac:spMkLst>
            <pc:docMk/>
            <pc:sldMk cId="2572520239" sldId="2147480182"/>
            <ac:spMk id="2" creationId="{063B5F55-F122-C2E7-1721-C5E6E76B253A}"/>
          </ac:spMkLst>
        </pc:spChg>
        <pc:spChg chg="mod">
          <ac:chgData name="Gabriele Roncella" userId="3351c97c-e7ee-463a-9dbf-ead1e1c2d4d1" providerId="ADAL" clId="{7EF33AAB-C437-4D0C-8FA3-FA6923A6124D}" dt="2026-08-11T09:22:24.048" v="2683" actId="14100"/>
          <ac:spMkLst>
            <pc:docMk/>
            <pc:sldMk cId="2572520239" sldId="2147480182"/>
            <ac:spMk id="5" creationId="{0A8C33E5-8D12-A6E6-140B-48C855E9C133}"/>
          </ac:spMkLst>
        </pc:spChg>
        <pc:picChg chg="add mod ord">
          <ac:chgData name="Gabriele Roncella" userId="3351c97c-e7ee-463a-9dbf-ead1e1c2d4d1" providerId="ADAL" clId="{7EF33AAB-C437-4D0C-8FA3-FA6923A6124D}" dt="2026-08-11T09:23:51.101" v="2698" actId="167"/>
          <ac:picMkLst>
            <pc:docMk/>
            <pc:sldMk cId="2572520239" sldId="2147480182"/>
            <ac:picMk id="6" creationId="{92F26DB1-3DA0-13ED-9DD9-8875A0B3050D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1T09:23:59.976" v="2704" actId="20577"/>
        <pc:sldMkLst>
          <pc:docMk/>
          <pc:sldMk cId="526920377" sldId="2147480183"/>
        </pc:sldMkLst>
        <pc:spChg chg="mod">
          <ac:chgData name="Gabriele Roncella" userId="3351c97c-e7ee-463a-9dbf-ead1e1c2d4d1" providerId="ADAL" clId="{7EF33AAB-C437-4D0C-8FA3-FA6923A6124D}" dt="2026-08-11T09:23:59.976" v="2704" actId="20577"/>
          <ac:spMkLst>
            <pc:docMk/>
            <pc:sldMk cId="526920377" sldId="2147480183"/>
            <ac:spMk id="2" creationId="{12DD8C98-6DC8-BE6D-9E26-410907D17614}"/>
          </ac:spMkLst>
        </pc:spChg>
        <pc:picChg chg="add mod ord">
          <ac:chgData name="Gabriele Roncella" userId="3351c97c-e7ee-463a-9dbf-ead1e1c2d4d1" providerId="ADAL" clId="{7EF33AAB-C437-4D0C-8FA3-FA6923A6124D}" dt="2026-08-11T09:23:39.375" v="2694" actId="167"/>
          <ac:picMkLst>
            <pc:docMk/>
            <pc:sldMk cId="526920377" sldId="2147480183"/>
            <ac:picMk id="4" creationId="{FED020EE-0F12-34F8-69CA-CF3AAFDA22BA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1T09:31:49.499" v="2881" actId="1076"/>
        <pc:sldMkLst>
          <pc:docMk/>
          <pc:sldMk cId="3081695965" sldId="2147480184"/>
        </pc:sldMkLst>
        <pc:spChg chg="mod">
          <ac:chgData name="Gabriele Roncella" userId="3351c97c-e7ee-463a-9dbf-ead1e1c2d4d1" providerId="ADAL" clId="{7EF33AAB-C437-4D0C-8FA3-FA6923A6124D}" dt="2026-08-11T09:28:54.497" v="2734" actId="20577"/>
          <ac:spMkLst>
            <pc:docMk/>
            <pc:sldMk cId="3081695965" sldId="2147480184"/>
            <ac:spMk id="2" creationId="{15191F53-9008-1E70-F680-2AEB49CC652C}"/>
          </ac:spMkLst>
        </pc:spChg>
        <pc:spChg chg="mod">
          <ac:chgData name="Gabriele Roncella" userId="3351c97c-e7ee-463a-9dbf-ead1e1c2d4d1" providerId="ADAL" clId="{7EF33AAB-C437-4D0C-8FA3-FA6923A6124D}" dt="2026-08-11T09:31:49.499" v="2881" actId="1076"/>
          <ac:spMkLst>
            <pc:docMk/>
            <pc:sldMk cId="3081695965" sldId="2147480184"/>
            <ac:spMk id="5" creationId="{A1A8797C-EE23-511F-6453-FDBF304C9E45}"/>
          </ac:spMkLst>
        </pc:spChg>
        <pc:picChg chg="add mod ord">
          <ac:chgData name="Gabriele Roncella" userId="3351c97c-e7ee-463a-9dbf-ead1e1c2d4d1" providerId="ADAL" clId="{7EF33AAB-C437-4D0C-8FA3-FA6923A6124D}" dt="2026-08-11T09:29:48.603" v="2812" actId="14100"/>
          <ac:picMkLst>
            <pc:docMk/>
            <pc:sldMk cId="3081695965" sldId="2147480184"/>
            <ac:picMk id="6" creationId="{8AB8BA5C-82F5-8C3E-99E1-5C988B58A667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1T09:31:41.628" v="2878" actId="14100"/>
        <pc:sldMkLst>
          <pc:docMk/>
          <pc:sldMk cId="445179328" sldId="2147480185"/>
        </pc:sldMkLst>
        <pc:spChg chg="mod">
          <ac:chgData name="Gabriele Roncella" userId="3351c97c-e7ee-463a-9dbf-ead1e1c2d4d1" providerId="ADAL" clId="{7EF33AAB-C437-4D0C-8FA3-FA6923A6124D}" dt="2026-08-11T09:29:57.085" v="2819" actId="20577"/>
          <ac:spMkLst>
            <pc:docMk/>
            <pc:sldMk cId="445179328" sldId="2147480185"/>
            <ac:spMk id="2" creationId="{0A4DB7D9-A89D-74CF-7005-97FF08214410}"/>
          </ac:spMkLst>
        </pc:spChg>
        <pc:spChg chg="mod">
          <ac:chgData name="Gabriele Roncella" userId="3351c97c-e7ee-463a-9dbf-ead1e1c2d4d1" providerId="ADAL" clId="{7EF33AAB-C437-4D0C-8FA3-FA6923A6124D}" dt="2026-08-11T09:31:41.628" v="2878" actId="14100"/>
          <ac:spMkLst>
            <pc:docMk/>
            <pc:sldMk cId="445179328" sldId="2147480185"/>
            <ac:spMk id="5" creationId="{2E6A9BBB-6C76-293D-5447-EF5880FB09E5}"/>
          </ac:spMkLst>
        </pc:spChg>
        <pc:picChg chg="add mod">
          <ac:chgData name="Gabriele Roncella" userId="3351c97c-e7ee-463a-9dbf-ead1e1c2d4d1" providerId="ADAL" clId="{7EF33AAB-C437-4D0C-8FA3-FA6923A6124D}" dt="2026-08-11T09:31:04.755" v="2824" actId="14100"/>
          <ac:picMkLst>
            <pc:docMk/>
            <pc:sldMk cId="445179328" sldId="2147480185"/>
            <ac:picMk id="4" creationId="{28F80121-3D14-D8E4-0469-0458683EF711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8T09:31:52.854" v="5807" actId="1076"/>
        <pc:sldMkLst>
          <pc:docMk/>
          <pc:sldMk cId="900941733" sldId="2147480186"/>
        </pc:sldMkLst>
        <pc:spChg chg="mod">
          <ac:chgData name="Gabriele Roncella" userId="3351c97c-e7ee-463a-9dbf-ead1e1c2d4d1" providerId="ADAL" clId="{7EF33AAB-C437-4D0C-8FA3-FA6923A6124D}" dt="2026-08-11T12:18:57.308" v="2898" actId="20577"/>
          <ac:spMkLst>
            <pc:docMk/>
            <pc:sldMk cId="900941733" sldId="2147480186"/>
            <ac:spMk id="2" creationId="{1D02FC6E-2616-F0C5-A76E-5BD552240BC0}"/>
          </ac:spMkLst>
        </pc:spChg>
        <pc:spChg chg="mod">
          <ac:chgData name="Gabriele Roncella" userId="3351c97c-e7ee-463a-9dbf-ead1e1c2d4d1" providerId="ADAL" clId="{7EF33AAB-C437-4D0C-8FA3-FA6923A6124D}" dt="2026-08-12T07:22:11.135" v="3800" actId="14100"/>
          <ac:spMkLst>
            <pc:docMk/>
            <pc:sldMk cId="900941733" sldId="2147480186"/>
            <ac:spMk id="8" creationId="{3F566568-0038-5878-CD68-7D062B518813}"/>
          </ac:spMkLst>
        </pc:spChg>
        <pc:spChg chg="mod">
          <ac:chgData name="Gabriele Roncella" userId="3351c97c-e7ee-463a-9dbf-ead1e1c2d4d1" providerId="ADAL" clId="{7EF33AAB-C437-4D0C-8FA3-FA6923A6124D}" dt="2026-08-18T09:31:52.854" v="5807" actId="1076"/>
          <ac:spMkLst>
            <pc:docMk/>
            <pc:sldMk cId="900941733" sldId="2147480186"/>
            <ac:spMk id="9" creationId="{AD4CE206-5C5B-DC92-67B7-1619C21FEB0E}"/>
          </ac:spMkLst>
        </pc:spChg>
        <pc:spChg chg="add mod">
          <ac:chgData name="Gabriele Roncella" userId="3351c97c-e7ee-463a-9dbf-ead1e1c2d4d1" providerId="ADAL" clId="{7EF33AAB-C437-4D0C-8FA3-FA6923A6124D}" dt="2026-08-12T07:23:07.512" v="3808" actId="1036"/>
          <ac:spMkLst>
            <pc:docMk/>
            <pc:sldMk cId="900941733" sldId="2147480186"/>
            <ac:spMk id="14" creationId="{0C383D5B-6FBA-E019-C79B-644F829AEBF2}"/>
          </ac:spMkLst>
        </pc:spChg>
        <pc:spChg chg="add mod">
          <ac:chgData name="Gabriele Roncella" userId="3351c97c-e7ee-463a-9dbf-ead1e1c2d4d1" providerId="ADAL" clId="{7EF33AAB-C437-4D0C-8FA3-FA6923A6124D}" dt="2026-08-12T07:21:48.123" v="3783" actId="14100"/>
          <ac:spMkLst>
            <pc:docMk/>
            <pc:sldMk cId="900941733" sldId="2147480186"/>
            <ac:spMk id="18" creationId="{813BA9C6-E47C-4DC5-BD0D-A555EB4A9904}"/>
          </ac:spMkLst>
        </pc:spChg>
        <pc:picChg chg="add mod ord">
          <ac:chgData name="Gabriele Roncella" userId="3351c97c-e7ee-463a-9dbf-ead1e1c2d4d1" providerId="ADAL" clId="{7EF33AAB-C437-4D0C-8FA3-FA6923A6124D}" dt="2026-08-12T07:21:15.372" v="3774" actId="167"/>
          <ac:picMkLst>
            <pc:docMk/>
            <pc:sldMk cId="900941733" sldId="2147480186"/>
            <ac:picMk id="4" creationId="{7D9F05D5-94AC-E427-4ADF-7C593CB96DD2}"/>
          </ac:picMkLst>
        </pc:picChg>
      </pc:sldChg>
      <pc:sldChg chg="add">
        <pc:chgData name="Gabriele Roncella" userId="3351c97c-e7ee-463a-9dbf-ead1e1c2d4d1" providerId="ADAL" clId="{7EF33AAB-C437-4D0C-8FA3-FA6923A6124D}" dt="2026-08-11T13:28:48.748" v="3429" actId="2890"/>
        <pc:sldMkLst>
          <pc:docMk/>
          <pc:sldMk cId="3043403334" sldId="2147480187"/>
        </pc:sldMkLst>
      </pc:sldChg>
      <pc:sldChg chg="addSp delSp modSp add mod ord">
        <pc:chgData name="Gabriele Roncella" userId="3351c97c-e7ee-463a-9dbf-ead1e1c2d4d1" providerId="ADAL" clId="{7EF33AAB-C437-4D0C-8FA3-FA6923A6124D}" dt="2026-08-12T12:11:13.538" v="3867" actId="20577"/>
        <pc:sldMkLst>
          <pc:docMk/>
          <pc:sldMk cId="1561066621" sldId="2147480188"/>
        </pc:sldMkLst>
        <pc:spChg chg="mod">
          <ac:chgData name="Gabriele Roncella" userId="3351c97c-e7ee-463a-9dbf-ead1e1c2d4d1" providerId="ADAL" clId="{7EF33AAB-C437-4D0C-8FA3-FA6923A6124D}" dt="2026-08-12T12:11:13.538" v="3867" actId="20577"/>
          <ac:spMkLst>
            <pc:docMk/>
            <pc:sldMk cId="1561066621" sldId="2147480188"/>
            <ac:spMk id="2" creationId="{5F098E7C-8FAD-207F-BE0C-8A84B261F3C2}"/>
          </ac:spMkLst>
        </pc:spChg>
        <pc:spChg chg="add mod">
          <ac:chgData name="Gabriele Roncella" userId="3351c97c-e7ee-463a-9dbf-ead1e1c2d4d1" providerId="ADAL" clId="{7EF33AAB-C437-4D0C-8FA3-FA6923A6124D}" dt="2026-08-12T07:53:34.473" v="3852" actId="14100"/>
          <ac:spMkLst>
            <pc:docMk/>
            <pc:sldMk cId="1561066621" sldId="2147480188"/>
            <ac:spMk id="6" creationId="{ECEF1D0E-F7F2-848A-49BC-8429011B2C37}"/>
          </ac:spMkLst>
        </pc:spChg>
        <pc:spChg chg="add mod">
          <ac:chgData name="Gabriele Roncella" userId="3351c97c-e7ee-463a-9dbf-ead1e1c2d4d1" providerId="ADAL" clId="{7EF33AAB-C437-4D0C-8FA3-FA6923A6124D}" dt="2026-08-12T07:53:14.915" v="3848" actId="1076"/>
          <ac:spMkLst>
            <pc:docMk/>
            <pc:sldMk cId="1561066621" sldId="2147480188"/>
            <ac:spMk id="8" creationId="{EF829CB0-C28B-72F3-1231-973200BA2062}"/>
          </ac:spMkLst>
        </pc:spChg>
        <pc:spChg chg="mod">
          <ac:chgData name="Gabriele Roncella" userId="3351c97c-e7ee-463a-9dbf-ead1e1c2d4d1" providerId="ADAL" clId="{7EF33AAB-C437-4D0C-8FA3-FA6923A6124D}" dt="2026-08-11T13:50:51.565" v="3655" actId="14100"/>
          <ac:spMkLst>
            <pc:docMk/>
            <pc:sldMk cId="1561066621" sldId="2147480188"/>
            <ac:spMk id="9" creationId="{E28D0082-6B69-E0A5-8406-8020BE07A68C}"/>
          </ac:spMkLst>
        </pc:spChg>
        <pc:picChg chg="add mod ord">
          <ac:chgData name="Gabriele Roncella" userId="3351c97c-e7ee-463a-9dbf-ead1e1c2d4d1" providerId="ADAL" clId="{7EF33AAB-C437-4D0C-8FA3-FA6923A6124D}" dt="2026-08-12T07:53:03.452" v="3845" actId="167"/>
          <ac:picMkLst>
            <pc:docMk/>
            <pc:sldMk cId="1561066621" sldId="2147480188"/>
            <ac:picMk id="11" creationId="{2439EB01-F58C-D584-7ED8-ADEB7090FF52}"/>
          </ac:picMkLst>
        </pc:picChg>
      </pc:sldChg>
      <pc:sldChg chg="addSp delSp modSp add mod">
        <pc:chgData name="Gabriele Roncella" userId="3351c97c-e7ee-463a-9dbf-ead1e1c2d4d1" providerId="ADAL" clId="{7EF33AAB-C437-4D0C-8FA3-FA6923A6124D}" dt="2026-08-13T09:43:25.992" v="5635" actId="1076"/>
        <pc:sldMkLst>
          <pc:docMk/>
          <pc:sldMk cId="434647078" sldId="2147480189"/>
        </pc:sldMkLst>
        <pc:spChg chg="mod">
          <ac:chgData name="Gabriele Roncella" userId="3351c97c-e7ee-463a-9dbf-ead1e1c2d4d1" providerId="ADAL" clId="{7EF33AAB-C437-4D0C-8FA3-FA6923A6124D}" dt="2026-08-12T12:11:27.450" v="3876" actId="20577"/>
          <ac:spMkLst>
            <pc:docMk/>
            <pc:sldMk cId="434647078" sldId="2147480189"/>
            <ac:spMk id="2" creationId="{0CF6428F-B52B-14B0-45AD-DCF670389AE2}"/>
          </ac:spMkLst>
        </pc:spChg>
        <pc:spChg chg="mod ord">
          <ac:chgData name="Gabriele Roncella" userId="3351c97c-e7ee-463a-9dbf-ead1e1c2d4d1" providerId="ADAL" clId="{7EF33AAB-C437-4D0C-8FA3-FA6923A6124D}" dt="2026-08-13T09:43:20.472" v="5634" actId="403"/>
          <ac:spMkLst>
            <pc:docMk/>
            <pc:sldMk cId="434647078" sldId="2147480189"/>
            <ac:spMk id="9" creationId="{EE03C7EA-EF00-7BB0-2A95-2CA6E8A095FA}"/>
          </ac:spMkLst>
        </pc:spChg>
        <pc:picChg chg="add mod ord">
          <ac:chgData name="Gabriele Roncella" userId="3351c97c-e7ee-463a-9dbf-ead1e1c2d4d1" providerId="ADAL" clId="{7EF33AAB-C437-4D0C-8FA3-FA6923A6124D}" dt="2026-08-13T09:43:06.694" v="5630" actId="167"/>
          <ac:picMkLst>
            <pc:docMk/>
            <pc:sldMk cId="434647078" sldId="2147480189"/>
            <ac:picMk id="4" creationId="{83EC0E13-A489-D761-09DB-2B5BC0CFF7F9}"/>
          </ac:picMkLst>
        </pc:picChg>
        <pc:cxnChg chg="add mod">
          <ac:chgData name="Gabriele Roncella" userId="3351c97c-e7ee-463a-9dbf-ead1e1c2d4d1" providerId="ADAL" clId="{7EF33AAB-C437-4D0C-8FA3-FA6923A6124D}" dt="2026-08-13T09:43:25.992" v="5635" actId="1076"/>
          <ac:cxnSpMkLst>
            <pc:docMk/>
            <pc:sldMk cId="434647078" sldId="2147480189"/>
            <ac:cxnSpMk id="12" creationId="{AE88919C-63B0-5E3A-55D2-C58F093ABFB0}"/>
          </ac:cxnSpMkLst>
        </pc:cxnChg>
      </pc:sldChg>
      <pc:sldChg chg="modSp add mod ord">
        <pc:chgData name="Gabriele Roncella" userId="3351c97c-e7ee-463a-9dbf-ead1e1c2d4d1" providerId="ADAL" clId="{7EF33AAB-C437-4D0C-8FA3-FA6923A6124D}" dt="2026-08-12T12:21:01.831" v="4058" actId="6549"/>
        <pc:sldMkLst>
          <pc:docMk/>
          <pc:sldMk cId="577323350" sldId="2147480190"/>
        </pc:sldMkLst>
        <pc:spChg chg="mod">
          <ac:chgData name="Gabriele Roncella" userId="3351c97c-e7ee-463a-9dbf-ead1e1c2d4d1" providerId="ADAL" clId="{7EF33AAB-C437-4D0C-8FA3-FA6923A6124D}" dt="2026-08-12T12:21:01.831" v="4058" actId="6549"/>
          <ac:spMkLst>
            <pc:docMk/>
            <pc:sldMk cId="577323350" sldId="2147480190"/>
            <ac:spMk id="19" creationId="{D7922E87-5CC7-B28F-DB42-4E2B03F5DEF3}"/>
          </ac:spMkLst>
        </pc:spChg>
      </pc:sldChg>
      <pc:sldChg chg="modSp add mod ord">
        <pc:chgData name="Gabriele Roncella" userId="3351c97c-e7ee-463a-9dbf-ead1e1c2d4d1" providerId="ADAL" clId="{7EF33AAB-C437-4D0C-8FA3-FA6923A6124D}" dt="2026-08-12T12:21:11.093" v="4063" actId="6549"/>
        <pc:sldMkLst>
          <pc:docMk/>
          <pc:sldMk cId="4148934140" sldId="2147480191"/>
        </pc:sldMkLst>
        <pc:spChg chg="mod">
          <ac:chgData name="Gabriele Roncella" userId="3351c97c-e7ee-463a-9dbf-ead1e1c2d4d1" providerId="ADAL" clId="{7EF33AAB-C437-4D0C-8FA3-FA6923A6124D}" dt="2026-08-12T12:21:11.093" v="4063" actId="6549"/>
          <ac:spMkLst>
            <pc:docMk/>
            <pc:sldMk cId="4148934140" sldId="2147480191"/>
            <ac:spMk id="19" creationId="{EC3C1E2D-2CA4-9014-C3B6-D155781A4CAC}"/>
          </ac:spMkLst>
        </pc:spChg>
      </pc:sldChg>
      <pc:sldChg chg="addSp delSp modSp add mod">
        <pc:chgData name="Gabriele Roncella" userId="3351c97c-e7ee-463a-9dbf-ead1e1c2d4d1" providerId="ADAL" clId="{7EF33AAB-C437-4D0C-8FA3-FA6923A6124D}" dt="2026-08-13T09:43:44.046" v="5662" actId="1036"/>
        <pc:sldMkLst>
          <pc:docMk/>
          <pc:sldMk cId="2124864958" sldId="2147480192"/>
        </pc:sldMkLst>
        <pc:spChg chg="mod">
          <ac:chgData name="Gabriele Roncella" userId="3351c97c-e7ee-463a-9dbf-ead1e1c2d4d1" providerId="ADAL" clId="{7EF33AAB-C437-4D0C-8FA3-FA6923A6124D}" dt="2026-08-12T12:28:10.688" v="4076" actId="20577"/>
          <ac:spMkLst>
            <pc:docMk/>
            <pc:sldMk cId="2124864958" sldId="2147480192"/>
            <ac:spMk id="2" creationId="{F5F25336-D586-9224-3E0A-3BDAD05A66C7}"/>
          </ac:spMkLst>
        </pc:spChg>
        <pc:spChg chg="add mod">
          <ac:chgData name="Gabriele Roncella" userId="3351c97c-e7ee-463a-9dbf-ead1e1c2d4d1" providerId="ADAL" clId="{7EF33AAB-C437-4D0C-8FA3-FA6923A6124D}" dt="2026-08-13T09:43:44.046" v="5662" actId="1036"/>
          <ac:spMkLst>
            <pc:docMk/>
            <pc:sldMk cId="2124864958" sldId="2147480192"/>
            <ac:spMk id="4" creationId="{0FB74CB1-0B16-16BE-D592-67CA2C409521}"/>
          </ac:spMkLst>
        </pc:spChg>
        <pc:spChg chg="mod">
          <ac:chgData name="Gabriele Roncella" userId="3351c97c-e7ee-463a-9dbf-ead1e1c2d4d1" providerId="ADAL" clId="{7EF33AAB-C437-4D0C-8FA3-FA6923A6124D}" dt="2026-08-13T09:43:44.046" v="5662" actId="1036"/>
          <ac:spMkLst>
            <pc:docMk/>
            <pc:sldMk cId="2124864958" sldId="2147480192"/>
            <ac:spMk id="5" creationId="{128594F9-3127-B099-F619-A7596685A055}"/>
          </ac:spMkLst>
        </pc:spChg>
        <pc:spChg chg="add mod">
          <ac:chgData name="Gabriele Roncella" userId="3351c97c-e7ee-463a-9dbf-ead1e1c2d4d1" providerId="ADAL" clId="{7EF33AAB-C437-4D0C-8FA3-FA6923A6124D}" dt="2026-08-13T09:43:44.046" v="5662" actId="1036"/>
          <ac:spMkLst>
            <pc:docMk/>
            <pc:sldMk cId="2124864958" sldId="2147480192"/>
            <ac:spMk id="7" creationId="{8F42C650-8942-9DEF-F78B-879768BABB0A}"/>
          </ac:spMkLst>
        </pc:spChg>
        <pc:spChg chg="add mod">
          <ac:chgData name="Gabriele Roncella" userId="3351c97c-e7ee-463a-9dbf-ead1e1c2d4d1" providerId="ADAL" clId="{7EF33AAB-C437-4D0C-8FA3-FA6923A6124D}" dt="2026-08-13T09:43:44.046" v="5662" actId="1036"/>
          <ac:spMkLst>
            <pc:docMk/>
            <pc:sldMk cId="2124864958" sldId="2147480192"/>
            <ac:spMk id="9" creationId="{88102239-D7C7-A258-6D78-D56A45AE60C4}"/>
          </ac:spMkLst>
        </pc:spChg>
        <pc:spChg chg="add mod">
          <ac:chgData name="Gabriele Roncella" userId="3351c97c-e7ee-463a-9dbf-ead1e1c2d4d1" providerId="ADAL" clId="{7EF33AAB-C437-4D0C-8FA3-FA6923A6124D}" dt="2026-08-13T09:43:44.046" v="5662" actId="1036"/>
          <ac:spMkLst>
            <pc:docMk/>
            <pc:sldMk cId="2124864958" sldId="2147480192"/>
            <ac:spMk id="11" creationId="{0ED7A1D3-BFE3-7C1C-10A6-A6BA8F301B6D}"/>
          </ac:spMkLst>
        </pc:spChg>
        <pc:spChg chg="add mod">
          <ac:chgData name="Gabriele Roncella" userId="3351c97c-e7ee-463a-9dbf-ead1e1c2d4d1" providerId="ADAL" clId="{7EF33AAB-C437-4D0C-8FA3-FA6923A6124D}" dt="2026-08-13T09:43:44.046" v="5662" actId="1036"/>
          <ac:spMkLst>
            <pc:docMk/>
            <pc:sldMk cId="2124864958" sldId="2147480192"/>
            <ac:spMk id="13" creationId="{697D0DCA-50CD-035E-85B1-066D4835EF6B}"/>
          </ac:spMkLst>
        </pc:spChg>
        <pc:spChg chg="mod">
          <ac:chgData name="Gabriele Roncella" userId="3351c97c-e7ee-463a-9dbf-ead1e1c2d4d1" providerId="ADAL" clId="{7EF33AAB-C437-4D0C-8FA3-FA6923A6124D}" dt="2026-08-13T09:43:44.046" v="5662" actId="1036"/>
          <ac:spMkLst>
            <pc:docMk/>
            <pc:sldMk cId="2124864958" sldId="2147480192"/>
            <ac:spMk id="15" creationId="{97594493-16AF-E465-EE40-20C4F74B54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DF60-6159-4558-8D07-00E18A77A54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0E5E0-7946-4FB1-A297-6AB0FA3AA7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0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23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887C1-6CB7-2BEA-9D37-4885EE983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BAB157D-B1AA-0DF5-79BC-504A0F840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4E6F716-EFF9-AA9B-C45C-FDAD44D60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7B31C452-10A7-B7B5-9953-2C314981924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BD53EB3-C5B2-A13D-ADC7-119F762C050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6CD2C28-3EA3-276A-A581-288127E304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13AE4C5-10B9-7264-5962-7E227EC49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77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9A41-34A3-1C01-753D-7DCB8115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9C95C89-5642-82DA-379E-8378204EB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335BBBF2-1F7D-8011-7C70-DA9D1C7E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CFC8E331-E154-8BA8-983A-52F8F9DD0D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DC83CAE-FB7A-84A8-66A5-8A73615C2BA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BE5B2B2-FE84-4188-3069-D02704C040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6F94195-2378-BFDC-18A6-B85CF71AB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86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9966BF-A434-4BC2-9969-A0AE8B068B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2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2108456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7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113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9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Graphic 6">
            <a:extLst>
              <a:ext uri="{FF2B5EF4-FFF2-40B4-BE49-F238E27FC236}">
                <a16:creationId xmlns:a16="http://schemas.microsoft.com/office/drawing/2014/main" id="{942AD55E-EE40-DCFB-004A-B1556305C6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6180" y="476250"/>
            <a:ext cx="856133" cy="43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7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5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09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410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31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6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494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396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478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53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70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416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744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2042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9202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00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892329"/>
      </p:ext>
    </p:extLst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Title/cover page,   Ericsson Hilda Light 80pt, max 3-lines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Description/subtitle/speaker…</a:t>
            </a:r>
            <a:br>
              <a:rPr lang="en-US"/>
            </a:br>
            <a:r>
              <a:rPr lang="en-US"/>
              <a:t>Ericsson Hilda Black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YYYY-MM-DD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39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91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8196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01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1756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09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81158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presentations using short and crisp headings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5215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85556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464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806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735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6522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24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6706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1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2495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3"/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For heading, use Ericsson Hilda in bold. For copy and bullets, use E.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44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300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Use this space for relevant Ericsson URLs or hashtags</a:t>
            </a:r>
          </a:p>
        </p:txBody>
      </p:sp>
    </p:spTree>
    <p:extLst>
      <p:ext uri="{BB962C8B-B14F-4D97-AF65-F5344CB8AC3E}">
        <p14:creationId xmlns:p14="http://schemas.microsoft.com/office/powerpoint/2010/main" val="21605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003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23aef9-865f-46e0-9feb-85e9b06e34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64054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f26b25-7c56-47e9-8e69-7c9c8de37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5" name="FirstDividerHider">
            <a:extLst>
              <a:ext uri="{FF2B5EF4-FFF2-40B4-BE49-F238E27FC236}">
                <a16:creationId xmlns:a16="http://schemas.microsoft.com/office/drawing/2014/main" id="{CA0A38D4-B093-4CE6-9935-648A137BFECE}"/>
              </a:ext>
            </a:extLst>
          </p:cNvPr>
          <p:cNvSpPr/>
          <p:nvPr userDrawn="1"/>
        </p:nvSpPr>
        <p:spPr bwMode="auto">
          <a:xfrm>
            <a:off x="396000" y="6408751"/>
            <a:ext cx="79513" cy="26239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24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1FF180E5-27ED-506A-B6EC-62160A37FF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346180" y="476250"/>
            <a:ext cx="856133" cy="43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5" r:id="rId44"/>
    <p:sldLayoutId id="2147483706" r:id="rId45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10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D5CE7D-CCF0-44B0-843A-8D46859C4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en-US" sz="6600" dirty="0"/>
              <a:t>NPPI Tech Forum</a:t>
            </a:r>
            <a:br>
              <a:rPr lang="en-US" dirty="0"/>
            </a:br>
            <a:r>
              <a:rPr lang="en-US" sz="5400" dirty="0"/>
              <a:t>VodafoneThree &amp; Ericsson</a:t>
            </a:r>
            <a:br>
              <a:rPr lang="en-US" sz="5400" dirty="0"/>
            </a:br>
            <a:br>
              <a:rPr lang="en-US" sz="5400" dirty="0"/>
            </a:br>
            <a:r>
              <a:rPr lang="en-US" sz="3600" dirty="0"/>
              <a:t>2026-08-06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A927E07-3624-45B8-934B-C229726CA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3933826"/>
            <a:ext cx="9436101" cy="2087563"/>
          </a:xfrm>
          <a:ln>
            <a:noFill/>
          </a:ln>
        </p:spPr>
        <p:txBody>
          <a:bodyPr/>
          <a:lstStyle/>
          <a:p>
            <a:pPr lvl="0">
              <a:lnSpc>
                <a:spcPct val="85000"/>
              </a:lnSpc>
              <a:spcBef>
                <a:spcPts val="300"/>
              </a:spcBef>
              <a:defRPr/>
            </a:pPr>
            <a:r>
              <a:rPr lang="en-US" sz="3600" kern="1400" spc="-160" dirty="0">
                <a:solidFill>
                  <a:srgbClr val="181818"/>
                </a:solidFill>
                <a:latin typeface="Ericsson Hilda Light"/>
              </a:rPr>
              <a:t>2026 Q2 Net check 5G SA Campaign</a:t>
            </a:r>
          </a:p>
          <a:p>
            <a:pPr lvl="0">
              <a:defRPr/>
            </a:pPr>
            <a:r>
              <a:rPr lang="en-US" sz="3600" dirty="0">
                <a:solidFill>
                  <a:srgbClr val="181818"/>
                </a:solidFill>
                <a:latin typeface="Ericsson Hilda Light"/>
              </a:rPr>
              <a:t>Final Scoring and Gap Analysis</a:t>
            </a:r>
          </a:p>
          <a:p>
            <a:pPr lvl="0">
              <a:defRPr/>
            </a:pPr>
            <a:r>
              <a:rPr lang="en-US" sz="3600" dirty="0">
                <a:solidFill>
                  <a:srgbClr val="181818"/>
                </a:solidFill>
                <a:latin typeface="Ericsson Hilda Light"/>
              </a:rPr>
              <a:t>CDR KPI Analysis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3074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04CB-8843-AB8C-93B4-B5D409D5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6BDB269-4BA8-88FB-7A16-615B2BD4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F93451A-255D-3F31-79E2-5F3420478A4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557338"/>
            <a:ext cx="11233150" cy="467994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NRSA CDR Scoring and GAP analysis (7 cities, London) for Best Network and Most Reliable Network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NRSA CDR Voice failures and KPIs analysis (7 cities, London)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3UK Low </a:t>
            </a:r>
            <a:r>
              <a:rPr lang="en-US" sz="1800" dirty="0" err="1"/>
              <a:t>Whatsapp</a:t>
            </a:r>
            <a:r>
              <a:rPr lang="en-US" sz="1800" dirty="0"/>
              <a:t> POLQA issue update during 5GSA campaign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NRSA CDR Data KPIs analysis (7 cities, London)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3699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CEC0-A64E-BA78-48E7-2C5016CD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9AAECC-616E-6BA2-C884-C5066727CBD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/>
              <a:t>Actions Tracker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DBDCD4-2AB6-3FE9-8492-32FD66C74013}"/>
              </a:ext>
            </a:extLst>
          </p:cNvPr>
          <p:cNvGraphicFramePr>
            <a:graphicFrameLocks noGrp="1"/>
          </p:cNvGraphicFramePr>
          <p:nvPr/>
        </p:nvGraphicFramePr>
        <p:xfrm>
          <a:off x="479425" y="1294448"/>
          <a:ext cx="10840299" cy="1686877"/>
        </p:xfrm>
        <a:graphic>
          <a:graphicData uri="http://schemas.openxmlformats.org/drawingml/2006/table">
            <a:tbl>
              <a:tblPr/>
              <a:tblGrid>
                <a:gridCol w="581463">
                  <a:extLst>
                    <a:ext uri="{9D8B030D-6E8A-4147-A177-3AD203B41FA5}">
                      <a16:colId xmlns:a16="http://schemas.microsoft.com/office/drawing/2014/main" val="1479345489"/>
                    </a:ext>
                  </a:extLst>
                </a:gridCol>
                <a:gridCol w="3922797">
                  <a:extLst>
                    <a:ext uri="{9D8B030D-6E8A-4147-A177-3AD203B41FA5}">
                      <a16:colId xmlns:a16="http://schemas.microsoft.com/office/drawing/2014/main" val="3709042483"/>
                    </a:ext>
                  </a:extLst>
                </a:gridCol>
                <a:gridCol w="609674">
                  <a:extLst>
                    <a:ext uri="{9D8B030D-6E8A-4147-A177-3AD203B41FA5}">
                      <a16:colId xmlns:a16="http://schemas.microsoft.com/office/drawing/2014/main" val="2642075589"/>
                    </a:ext>
                  </a:extLst>
                </a:gridCol>
                <a:gridCol w="515640">
                  <a:extLst>
                    <a:ext uri="{9D8B030D-6E8A-4147-A177-3AD203B41FA5}">
                      <a16:colId xmlns:a16="http://schemas.microsoft.com/office/drawing/2014/main" val="3790641713"/>
                    </a:ext>
                  </a:extLst>
                </a:gridCol>
                <a:gridCol w="977601">
                  <a:extLst>
                    <a:ext uri="{9D8B030D-6E8A-4147-A177-3AD203B41FA5}">
                      <a16:colId xmlns:a16="http://schemas.microsoft.com/office/drawing/2014/main" val="712494286"/>
                    </a:ext>
                  </a:extLst>
                </a:gridCol>
                <a:gridCol w="711441">
                  <a:extLst>
                    <a:ext uri="{9D8B030D-6E8A-4147-A177-3AD203B41FA5}">
                      <a16:colId xmlns:a16="http://schemas.microsoft.com/office/drawing/2014/main" val="2334257660"/>
                    </a:ext>
                  </a:extLst>
                </a:gridCol>
                <a:gridCol w="593484">
                  <a:extLst>
                    <a:ext uri="{9D8B030D-6E8A-4147-A177-3AD203B41FA5}">
                      <a16:colId xmlns:a16="http://schemas.microsoft.com/office/drawing/2014/main" val="628731420"/>
                    </a:ext>
                  </a:extLst>
                </a:gridCol>
                <a:gridCol w="2928199">
                  <a:extLst>
                    <a:ext uri="{9D8B030D-6E8A-4147-A177-3AD203B41FA5}">
                      <a16:colId xmlns:a16="http://schemas.microsoft.com/office/drawing/2014/main" val="2308305829"/>
                    </a:ext>
                  </a:extLst>
                </a:gridCol>
              </a:tblGrid>
              <a:tr h="4778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Ref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Date Raised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Raised by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Date Closed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Owner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Status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Comments</a:t>
                      </a:r>
                    </a:p>
                  </a:txBody>
                  <a:tcPr marL="4740" marR="4740" marT="47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537272"/>
                  </a:ext>
                </a:extLst>
              </a:tr>
              <a:tr h="6051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Further analysis about the Call Setup Time degradation observed for Vodafone in 2026Q2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10/06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VF3</a:t>
                      </a:r>
                    </a:p>
                  </a:txBody>
                  <a:tcPr marL="36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Ericsson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Open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5426"/>
                  </a:ext>
                </a:extLst>
              </a:tr>
              <a:tr h="6039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 further analyze the POLQA in WhatsApp in 2026Q2 mainly for Threeuk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10/06</a:t>
                      </a:r>
                    </a:p>
                    <a:p>
                      <a:pPr marL="0" marR="0" algn="ctr">
                        <a:buNone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VF3</a:t>
                      </a:r>
                    </a:p>
                  </a:txBody>
                  <a:tcPr marL="36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Ericsson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Open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333141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2376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69E7-B9B4-BCEB-8F49-99C4BA58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lose up of a blue surface&#10;&#10;AI-generated content may be incorrect.">
            <a:extLst>
              <a:ext uri="{FF2B5EF4-FFF2-40B4-BE49-F238E27FC236}">
                <a16:creationId xmlns:a16="http://schemas.microsoft.com/office/drawing/2014/main" id="{D772A2B2-CE8A-6AA3-3002-7EDAFFDFF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">
            <a:extLst>
              <a:ext uri="{FF2B5EF4-FFF2-40B4-BE49-F238E27FC236}">
                <a16:creationId xmlns:a16="http://schemas.microsoft.com/office/drawing/2014/main" id="{4C16A9A5-3AEA-2B2E-42E7-EEB1BD56C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6179F2E6-08A1-E2D1-58E6-568E0C3D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7209402" cy="1081088"/>
          </a:xfrm>
        </p:spPr>
        <p:txBody>
          <a:bodyPr/>
          <a:lstStyle/>
          <a:p>
            <a:r>
              <a:rPr lang="en-US" sz="4800" dirty="0" err="1"/>
              <a:t>Netcheck</a:t>
            </a:r>
            <a:r>
              <a:rPr lang="en-US" sz="4800" dirty="0"/>
              <a:t> CDR Scoring and Gap Analysis</a:t>
            </a:r>
            <a:br>
              <a:rPr lang="en-US" sz="4800" dirty="0"/>
            </a:br>
            <a:br>
              <a:rPr lang="en-US" sz="4800" dirty="0"/>
            </a:br>
            <a:r>
              <a:rPr lang="en-US" sz="4400" dirty="0"/>
              <a:t>2026 Q2 NSA vs SA Campaign</a:t>
            </a:r>
            <a:br>
              <a:rPr lang="en-US" sz="4800" dirty="0"/>
            </a:br>
            <a:br>
              <a:rPr lang="en-US" sz="4800" dirty="0"/>
            </a:br>
            <a:r>
              <a:rPr lang="en-US" dirty="0"/>
              <a:t>7 Cities and London</a:t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32" name="image">
            <a:extLst>
              <a:ext uri="{FF2B5EF4-FFF2-40B4-BE49-F238E27FC236}">
                <a16:creationId xmlns:a16="http://schemas.microsoft.com/office/drawing/2014/main" id="{0AD13F97-5FB6-AA11-8C2D-92F6C0038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32241" y="581821"/>
            <a:ext cx="482228" cy="482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2352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2BE1-8686-4D07-BB5D-96088004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D2DF0C-32E7-8B33-0C69-60BBFD773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37" y="1472103"/>
            <a:ext cx="6544150" cy="5284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6C776A-E550-F0FA-8036-0E14B86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 err="1"/>
              <a:t>Netcheck</a:t>
            </a:r>
            <a:r>
              <a:rPr lang="en-US" dirty="0"/>
              <a:t> 5G SA Best Network Scoring</a:t>
            </a:r>
            <a:br>
              <a:rPr lang="en-US" dirty="0"/>
            </a:br>
            <a:r>
              <a:rPr lang="en-US" b="1" dirty="0"/>
              <a:t>7 Cities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78FF5-902D-0380-70CC-35EE859BBE23}"/>
              </a:ext>
            </a:extLst>
          </p:cNvPr>
          <p:cNvSpPr txBox="1"/>
          <p:nvPr/>
        </p:nvSpPr>
        <p:spPr>
          <a:xfrm flipH="1">
            <a:off x="7588250" y="2689051"/>
            <a:ext cx="4305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/>
                <a:ea typeface="+mn-ea"/>
                <a:cs typeface="+mn-cs"/>
              </a:rPr>
              <a:t>The plot compares the NC 2026 Q2 NSA campaign vs the latest 5G SA campaign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O2 and Vodafone UK have a scoring gap between SA and NSA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EE also has a gap, but it is smaller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3UK network does not have 5G SA for 3UK 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A4606-57DB-EC71-40ED-7DDD7D4C0744}"/>
              </a:ext>
            </a:extLst>
          </p:cNvPr>
          <p:cNvSpPr/>
          <p:nvPr/>
        </p:nvSpPr>
        <p:spPr>
          <a:xfrm>
            <a:off x="7893671" y="1029481"/>
            <a:ext cx="687112" cy="646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1A29FC-1449-DB60-0E26-920BDE0FF4A1}"/>
              </a:ext>
            </a:extLst>
          </p:cNvPr>
          <p:cNvSpPr/>
          <p:nvPr/>
        </p:nvSpPr>
        <p:spPr>
          <a:xfrm>
            <a:off x="4156653" y="6385617"/>
            <a:ext cx="406400" cy="24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82279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05E2-01BE-7DF1-43F8-591F8883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DEB7FF-1CAF-F80D-91B2-E6697902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36" y="1459805"/>
            <a:ext cx="6657839" cy="53836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6E162E-DBD2-40D7-618E-BF5C0033F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8747125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 err="1"/>
              <a:t>Netcheck</a:t>
            </a:r>
            <a:r>
              <a:rPr lang="en-US" dirty="0"/>
              <a:t> 5G SA Most Reliable Network Scoring</a:t>
            </a:r>
            <a:br>
              <a:rPr lang="en-US" dirty="0"/>
            </a:br>
            <a:r>
              <a:rPr lang="en-US" b="1" dirty="0"/>
              <a:t>7 Cities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D69F6-4AEA-4497-CAA2-028164F14B4C}"/>
              </a:ext>
            </a:extLst>
          </p:cNvPr>
          <p:cNvSpPr txBox="1"/>
          <p:nvPr/>
        </p:nvSpPr>
        <p:spPr>
          <a:xfrm flipH="1">
            <a:off x="7543800" y="2631901"/>
            <a:ext cx="4343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/>
                <a:ea typeface="+mn-ea"/>
                <a:cs typeface="+mn-cs"/>
              </a:rPr>
              <a:t>The plot compares the NC 2026 Q2 NSA campaign vs the latest 5G SA campaign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O2 and Vodafone UK have a scoring gap between SA and NSA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EE also has a gap, but it is smaller</a:t>
            </a:r>
          </a:p>
          <a:p>
            <a:pPr marL="285750" lvl="0" indent="-285750">
              <a:buFontTx/>
              <a:buChar char="-"/>
              <a:defRPr/>
            </a:pPr>
            <a:r>
              <a:rPr lang="en-US" dirty="0">
                <a:solidFill>
                  <a:srgbClr val="181818"/>
                </a:solidFill>
              </a:rPr>
              <a:t>3UK network does not have 5G SA for 3UK 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F1D73A-FFE7-3646-04C7-3C0BAAE6ECB2}"/>
              </a:ext>
            </a:extLst>
          </p:cNvPr>
          <p:cNvSpPr/>
          <p:nvPr/>
        </p:nvSpPr>
        <p:spPr>
          <a:xfrm>
            <a:off x="7893671" y="1029481"/>
            <a:ext cx="687112" cy="646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D7330D-57A9-0B8E-CB08-BC3E0CF18DC2}"/>
              </a:ext>
            </a:extLst>
          </p:cNvPr>
          <p:cNvSpPr/>
          <p:nvPr/>
        </p:nvSpPr>
        <p:spPr>
          <a:xfrm>
            <a:off x="4340225" y="6480810"/>
            <a:ext cx="406400" cy="24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2699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8AFB-4E8E-BB7D-332A-33D92C86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323BEFB-B1AA-7A03-FCDA-DDAE0C215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39012"/>
              </p:ext>
            </p:extLst>
          </p:nvPr>
        </p:nvGraphicFramePr>
        <p:xfrm>
          <a:off x="1734520" y="1215626"/>
          <a:ext cx="8459076" cy="5566174"/>
        </p:xfrm>
        <a:graphic>
          <a:graphicData uri="http://schemas.openxmlformats.org/drawingml/2006/table">
            <a:tbl>
              <a:tblPr/>
              <a:tblGrid>
                <a:gridCol w="2615645">
                  <a:extLst>
                    <a:ext uri="{9D8B030D-6E8A-4147-A177-3AD203B41FA5}">
                      <a16:colId xmlns:a16="http://schemas.microsoft.com/office/drawing/2014/main" val="1690926204"/>
                    </a:ext>
                  </a:extLst>
                </a:gridCol>
                <a:gridCol w="1231345">
                  <a:extLst>
                    <a:ext uri="{9D8B030D-6E8A-4147-A177-3AD203B41FA5}">
                      <a16:colId xmlns:a16="http://schemas.microsoft.com/office/drawing/2014/main" val="2549661938"/>
                    </a:ext>
                  </a:extLst>
                </a:gridCol>
                <a:gridCol w="340756">
                  <a:extLst>
                    <a:ext uri="{9D8B030D-6E8A-4147-A177-3AD203B41FA5}">
                      <a16:colId xmlns:a16="http://schemas.microsoft.com/office/drawing/2014/main" val="3709453618"/>
                    </a:ext>
                  </a:extLst>
                </a:gridCol>
                <a:gridCol w="936071">
                  <a:extLst>
                    <a:ext uri="{9D8B030D-6E8A-4147-A177-3AD203B41FA5}">
                      <a16:colId xmlns:a16="http://schemas.microsoft.com/office/drawing/2014/main" val="1252635646"/>
                    </a:ext>
                  </a:extLst>
                </a:gridCol>
                <a:gridCol w="455057">
                  <a:extLst>
                    <a:ext uri="{9D8B030D-6E8A-4147-A177-3AD203B41FA5}">
                      <a16:colId xmlns:a16="http://schemas.microsoft.com/office/drawing/2014/main" val="2927316343"/>
                    </a:ext>
                  </a:extLst>
                </a:gridCol>
                <a:gridCol w="1548845">
                  <a:extLst>
                    <a:ext uri="{9D8B030D-6E8A-4147-A177-3AD203B41FA5}">
                      <a16:colId xmlns:a16="http://schemas.microsoft.com/office/drawing/2014/main" val="3679484557"/>
                    </a:ext>
                  </a:extLst>
                </a:gridCol>
                <a:gridCol w="1331357">
                  <a:extLst>
                    <a:ext uri="{9D8B030D-6E8A-4147-A177-3AD203B41FA5}">
                      <a16:colId xmlns:a16="http://schemas.microsoft.com/office/drawing/2014/main" val="3290906276"/>
                    </a:ext>
                  </a:extLst>
                </a:gridCol>
              </a:tblGrid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Q2 2026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 5G SA Campaign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GAPs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70463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KPI Name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Vodafone UK_NSA_Q2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3_Q2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Vodafone UK_SA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3UK_SA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GAP_SAvsNSA_VodafoneUK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GAP_SAvsNSA_ThreeUK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856415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CALL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107.86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103.42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-21.34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15788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CALL SETUP TIME [s]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13.24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11.69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13.28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3276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CALL SETUP TIME &gt; 10 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6752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POLQA &lt; 1.6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27.55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27.24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26.71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27.15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472824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POLQA [MOS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11.42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730142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DISTURBED &amp; IMPAIRED CALL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20.27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19.64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18.21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21.63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-2.06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7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294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CALL SUCCESS RATIO [%]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86.62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85.74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74.23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86.68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-12.39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7A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266847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POLQA &lt; 1.6 [%]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18.25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15.76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-3.77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E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D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620264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POLQA [MOS]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82335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DISTURBED &amp; IMPAIRED CALL [%]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8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45918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 RAB DATA TRANSFER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13.81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13.29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987748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FDFS DL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42.50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39.04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39.56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-2.95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-1.32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818351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FDFS DL TRANSFER TIME [s]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30.13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25.42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30.76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34742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FDFS UL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20.87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21.18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501460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FDFS UL TRANSFER TIME [s]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12.19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13.16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22492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FDTT DL THROUGHPUT &gt; 2Mbit/s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26.28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26.98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46474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&gt; 5Mbit/s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34.34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33.62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60242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&gt; 20Mbit/s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30.68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32.85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30.31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3C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782352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&gt; 100Mbit/s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19.71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20.69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19.67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4941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P90 [Mbit/s]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23.33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23.40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22932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FDTT UL THROUGHPUT &gt; 1Mbit/s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14.34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43704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&gt; 3Mbit/s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17.61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69625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&gt; 10Mbit/s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15.18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15.26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15.28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14.81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85171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&gt; 20Mbit/s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844755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P90 [Mbit/s]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11.02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5091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BROWSING TIME TO 1MB [ms]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51.68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50.98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51.63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50.90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674782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BROWSING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73.99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72.81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71.81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-2.18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-2.33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37067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VIDEO STREAMING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78.73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75.92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75.67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76.82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-3.06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69821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VIDEO STREAMING TTFP &gt;= 10 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95557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VIDEO STREAMING IRRITATING EXPERIENCE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40.93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39.54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40.21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38.91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314691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INTERACTIVITY PACKET ERROR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5.60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1682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INTERACTIVITY MEDIAN RTT [MS]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29.21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29.32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29.16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28382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0554B6D-F77C-1536-7DCB-2F74D76E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Q2 2026 vs SA Campaign – Delta Scoring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164187-D606-DEB7-FA40-1DD2B2634A97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D1DC54-0AB2-81B7-400A-B96B6A39814D}"/>
              </a:ext>
            </a:extLst>
          </p:cNvPr>
          <p:cNvSpPr txBox="1"/>
          <p:nvPr/>
        </p:nvSpPr>
        <p:spPr>
          <a:xfrm>
            <a:off x="10571780" y="6474023"/>
            <a:ext cx="1490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ptos Narrow" panose="020B0004020202020204" pitchFamily="34" charset="0"/>
              </a:rPr>
              <a:t>Most Reliable KPI</a:t>
            </a:r>
          </a:p>
        </p:txBody>
      </p:sp>
    </p:spTree>
    <p:extLst>
      <p:ext uri="{BB962C8B-B14F-4D97-AF65-F5344CB8AC3E}">
        <p14:creationId xmlns:p14="http://schemas.microsoft.com/office/powerpoint/2010/main" val="223656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A55EF-91C8-85BD-DB08-B08ACC19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17DE65-A6DA-98A8-3FF0-D00466698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6" y="1472002"/>
            <a:ext cx="6768459" cy="5317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07D47-8206-1820-C0FC-186DA75B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 err="1"/>
              <a:t>Netcheck</a:t>
            </a:r>
            <a:r>
              <a:rPr lang="en-US" dirty="0"/>
              <a:t> 5G SA Best Network Scoring</a:t>
            </a:r>
            <a:br>
              <a:rPr lang="en-US" dirty="0"/>
            </a:br>
            <a:r>
              <a:rPr lang="en-US" b="1" dirty="0"/>
              <a:t>London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D5417-96D3-0A85-66D1-0B01D052D11C}"/>
              </a:ext>
            </a:extLst>
          </p:cNvPr>
          <p:cNvSpPr txBox="1"/>
          <p:nvPr/>
        </p:nvSpPr>
        <p:spPr>
          <a:xfrm flipH="1">
            <a:off x="7588250" y="2689051"/>
            <a:ext cx="4305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/>
                <a:ea typeface="+mn-ea"/>
                <a:cs typeface="+mn-cs"/>
              </a:rPr>
              <a:t>The plot compares the NC 2026 Q2 NSA campaign vs the latest 5G SA campaign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O2 and Vodafone UK have a scoring gap between SA and NSA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EE also has a gap, but it is smaller</a:t>
            </a:r>
          </a:p>
          <a:p>
            <a:pPr marL="285750" lvl="0" indent="-285750">
              <a:buFontTx/>
              <a:buChar char="-"/>
              <a:defRPr/>
            </a:pPr>
            <a:r>
              <a:rPr lang="en-US" dirty="0">
                <a:solidFill>
                  <a:srgbClr val="181818"/>
                </a:solidFill>
              </a:rPr>
              <a:t>3UK network does not have 5G SA for 3UK UE</a:t>
            </a:r>
            <a:endParaRPr lang="en-US" dirty="0">
              <a:solidFill>
                <a:srgbClr val="181818"/>
              </a:solidFill>
              <a:latin typeface="Ericsson Hild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47F96-E756-D696-6F81-70ABF313E587}"/>
              </a:ext>
            </a:extLst>
          </p:cNvPr>
          <p:cNvSpPr/>
          <p:nvPr/>
        </p:nvSpPr>
        <p:spPr>
          <a:xfrm>
            <a:off x="7893671" y="1029481"/>
            <a:ext cx="687112" cy="646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36B08E-36A0-44CA-0AF2-F464563C1A05}"/>
              </a:ext>
            </a:extLst>
          </p:cNvPr>
          <p:cNvSpPr/>
          <p:nvPr/>
        </p:nvSpPr>
        <p:spPr>
          <a:xfrm>
            <a:off x="4242824" y="6514926"/>
            <a:ext cx="406400" cy="24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791967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E0AA-5959-F011-90C1-F2EA9D9F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469C9A-C6BB-65CD-98DC-C9CAE2DE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4" y="1410463"/>
            <a:ext cx="6569787" cy="5311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AA3D0F-7005-1BAA-2EDF-0C52E9F5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8747125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 err="1"/>
              <a:t>Netcheck</a:t>
            </a:r>
            <a:r>
              <a:rPr lang="en-US" dirty="0"/>
              <a:t> 5G SA Most Reliable Network Scoring</a:t>
            </a:r>
            <a:br>
              <a:rPr lang="en-US" dirty="0"/>
            </a:br>
            <a:r>
              <a:rPr lang="en-US" b="1" dirty="0"/>
              <a:t>London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CB163-BB98-5056-122F-9FCAAE5DF12F}"/>
              </a:ext>
            </a:extLst>
          </p:cNvPr>
          <p:cNvSpPr txBox="1"/>
          <p:nvPr/>
        </p:nvSpPr>
        <p:spPr>
          <a:xfrm flipH="1">
            <a:off x="7543800" y="2631901"/>
            <a:ext cx="4343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Ericsson Hilda"/>
                <a:ea typeface="+mn-ea"/>
                <a:cs typeface="+mn-cs"/>
              </a:rPr>
              <a:t>The plot compares the NC 2026 Q2 NSA campaign vs the latest 5G SA campaign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O2 and Vodafone UK have a scoring gap between SA and NSA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>
                <a:solidFill>
                  <a:srgbClr val="181818"/>
                </a:solidFill>
                <a:latin typeface="Ericsson Hilda"/>
              </a:rPr>
              <a:t>EE also has a gap, but it is smaller</a:t>
            </a:r>
          </a:p>
          <a:p>
            <a:pPr marL="285750" lvl="0" indent="-285750">
              <a:buFontTx/>
              <a:buChar char="-"/>
              <a:defRPr/>
            </a:pPr>
            <a:r>
              <a:rPr lang="en-US" dirty="0">
                <a:solidFill>
                  <a:srgbClr val="181818"/>
                </a:solidFill>
              </a:rPr>
              <a:t>3UK network does not have 5G SA for 3UK UE</a:t>
            </a:r>
            <a:endParaRPr lang="en-US" dirty="0">
              <a:solidFill>
                <a:srgbClr val="181818"/>
              </a:solidFill>
              <a:latin typeface="Ericsson Hild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50CC96-CCA6-E9E1-4899-EB98D24FACDA}"/>
              </a:ext>
            </a:extLst>
          </p:cNvPr>
          <p:cNvSpPr/>
          <p:nvPr/>
        </p:nvSpPr>
        <p:spPr>
          <a:xfrm>
            <a:off x="7893671" y="1029481"/>
            <a:ext cx="687112" cy="646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4C8985-EE96-7E8B-21CA-A591E749666A}"/>
              </a:ext>
            </a:extLst>
          </p:cNvPr>
          <p:cNvSpPr/>
          <p:nvPr/>
        </p:nvSpPr>
        <p:spPr>
          <a:xfrm>
            <a:off x="4257098" y="6381750"/>
            <a:ext cx="406400" cy="24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826908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9AEAC-B22E-BC0D-2333-44AE1A9B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C5C035-88EA-7FE3-D3A3-28F8EFC91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623924"/>
              </p:ext>
            </p:extLst>
          </p:nvPr>
        </p:nvGraphicFramePr>
        <p:xfrm>
          <a:off x="1373673" y="1215626"/>
          <a:ext cx="8459076" cy="5566174"/>
        </p:xfrm>
        <a:graphic>
          <a:graphicData uri="http://schemas.openxmlformats.org/drawingml/2006/table">
            <a:tbl>
              <a:tblPr/>
              <a:tblGrid>
                <a:gridCol w="2615645">
                  <a:extLst>
                    <a:ext uri="{9D8B030D-6E8A-4147-A177-3AD203B41FA5}">
                      <a16:colId xmlns:a16="http://schemas.microsoft.com/office/drawing/2014/main" val="4168645787"/>
                    </a:ext>
                  </a:extLst>
                </a:gridCol>
                <a:gridCol w="1231345">
                  <a:extLst>
                    <a:ext uri="{9D8B030D-6E8A-4147-A177-3AD203B41FA5}">
                      <a16:colId xmlns:a16="http://schemas.microsoft.com/office/drawing/2014/main" val="1400705507"/>
                    </a:ext>
                  </a:extLst>
                </a:gridCol>
                <a:gridCol w="340757">
                  <a:extLst>
                    <a:ext uri="{9D8B030D-6E8A-4147-A177-3AD203B41FA5}">
                      <a16:colId xmlns:a16="http://schemas.microsoft.com/office/drawing/2014/main" val="125797138"/>
                    </a:ext>
                  </a:extLst>
                </a:gridCol>
                <a:gridCol w="936070">
                  <a:extLst>
                    <a:ext uri="{9D8B030D-6E8A-4147-A177-3AD203B41FA5}">
                      <a16:colId xmlns:a16="http://schemas.microsoft.com/office/drawing/2014/main" val="2634911383"/>
                    </a:ext>
                  </a:extLst>
                </a:gridCol>
                <a:gridCol w="455057">
                  <a:extLst>
                    <a:ext uri="{9D8B030D-6E8A-4147-A177-3AD203B41FA5}">
                      <a16:colId xmlns:a16="http://schemas.microsoft.com/office/drawing/2014/main" val="1157762682"/>
                    </a:ext>
                  </a:extLst>
                </a:gridCol>
                <a:gridCol w="1548845">
                  <a:extLst>
                    <a:ext uri="{9D8B030D-6E8A-4147-A177-3AD203B41FA5}">
                      <a16:colId xmlns:a16="http://schemas.microsoft.com/office/drawing/2014/main" val="1452309248"/>
                    </a:ext>
                  </a:extLst>
                </a:gridCol>
                <a:gridCol w="1331357">
                  <a:extLst>
                    <a:ext uri="{9D8B030D-6E8A-4147-A177-3AD203B41FA5}">
                      <a16:colId xmlns:a16="http://schemas.microsoft.com/office/drawing/2014/main" val="3492452965"/>
                    </a:ext>
                  </a:extLst>
                </a:gridCol>
              </a:tblGrid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Q2 2026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2026 5G SA Campaign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GAPs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30564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KPI Name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Vodafone UK_NSA_Q2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3_Q2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Vodafone UK_SA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3UK_SA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GAP_SAvsNSA_VodafoneUK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GAP_SAvsNSA_ThreeUK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616707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CALL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108.84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97.58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98.90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102.76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-9.94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5.18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206481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CALL SETUP TIME [s]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12.57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13.30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13.30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899572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CALL SETUP TIME &gt; 10 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484450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POLQA &lt; 1.6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28.40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27.24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26.35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27.71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-2.05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E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951758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POLQA [MOS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11.36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03700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DISTURBED &amp; IMPAIRED CALL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21.01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18.69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16.96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21.21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-4.05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C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E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60448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CALL SUCCESS RATIO [%]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85.86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84.19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79.90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87.50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-5.95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4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5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42173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POLQA &lt; 1.6 [%]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20.30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16.10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16.38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-4.20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E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D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87497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POLQA [MOS]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)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432435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DISTURBED &amp; IMPAIRED CALL [%]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Whatsapp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)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11.44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11.01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-2.59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6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8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82824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 RAB DATA TRANSFER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13.02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566950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FDFS DL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45.38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45.52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38.88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828948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FDFS DL TRANSFER TIME [s]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31.20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25.88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31.20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26.71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619724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FDFS UL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20.56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19.24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21.47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19.21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61938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FDFS UL TRANSFER TIME [s]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12.66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13.74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13.19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13.85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553451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FDTT DL THROUGHPUT &gt; 2Mbit/s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29.33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29.50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157784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&gt; 5Mbit/s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36.55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34.68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36.44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34.55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171965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&gt; 20Mbit/s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30.93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6C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49965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&gt; 100Mbit/s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20.72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19.91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21.07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19.91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58133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DL THROUGHPUT P90 [Mbit/s]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20.63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23.40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23.40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23.28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BB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4152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FDTT UL THROUGHPUT &gt; 1Mbit/s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14.64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13.75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14.59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13.88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51594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&gt; 3Mbit/s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17.61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16.57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75537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&gt; 10Mbit/s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15.31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15.43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15.47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15.19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41939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&gt; 20Mbit/s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174220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FDTT UL THROUGHPUT P90 [Mbit/s]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11.02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10.99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1881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BROWSING TIME TO 1MB [ms]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51.91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50.95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51.91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51.11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802139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BROWSING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76.12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73.76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72.76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-2.37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D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167478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VIDEO STREAMING SUCCESS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79.86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76.33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80.93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80.87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78314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VIDEO STREAMING TTFP &gt;= 10 s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4.18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24793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VIDEO STREAMING IRRITATING EXPERIENCE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40.85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39.27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38.56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-0.70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030670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INTERACTIVITY PACKET ERROR RATIO [%]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7.04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5.63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-0.55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57956"/>
                  </a:ext>
                </a:extLst>
              </a:tr>
              <a:tr h="129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INTERACTIVITY MEDIAN RTT [MS]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29.86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30.62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28.87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30.49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-0.99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3691" marR="3691" marT="3691" marB="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6644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D14744C-4ACC-DF0D-8D4C-86CE9BE1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Q2 2026 vs SA Campaign – Delta Scoring</a:t>
            </a:r>
            <a:br>
              <a:rPr lang="en-US" dirty="0"/>
            </a:br>
            <a:r>
              <a:rPr lang="en-US" b="1" dirty="0"/>
              <a:t>London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42CE5-9991-604D-6445-74C80969E734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A2868E-9E47-63A3-CBB8-8C3E3D51867F}"/>
              </a:ext>
            </a:extLst>
          </p:cNvPr>
          <p:cNvSpPr txBox="1"/>
          <p:nvPr/>
        </p:nvSpPr>
        <p:spPr>
          <a:xfrm>
            <a:off x="10571780" y="6474023"/>
            <a:ext cx="1490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ptos Narrow" panose="020B0004020202020204" pitchFamily="34" charset="0"/>
              </a:rPr>
              <a:t>Most Reliable KPI</a:t>
            </a:r>
          </a:p>
        </p:txBody>
      </p:sp>
    </p:spTree>
    <p:extLst>
      <p:ext uri="{BB962C8B-B14F-4D97-AF65-F5344CB8AC3E}">
        <p14:creationId xmlns:p14="http://schemas.microsoft.com/office/powerpoint/2010/main" val="199022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9FBB-9A70-D2A5-77B2-D823C7A9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lose up of a blue surface&#10;&#10;AI-generated content may be incorrect.">
            <a:extLst>
              <a:ext uri="{FF2B5EF4-FFF2-40B4-BE49-F238E27FC236}">
                <a16:creationId xmlns:a16="http://schemas.microsoft.com/office/drawing/2014/main" id="{966BD55F-9C33-EF16-0354-EEA848437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">
            <a:extLst>
              <a:ext uri="{FF2B5EF4-FFF2-40B4-BE49-F238E27FC236}">
                <a16:creationId xmlns:a16="http://schemas.microsoft.com/office/drawing/2014/main" id="{AF67B249-0A4C-929B-DB65-3159FCEE7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D7922E87-5CC7-B28F-DB42-4E2B03F5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49"/>
            <a:ext cx="7740939" cy="1214005"/>
          </a:xfrm>
        </p:spPr>
        <p:txBody>
          <a:bodyPr/>
          <a:lstStyle/>
          <a:p>
            <a:r>
              <a:rPr lang="en-US" sz="4800" dirty="0" err="1"/>
              <a:t>Netcheck</a:t>
            </a:r>
            <a:r>
              <a:rPr lang="en-US" sz="4800" dirty="0"/>
              <a:t> CDR Voice and Speech Analysis</a:t>
            </a:r>
            <a:br>
              <a:rPr lang="en-US" sz="4800" dirty="0"/>
            </a:br>
            <a:br>
              <a:rPr lang="en-US" sz="4800" dirty="0"/>
            </a:br>
            <a:r>
              <a:rPr lang="en-US" sz="4400" dirty="0"/>
              <a:t>2026 Q2 NSA vs SA Campaign</a:t>
            </a:r>
            <a:br>
              <a:rPr lang="en-US" sz="4800" dirty="0"/>
            </a:br>
            <a:br>
              <a:rPr lang="en-US" sz="4800" dirty="0"/>
            </a:br>
            <a:r>
              <a:rPr lang="en-US" dirty="0"/>
              <a:t>7 Cities and London</a:t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32" name="image">
            <a:extLst>
              <a:ext uri="{FF2B5EF4-FFF2-40B4-BE49-F238E27FC236}">
                <a16:creationId xmlns:a16="http://schemas.microsoft.com/office/drawing/2014/main" id="{485948D1-4BE3-7E3A-B5FF-8C07C973B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32241" y="581821"/>
            <a:ext cx="482228" cy="482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732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EC1C-67BF-40D0-2D56-7F56C8D5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71D1-ABDD-115D-61A8-5DE86F60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/>
              <a:t>Voice Failures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34F701-A172-9660-29DE-EBC2E7374077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8AF87B-5018-4EE1-5D53-310A85CEC76E}"/>
              </a:ext>
            </a:extLst>
          </p:cNvPr>
          <p:cNvSpPr txBox="1"/>
          <p:nvPr/>
        </p:nvSpPr>
        <p:spPr>
          <a:xfrm>
            <a:off x="7579685" y="2480804"/>
            <a:ext cx="4137025" cy="781826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R="0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i="0" u="none" strike="noStrike" kern="1000" cap="none" spc="-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Vodafon</a:t>
            </a:r>
            <a:r>
              <a:rPr lang="en-US" sz="1600" kern="1000" spc="-30" dirty="0"/>
              <a:t>e UK has higher number of failures in Multi-RAB, standard call and </a:t>
            </a:r>
            <a:r>
              <a:rPr lang="en-US" sz="1600" kern="1000" spc="-30" dirty="0" err="1"/>
              <a:t>Whatsapp</a:t>
            </a:r>
            <a:r>
              <a:rPr lang="en-US" sz="1600" kern="1000" spc="-30" dirty="0"/>
              <a:t> during SA session</a:t>
            </a:r>
            <a:endParaRPr kumimoji="0" lang="en-US" sz="160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F304A-6377-0EC4-04CB-60E70A851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40" y="1472748"/>
            <a:ext cx="5709609" cy="5005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AF207-E51C-A1D0-6C30-2B653DC8F1B8}"/>
              </a:ext>
            </a:extLst>
          </p:cNvPr>
          <p:cNvSpPr txBox="1"/>
          <p:nvPr/>
        </p:nvSpPr>
        <p:spPr>
          <a:xfrm>
            <a:off x="7159625" y="4813187"/>
            <a:ext cx="4137025" cy="587488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R="0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Most of the Vodafone Multi-RAB and classic call failures come from EPS Fallback</a:t>
            </a:r>
          </a:p>
        </p:txBody>
      </p:sp>
    </p:spTree>
    <p:extLst>
      <p:ext uri="{BB962C8B-B14F-4D97-AF65-F5344CB8AC3E}">
        <p14:creationId xmlns:p14="http://schemas.microsoft.com/office/powerpoint/2010/main" val="2612336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9AF7-F1CF-E284-D211-B4690CFF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A6CE55-930D-3CBF-0500-D8684BF8D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625147"/>
            <a:ext cx="8714134" cy="19472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3D3A0-9CB4-85BC-2F8A-226BC5BA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Voice Failures (Vodafone UK)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A29AE-CF11-FC5C-B5AD-B575D41F16B7}"/>
              </a:ext>
            </a:extLst>
          </p:cNvPr>
          <p:cNvSpPr txBox="1"/>
          <p:nvPr/>
        </p:nvSpPr>
        <p:spPr>
          <a:xfrm rot="16200000">
            <a:off x="232537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BD12A-55F6-3132-A4B3-08530441A8E6}"/>
              </a:ext>
            </a:extLst>
          </p:cNvPr>
          <p:cNvSpPr txBox="1"/>
          <p:nvPr/>
        </p:nvSpPr>
        <p:spPr>
          <a:xfrm>
            <a:off x="308590" y="4192085"/>
            <a:ext cx="4416692" cy="1098895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Vodafone does not have EPSFB failures in London, having continuous </a:t>
            </a:r>
            <a:r>
              <a:rPr kumimoji="0" lang="en-US" sz="1200" i="0" u="none" strike="noStrike" kern="1000" cap="none" spc="-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VoNR</a:t>
            </a:r>
            <a:r>
              <a:rPr kumimoji="0" lang="en-US" sz="12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deployment in the city. Most of the classic/Multi-RAB failures happening in London are due to VoLTE/</a:t>
            </a:r>
            <a:r>
              <a:rPr kumimoji="0" lang="en-US" sz="1200" i="0" u="none" strike="noStrike" kern="1000" cap="none" spc="-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VoNR</a:t>
            </a:r>
            <a:endParaRPr kumimoji="0" lang="en-US" sz="120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86A55CB-DA7B-45C5-3958-1DEBAE3DA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0" y="4192085"/>
            <a:ext cx="2770959" cy="124529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652E2DA-DB6D-2891-A5F1-7100651DA151}"/>
              </a:ext>
            </a:extLst>
          </p:cNvPr>
          <p:cNvSpPr txBox="1"/>
          <p:nvPr/>
        </p:nvSpPr>
        <p:spPr>
          <a:xfrm>
            <a:off x="8153401" y="4677112"/>
            <a:ext cx="2832100" cy="275237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R="0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1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Quarterly failures comparison in London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BA40703-2B6C-0B18-8BAC-51954237A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709" y="5290981"/>
            <a:ext cx="4160881" cy="11888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71292D-2CE1-5E95-ED98-51B0333340CF}"/>
              </a:ext>
            </a:extLst>
          </p:cNvPr>
          <p:cNvSpPr/>
          <p:nvPr/>
        </p:nvSpPr>
        <p:spPr>
          <a:xfrm>
            <a:off x="6590537" y="1847088"/>
            <a:ext cx="1026415" cy="177458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007981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B45F-A867-2BAF-41CA-957F34F0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E6EB-4187-3317-CDA8-F7B96951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Completed Call Ratio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437A5-99CE-1DC0-94C5-8A21DA2CFDE0}"/>
              </a:ext>
            </a:extLst>
          </p:cNvPr>
          <p:cNvSpPr txBox="1"/>
          <p:nvPr/>
        </p:nvSpPr>
        <p:spPr>
          <a:xfrm rot="16200000">
            <a:off x="232537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8CFEE-6F04-9079-24D3-7001F7DD1E79}"/>
              </a:ext>
            </a:extLst>
          </p:cNvPr>
          <p:cNvSpPr txBox="1"/>
          <p:nvPr/>
        </p:nvSpPr>
        <p:spPr>
          <a:xfrm>
            <a:off x="3235939" y="5967751"/>
            <a:ext cx="5819161" cy="275237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kern="1000" spc="-30" dirty="0"/>
              <a:t>Vodafone UK mostly shows degradation in classic calls, similarly to the other operators </a:t>
            </a:r>
            <a:endParaRPr kumimoji="0" lang="en-US" sz="120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14687-9C87-3EDF-EB45-C8AB8A1EE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472748"/>
            <a:ext cx="8903918" cy="437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54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CEC61-4E16-EB01-CB5C-5187718B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2D9E-A11C-AA4D-7C77-DD465951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POLQA &lt;1.6 Rate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B1C55F-8681-1AE8-5246-974809A315C1}"/>
              </a:ext>
            </a:extLst>
          </p:cNvPr>
          <p:cNvSpPr txBox="1"/>
          <p:nvPr/>
        </p:nvSpPr>
        <p:spPr>
          <a:xfrm rot="16200000">
            <a:off x="232537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FF068-25E1-F5D6-7EE7-4E3A7E17903E}"/>
              </a:ext>
            </a:extLst>
          </p:cNvPr>
          <p:cNvSpPr txBox="1"/>
          <p:nvPr/>
        </p:nvSpPr>
        <p:spPr>
          <a:xfrm>
            <a:off x="2619375" y="6191103"/>
            <a:ext cx="6619875" cy="571647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kern="1000" spc="-30" dirty="0"/>
              <a:t>Vodafone UK has a gap in low POLQA samples in </a:t>
            </a:r>
            <a:r>
              <a:rPr lang="en-US" sz="1400" kern="1000" spc="-30" dirty="0" err="1"/>
              <a:t>whatsapp</a:t>
            </a:r>
            <a:endParaRPr lang="en-US" sz="1400" kern="1000" spc="-30" dirty="0"/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high low POLQA samples come</a:t>
            </a:r>
            <a:r>
              <a:rPr lang="en-US" sz="1400" kern="1000" spc="-30" dirty="0"/>
              <a:t> from all the cities, not only one single specific</a:t>
            </a:r>
            <a:endParaRPr kumimoji="0" lang="en-US" sz="140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D57DE-8F6E-E868-1CF3-51739E39C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52" y="932204"/>
            <a:ext cx="8069095" cy="510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73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CF89-2C8E-4EA3-FEA4-CCDD2151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39EB01-F58C-D584-7ED8-ADEB7090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89" y="1321936"/>
            <a:ext cx="9402619" cy="45735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098E7C-8FAD-207F-BE0C-8A84B261F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POLQA &lt;1.6 Rate Vodafone (</a:t>
            </a:r>
            <a:r>
              <a:rPr lang="en-US" dirty="0" err="1"/>
              <a:t>Whatsapp</a:t>
            </a:r>
            <a:r>
              <a:rPr lang="en-US" dirty="0"/>
              <a:t>)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4D950-8583-16E6-E04C-7892D1CC3F1C}"/>
              </a:ext>
            </a:extLst>
          </p:cNvPr>
          <p:cNvSpPr txBox="1"/>
          <p:nvPr/>
        </p:nvSpPr>
        <p:spPr>
          <a:xfrm rot="16200000">
            <a:off x="232537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D0082-6B69-E0A5-8406-8020BE07A68C}"/>
              </a:ext>
            </a:extLst>
          </p:cNvPr>
          <p:cNvSpPr txBox="1"/>
          <p:nvPr/>
        </p:nvSpPr>
        <p:spPr>
          <a:xfrm>
            <a:off x="2133600" y="5957246"/>
            <a:ext cx="7305675" cy="776929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kern="1000" spc="-30" dirty="0"/>
              <a:t>Most of the </a:t>
            </a:r>
            <a:r>
              <a:rPr lang="en-US" sz="1600" kern="1000" spc="-30" dirty="0" err="1"/>
              <a:t>Whatsapp</a:t>
            </a:r>
            <a:r>
              <a:rPr lang="en-US" sz="1600" kern="1000" spc="-30" dirty="0"/>
              <a:t> Low POLQA samples come from NR SA using TDD N78 band</a:t>
            </a: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Many of the low </a:t>
            </a:r>
            <a:r>
              <a:rPr lang="en-US" sz="1600" kern="1000" spc="-30" dirty="0"/>
              <a:t>POLQA samples happen at low SINR (interference issues), but there are also samples in better RF</a:t>
            </a:r>
            <a:endParaRPr kumimoji="0" lang="en-US" sz="160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066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3FBE-DFA0-98F0-20BD-D0BF0BFE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C0E13-A489-D761-09DB-2B5BC0CFF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9" y="1551709"/>
            <a:ext cx="7508296" cy="5042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F6428F-B52B-14B0-45AD-DCF670389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POLQA &lt;1.6 Rate Three UK (</a:t>
            </a:r>
            <a:r>
              <a:rPr lang="en-US" dirty="0" err="1"/>
              <a:t>Whatsapp</a:t>
            </a:r>
            <a:r>
              <a:rPr lang="en-US" dirty="0"/>
              <a:t>)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18C67E-4FBB-F06A-F2A3-1CC533B63A92}"/>
              </a:ext>
            </a:extLst>
          </p:cNvPr>
          <p:cNvSpPr txBox="1"/>
          <p:nvPr/>
        </p:nvSpPr>
        <p:spPr>
          <a:xfrm rot="16200000">
            <a:off x="232537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3C7EA-EF00-7BB0-2A95-2CA6E8A095FA}"/>
              </a:ext>
            </a:extLst>
          </p:cNvPr>
          <p:cNvSpPr txBox="1"/>
          <p:nvPr/>
        </p:nvSpPr>
        <p:spPr>
          <a:xfrm>
            <a:off x="7056582" y="3326849"/>
            <a:ext cx="4804755" cy="715262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kern="1000" spc="-30" dirty="0"/>
              <a:t>3UK looks to be improved in low </a:t>
            </a:r>
            <a:r>
              <a:rPr lang="en-US" kern="1000" spc="-30" dirty="0" err="1"/>
              <a:t>whatsapp</a:t>
            </a:r>
            <a:r>
              <a:rPr lang="en-US" kern="1000" spc="-30" dirty="0"/>
              <a:t> POLQA samples, compared to the previous Q2 NSA campaign</a:t>
            </a:r>
            <a:endParaRPr kumimoji="0" lang="en-US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64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FA6D-8E40-30A0-086F-5867B714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4DCB20-A3B0-163D-9D15-1FEC54B2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1" y="1358740"/>
            <a:ext cx="8557320" cy="5372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EDD33B-B239-7FC3-50B4-AE7FF60E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POLQA Avg MOS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3729F-769E-5782-643B-455EF39DD3E0}"/>
              </a:ext>
            </a:extLst>
          </p:cNvPr>
          <p:cNvSpPr txBox="1"/>
          <p:nvPr/>
        </p:nvSpPr>
        <p:spPr>
          <a:xfrm rot="16200000">
            <a:off x="232537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FC40B-9D24-3E9D-CE9C-6E45F5445CF9}"/>
              </a:ext>
            </a:extLst>
          </p:cNvPr>
          <p:cNvSpPr txBox="1"/>
          <p:nvPr/>
        </p:nvSpPr>
        <p:spPr>
          <a:xfrm>
            <a:off x="8276989" y="2550330"/>
            <a:ext cx="3647567" cy="1081088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of the operators have a gap in POLQA AVG MOS between NSA and SA</a:t>
            </a: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kern="1000" spc="-30" dirty="0"/>
              <a:t>EE has the lowest SA vs NSA gap</a:t>
            </a:r>
          </a:p>
        </p:txBody>
      </p:sp>
    </p:spTree>
    <p:extLst>
      <p:ext uri="{BB962C8B-B14F-4D97-AF65-F5344CB8AC3E}">
        <p14:creationId xmlns:p14="http://schemas.microsoft.com/office/powerpoint/2010/main" val="3473860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0E84-9FB3-D8AE-1F3B-9985997D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72CCB5-AF7C-506A-0181-0FEA4C3E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491615"/>
            <a:ext cx="8238743" cy="5158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F0EBD5-65B5-5CCC-CF43-ED7EC5FA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POLQA Avg MOS</a:t>
            </a:r>
            <a:br>
              <a:rPr lang="en-US" dirty="0"/>
            </a:br>
            <a:r>
              <a:rPr lang="en-US" b="1" dirty="0"/>
              <a:t>London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B07CCA-2960-B5D0-7197-D27D8D3E5FF3}"/>
              </a:ext>
            </a:extLst>
          </p:cNvPr>
          <p:cNvSpPr txBox="1"/>
          <p:nvPr/>
        </p:nvSpPr>
        <p:spPr>
          <a:xfrm rot="16200000">
            <a:off x="232537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27631-CD57-925B-B419-B0EEFC3F7C80}"/>
              </a:ext>
            </a:extLst>
          </p:cNvPr>
          <p:cNvSpPr txBox="1"/>
          <p:nvPr/>
        </p:nvSpPr>
        <p:spPr>
          <a:xfrm>
            <a:off x="8276989" y="2550330"/>
            <a:ext cx="3647567" cy="1081088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of the operators have a gap in POLQA AVG MOS between NSA and SA</a:t>
            </a: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kern="1000" spc="-30" dirty="0"/>
              <a:t>EE has the lowest SA vs NSA gap</a:t>
            </a:r>
          </a:p>
        </p:txBody>
      </p:sp>
    </p:spTree>
    <p:extLst>
      <p:ext uri="{BB962C8B-B14F-4D97-AF65-F5344CB8AC3E}">
        <p14:creationId xmlns:p14="http://schemas.microsoft.com/office/powerpoint/2010/main" val="79627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D1E6-4355-BDAC-542D-D5BCB0E5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lose up of a blue surface&#10;&#10;AI-generated content may be incorrect.">
            <a:extLst>
              <a:ext uri="{FF2B5EF4-FFF2-40B4-BE49-F238E27FC236}">
                <a16:creationId xmlns:a16="http://schemas.microsoft.com/office/drawing/2014/main" id="{45B3F64E-146B-5157-AA2B-A4170BF27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">
            <a:extLst>
              <a:ext uri="{FF2B5EF4-FFF2-40B4-BE49-F238E27FC236}">
                <a16:creationId xmlns:a16="http://schemas.microsoft.com/office/drawing/2014/main" id="{F423E40A-3DE7-BF9D-18F3-B06909E7B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EC3C1E2D-2CA4-9014-C3B6-D155781A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49"/>
            <a:ext cx="7740939" cy="1214005"/>
          </a:xfrm>
        </p:spPr>
        <p:txBody>
          <a:bodyPr/>
          <a:lstStyle/>
          <a:p>
            <a:r>
              <a:rPr lang="en-US" sz="4800" dirty="0" err="1"/>
              <a:t>Netcheck</a:t>
            </a:r>
            <a:r>
              <a:rPr lang="en-US" sz="4800" dirty="0"/>
              <a:t> CDR Data Analysis</a:t>
            </a:r>
            <a:br>
              <a:rPr lang="en-US" sz="4800" dirty="0"/>
            </a:br>
            <a:br>
              <a:rPr lang="en-US" sz="4800" dirty="0"/>
            </a:br>
            <a:r>
              <a:rPr lang="en-US" sz="4400" dirty="0"/>
              <a:t>2026 Q2 NSA vs SA Campaign</a:t>
            </a:r>
            <a:br>
              <a:rPr lang="en-US" sz="4800" dirty="0"/>
            </a:br>
            <a:br>
              <a:rPr lang="en-US" sz="4800" dirty="0"/>
            </a:br>
            <a:r>
              <a:rPr lang="en-US" dirty="0"/>
              <a:t>7 Cities and London</a:t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32" name="image">
            <a:extLst>
              <a:ext uri="{FF2B5EF4-FFF2-40B4-BE49-F238E27FC236}">
                <a16:creationId xmlns:a16="http://schemas.microsoft.com/office/drawing/2014/main" id="{DCB9F521-3501-21E5-2395-403F0CF905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32241" y="581821"/>
            <a:ext cx="482228" cy="482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8934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2C70-838F-24D7-B71B-E96FE4CB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E988-C9E6-0B58-92D7-EF2D1755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FDFS Success Ratio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41A58-E419-9233-D8FF-76FC66B78BAC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3BE79-C4B5-0950-5152-C3E4A1656AC6}"/>
              </a:ext>
            </a:extLst>
          </p:cNvPr>
          <p:cNvSpPr txBox="1"/>
          <p:nvPr/>
        </p:nvSpPr>
        <p:spPr>
          <a:xfrm>
            <a:off x="3695701" y="5918896"/>
            <a:ext cx="4533900" cy="705024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improves both FDFS UL and DL SR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EE is stable or improving as well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99F657-A806-B3B8-B5F4-2554B61DE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315" y="1472748"/>
            <a:ext cx="5138007" cy="41517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C4206A-2426-828B-C080-399BD0AE3725}"/>
              </a:ext>
            </a:extLst>
          </p:cNvPr>
          <p:cNvSpPr txBox="1"/>
          <p:nvPr/>
        </p:nvSpPr>
        <p:spPr>
          <a:xfrm>
            <a:off x="8311896" y="1178364"/>
            <a:ext cx="1490472" cy="349956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London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CC35D5-8EC8-5E43-BFFB-03C2AAB78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03" y="1472748"/>
            <a:ext cx="5200406" cy="41517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43828CB-ED34-388A-FDB8-FCA280E12733}"/>
              </a:ext>
            </a:extLst>
          </p:cNvPr>
          <p:cNvSpPr txBox="1"/>
          <p:nvPr/>
        </p:nvSpPr>
        <p:spPr>
          <a:xfrm>
            <a:off x="2421636" y="1178364"/>
            <a:ext cx="1490472" cy="349956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 cities</a:t>
            </a:r>
          </a:p>
        </p:txBody>
      </p:sp>
    </p:spTree>
    <p:extLst>
      <p:ext uri="{BB962C8B-B14F-4D97-AF65-F5344CB8AC3E}">
        <p14:creationId xmlns:p14="http://schemas.microsoft.com/office/powerpoint/2010/main" val="4183856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535DE-3944-25BD-761D-FA9718F1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4FCB57-FFC7-2F6A-D96E-4D8CC962C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39" y="1408176"/>
            <a:ext cx="8852008" cy="4032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A2BCCE-076E-4547-65ED-49816CE2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FDFS DL Throughput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17019-ADE9-F67B-9BE4-48A78E7227B0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EFD8A-678C-E816-D2D3-58453CAECD94}"/>
              </a:ext>
            </a:extLst>
          </p:cNvPr>
          <p:cNvSpPr txBox="1"/>
          <p:nvPr/>
        </p:nvSpPr>
        <p:spPr>
          <a:xfrm>
            <a:off x="2223516" y="5863324"/>
            <a:ext cx="6764783" cy="705024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The operators are mostly stable in FDFS DL Throughput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improves the transfer time, while the other operators are stable</a:t>
            </a:r>
          </a:p>
        </p:txBody>
      </p:sp>
    </p:spTree>
    <p:extLst>
      <p:ext uri="{BB962C8B-B14F-4D97-AF65-F5344CB8AC3E}">
        <p14:creationId xmlns:p14="http://schemas.microsoft.com/office/powerpoint/2010/main" val="3675010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D851-59EA-FB79-1769-31DF6D31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E0E4-6D6A-3F78-5DC9-9AB2907A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/>
              <a:t>FDFS UL Throughput</a:t>
            </a:r>
            <a:br>
              <a:rPr lang="en-US"/>
            </a:br>
            <a:r>
              <a:rPr lang="en-US" b="1"/>
              <a:t>7 Cities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72E67F-9B36-604F-3CE8-676B845244D0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BFB5D-3A43-DD7C-4347-4D443A48360C}"/>
              </a:ext>
            </a:extLst>
          </p:cNvPr>
          <p:cNvSpPr txBox="1"/>
          <p:nvPr/>
        </p:nvSpPr>
        <p:spPr>
          <a:xfrm>
            <a:off x="1373673" y="5953904"/>
            <a:ext cx="9058286" cy="705024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EE shows degradation in FDFS UL Throughput and transfer time, especially in the lower Ps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improves the FDFS UL Throughput and transfer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123ED-8031-31C7-E7B4-8DF6DD135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472748"/>
            <a:ext cx="9058286" cy="41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12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A2D5-4735-E6A4-A88B-B5DAF496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69BF-49A8-3783-70F2-7D77D739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FDTT DL and UL Throughput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5634E-ACB7-EDA1-EFA9-13AE2B0D7A18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82BD0-BA80-D7E8-3205-06C9348A2096}"/>
              </a:ext>
            </a:extLst>
          </p:cNvPr>
          <p:cNvSpPr txBox="1"/>
          <p:nvPr/>
        </p:nvSpPr>
        <p:spPr>
          <a:xfrm>
            <a:off x="7588250" y="2209452"/>
            <a:ext cx="4394200" cy="1410048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improves all of the DL Throughput samples in SA, compared to Q2 2026 NSA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EE performs better at lower Ps, but Vodafone UK and 3UK can reach higher peak throughput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957CAC-BBDD-29A8-340E-86B0E4A8C5A6}"/>
              </a:ext>
            </a:extLst>
          </p:cNvPr>
          <p:cNvSpPr txBox="1"/>
          <p:nvPr/>
        </p:nvSpPr>
        <p:spPr>
          <a:xfrm>
            <a:off x="7715250" y="4980496"/>
            <a:ext cx="4267200" cy="990948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kern="1000" spc="-30" dirty="0"/>
              <a:t>EE shows a degradation in SA compared to NSA</a:t>
            </a: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Vodafone UK shows similar below1</a:t>
            </a:r>
            <a:r>
              <a:rPr lang="en-US" sz="1600" kern="1000" spc="-30" dirty="0"/>
              <a:t> and</a:t>
            </a:r>
            <a:r>
              <a:rPr kumimoji="0" lang="en-US" sz="160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below3, lower below10 and higher below100 samples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104C4C-AB61-9E73-0398-15BBA0A8B7FD}"/>
              </a:ext>
            </a:extLst>
          </p:cNvPr>
          <p:cNvGrpSpPr/>
          <p:nvPr/>
        </p:nvGrpSpPr>
        <p:grpSpPr>
          <a:xfrm>
            <a:off x="209550" y="1415166"/>
            <a:ext cx="6924104" cy="5215649"/>
            <a:chOff x="209550" y="1415166"/>
            <a:chExt cx="6924104" cy="52156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7DAC953-C41B-727D-22C2-339C6E612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550" y="1415166"/>
              <a:ext cx="6924104" cy="258213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F9D62C-D672-9201-7B16-0E1D2C0F0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50" y="3997305"/>
              <a:ext cx="6924104" cy="26335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6206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1793-9A98-F87D-79AF-3E5AC6E2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F26DB1-3DA0-13ED-9DD9-8875A0B30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472748"/>
            <a:ext cx="7657374" cy="509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3B5F55-F122-C2E7-1721-C5E6E76B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Interactivity KPIs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A80F59-8264-DCAE-A977-0D9E21E6B2CD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C33E5-8D12-A6E6-140B-48C855E9C133}"/>
              </a:ext>
            </a:extLst>
          </p:cNvPr>
          <p:cNvSpPr txBox="1"/>
          <p:nvPr/>
        </p:nvSpPr>
        <p:spPr>
          <a:xfrm>
            <a:off x="7423658" y="3425604"/>
            <a:ext cx="4288917" cy="1410048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shows higher interactivity RTT during the SA campaign, while EE is stable or slightly improving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Both Vodafone UK and EE slightly increase their Interactivity Packet Error Ratio</a:t>
            </a:r>
          </a:p>
        </p:txBody>
      </p:sp>
    </p:spTree>
    <p:extLst>
      <p:ext uri="{BB962C8B-B14F-4D97-AF65-F5344CB8AC3E}">
        <p14:creationId xmlns:p14="http://schemas.microsoft.com/office/powerpoint/2010/main" val="2572520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DBD0-16AC-7BB2-0DDC-6F82B009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B8BA5C-82F5-8C3E-99E1-5C988B58A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31" y="1708548"/>
            <a:ext cx="9836255" cy="3896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191F53-9008-1E70-F680-2AEB49CC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Browsing Time to 1MB</a:t>
            </a:r>
            <a:br>
              <a:rPr lang="en-US" dirty="0"/>
            </a:br>
            <a:r>
              <a:rPr lang="en-US" b="1" dirty="0"/>
              <a:t>7 cities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7709E-9DE1-6AF5-00B3-44DFCE785618}"/>
              </a:ext>
            </a:extLst>
          </p:cNvPr>
          <p:cNvSpPr txBox="1"/>
          <p:nvPr/>
        </p:nvSpPr>
        <p:spPr>
          <a:xfrm rot="16200000">
            <a:off x="833129" y="200948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8797C-EE23-511F-6453-FDBF304C9E45}"/>
              </a:ext>
            </a:extLst>
          </p:cNvPr>
          <p:cNvSpPr txBox="1"/>
          <p:nvPr/>
        </p:nvSpPr>
        <p:spPr>
          <a:xfrm>
            <a:off x="2441449" y="6010064"/>
            <a:ext cx="6286718" cy="349370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kern="1000" spc="-30" dirty="0"/>
              <a:t>All of the operators have increased their Browsing Time to 1MB</a:t>
            </a:r>
          </a:p>
        </p:txBody>
      </p:sp>
    </p:spTree>
    <p:extLst>
      <p:ext uri="{BB962C8B-B14F-4D97-AF65-F5344CB8AC3E}">
        <p14:creationId xmlns:p14="http://schemas.microsoft.com/office/powerpoint/2010/main" val="3081695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8966-5B46-4C06-2537-4FB2F975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5336-D586-9224-3E0A-3BDAD05A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1660"/>
            <a:ext cx="8353426" cy="10810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Conclusions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94493-16AF-E465-EE40-20C4F74B543F}"/>
              </a:ext>
            </a:extLst>
          </p:cNvPr>
          <p:cNvSpPr txBox="1"/>
          <p:nvPr/>
        </p:nvSpPr>
        <p:spPr>
          <a:xfrm rot="16200000">
            <a:off x="750005" y="1760102"/>
            <a:ext cx="1081088" cy="31242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594F9-3127-B099-F619-A7596685A055}"/>
              </a:ext>
            </a:extLst>
          </p:cNvPr>
          <p:cNvSpPr txBox="1"/>
          <p:nvPr/>
        </p:nvSpPr>
        <p:spPr>
          <a:xfrm>
            <a:off x="2966147" y="1604706"/>
            <a:ext cx="8201663" cy="852149"/>
          </a:xfrm>
          <a:prstGeom prst="rect">
            <a:avLst/>
          </a:prstGeom>
          <a:ln w="28575">
            <a:solidFill>
              <a:srgbClr val="E66E19"/>
            </a:solidFill>
          </a:ln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Most of the scoring gap in Vodafone UK between NSA and SA come from voice KPIs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has a better scoring in many of the data KPIs (especially FDTT DL throughput samples)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74CB1-0B16-16BE-D592-67CA2C409521}"/>
              </a:ext>
            </a:extLst>
          </p:cNvPr>
          <p:cNvSpPr txBox="1"/>
          <p:nvPr/>
        </p:nvSpPr>
        <p:spPr>
          <a:xfrm>
            <a:off x="2966146" y="2838193"/>
            <a:ext cx="8201662" cy="1801138"/>
          </a:xfrm>
          <a:prstGeom prst="rect">
            <a:avLst/>
          </a:prstGeom>
          <a:ln w="28575">
            <a:solidFill>
              <a:srgbClr val="1174E6"/>
            </a:solidFill>
          </a:ln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has many voice failures in 5G SA, due to 2 main factors:</a:t>
            </a: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EPSFB failures issue, outside London </a:t>
            </a:r>
            <a:r>
              <a:rPr lang="en-US" sz="1600" kern="1000" spc="-30" dirty="0">
                <a:sym typeface="Wingdings" panose="05000000000000000000" pitchFamily="2" charset="2"/>
              </a:rPr>
              <a:t> London has continuous </a:t>
            </a:r>
            <a:r>
              <a:rPr lang="en-US" sz="1600" kern="1000" spc="-30" dirty="0" err="1">
                <a:sym typeface="Wingdings" panose="05000000000000000000" pitchFamily="2" charset="2"/>
              </a:rPr>
              <a:t>VoNR</a:t>
            </a:r>
            <a:r>
              <a:rPr lang="en-US" sz="1600" kern="1000" spc="-30" dirty="0">
                <a:sym typeface="Wingdings" panose="05000000000000000000" pitchFamily="2" charset="2"/>
              </a:rPr>
              <a:t> deployment, so no need for EPSFB</a:t>
            </a:r>
            <a:endParaRPr lang="en-US" sz="1600" kern="1000" spc="-30" dirty="0"/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 err="1"/>
              <a:t>Whatsapp</a:t>
            </a:r>
            <a:r>
              <a:rPr lang="en-US" sz="1600" kern="1000" spc="-30" dirty="0"/>
              <a:t> failures </a:t>
            </a:r>
            <a:r>
              <a:rPr lang="en-US" sz="1600" kern="1000" spc="-30" dirty="0">
                <a:sym typeface="Wingdings" panose="05000000000000000000" pitchFamily="2" charset="2"/>
              </a:rPr>
              <a:t> many of the failures are in bad RF or high Interference conditions</a:t>
            </a:r>
            <a:endParaRPr lang="en-US" sz="1600" kern="1000" spc="-30" dirty="0"/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shows higher number of low POLQA samples in </a:t>
            </a:r>
            <a:r>
              <a:rPr lang="en-US" sz="1600" kern="1000" spc="-30" dirty="0" err="1"/>
              <a:t>Whatsapp</a:t>
            </a:r>
            <a:r>
              <a:rPr lang="en-US" sz="1600" kern="1000" spc="-30" dirty="0"/>
              <a:t>, many of the samples being in bad RF or high interference conditions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3UK (NSA) improves the </a:t>
            </a:r>
            <a:r>
              <a:rPr lang="en-US" sz="1600" kern="1000" spc="-30" dirty="0" err="1"/>
              <a:t>whatsapp</a:t>
            </a:r>
            <a:r>
              <a:rPr lang="en-US" sz="1600" kern="1000" spc="-30" dirty="0"/>
              <a:t> POLQA compared to the former Q2 campaign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2C650-8942-9DEF-F78B-879768BABB0A}"/>
              </a:ext>
            </a:extLst>
          </p:cNvPr>
          <p:cNvSpPr txBox="1"/>
          <p:nvPr/>
        </p:nvSpPr>
        <p:spPr>
          <a:xfrm>
            <a:off x="2966147" y="5156695"/>
            <a:ext cx="8201661" cy="866305"/>
          </a:xfrm>
          <a:prstGeom prst="rect">
            <a:avLst/>
          </a:prstGeom>
          <a:ln w="28575">
            <a:solidFill>
              <a:srgbClr val="C52A32"/>
            </a:solidFill>
          </a:ln>
        </p:spPr>
        <p:txBody>
          <a:bodyPr vert="horz" wrap="square" lIns="72000" tIns="36000" rIns="72000" bIns="36000" rtlCol="0" anchor="t">
            <a:noAutofit/>
          </a:bodyPr>
          <a:lstStyle/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Vodafone UK shows improved FDTT DL throughput, mainly due to 2 main factors:</a:t>
            </a: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Being 5G SA allows for higher throughput compared to NSA</a:t>
            </a: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kern="1000" spc="-30" dirty="0"/>
              <a:t>TCPO2 settings rollout in the COSMOS core network (Jul 16</a:t>
            </a:r>
            <a:r>
              <a:rPr lang="en-US" sz="1600" kern="1000" spc="-30" baseline="30000" dirty="0"/>
              <a:t>th</a:t>
            </a:r>
            <a:r>
              <a:rPr lang="en-US" sz="1600" kern="1000" spc="-30" dirty="0"/>
              <a:t> 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102239-D7C7-A258-6D78-D56A45AE60C4}"/>
              </a:ext>
            </a:extLst>
          </p:cNvPr>
          <p:cNvSpPr txBox="1"/>
          <p:nvPr/>
        </p:nvSpPr>
        <p:spPr>
          <a:xfrm>
            <a:off x="857940" y="1790062"/>
            <a:ext cx="1177637" cy="481436"/>
          </a:xfrm>
          <a:prstGeom prst="rect">
            <a:avLst/>
          </a:prstGeom>
          <a:solidFill>
            <a:schemeClr val="accent5"/>
          </a:solidFill>
        </p:spPr>
        <p:txBody>
          <a:bodyPr vert="horz" wrap="square" lIns="72000" tIns="36000" rIns="72000" bIns="36000" rtlCol="0" anchor="t"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sz="2400" b="1" kern="1000" spc="-30" dirty="0">
                <a:solidFill>
                  <a:schemeClr val="bg1"/>
                </a:solidFill>
              </a:rPr>
              <a:t>Scoring</a:t>
            </a:r>
            <a:endParaRPr lang="en-US" sz="1600" b="1" kern="1000" spc="-3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7A1D3-BFE3-7C1C-10A6-A6BA8F301B6D}"/>
              </a:ext>
            </a:extLst>
          </p:cNvPr>
          <p:cNvSpPr txBox="1"/>
          <p:nvPr/>
        </p:nvSpPr>
        <p:spPr>
          <a:xfrm>
            <a:off x="857939" y="3498044"/>
            <a:ext cx="1177637" cy="48143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72000" tIns="36000" rIns="72000" bIns="36000" rtlCol="0" anchor="t"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sz="2400" b="1" kern="1000" spc="-30" dirty="0">
                <a:solidFill>
                  <a:schemeClr val="bg1"/>
                </a:solidFill>
              </a:rPr>
              <a:t>Voice</a:t>
            </a:r>
            <a:endParaRPr lang="en-US" sz="1600" b="1" kern="1000" spc="-3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D0DCA-50CD-035E-85B1-066D4835EF6B}"/>
              </a:ext>
            </a:extLst>
          </p:cNvPr>
          <p:cNvSpPr txBox="1"/>
          <p:nvPr/>
        </p:nvSpPr>
        <p:spPr>
          <a:xfrm>
            <a:off x="881901" y="5349129"/>
            <a:ext cx="1153675" cy="481436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72000" tIns="36000" rIns="72000" bIns="36000" rtlCol="0" anchor="t"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en-US" sz="2400" b="1" kern="1000" spc="-30" dirty="0">
                <a:solidFill>
                  <a:schemeClr val="bg1"/>
                </a:solidFill>
              </a:rPr>
              <a:t>Data</a:t>
            </a:r>
            <a:endParaRPr lang="en-US" sz="1600" b="1" kern="1000" spc="-3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864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FF69E04-8523-4965-90ED-73D4F9BAE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83928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77805827516424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77805827516424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778058275164243"/>
</p:tagLst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8780731662370544","enableDocumentContentUpdater":true,"version":"1.9"}]]></TemplafySlideTemplate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8780731662526815","enableDocumentContentUpdater":true,"version":"1.9"}]]></TemplafySlideTemplateConfiguration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ef248d-09fe-4034-af42-7800fb0b4c07" xsi:nil="true"/>
    <lcf76f155ced4ddcb4097134ff3c332f xmlns="77fde15d-2397-485e-b73a-86b486d76ed9">
      <Terms xmlns="http://schemas.microsoft.com/office/infopath/2007/PartnerControls"/>
    </lcf76f155ced4ddcb4097134ff3c332f>
    <_Flow_SignoffStatus xmlns="77fde15d-2397-485e-b73a-86b486d76ed9" xsi:nil="true"/>
  </documentManagement>
</p:properties>
</file>

<file path=customXml/item8.xml><?xml version="1.0" encoding="utf-8"?>
<TemplafySlideTemplateConfiguration><![CDATA[{"documentContentValidatorConfiguration":{"enableDocumentContentValidator":false,"documentContentValidatorVersion":0},"elementsMetadata":[],"slideId":"638780731662214300","enableDocumentContentUpdater":true,"version":"1.9"}]]></TemplafySlideTemplate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E8D57ECA48EA49A8079FF7BA4D8434" ma:contentTypeVersion="14" ma:contentTypeDescription="Crear nuevo documento." ma:contentTypeScope="" ma:versionID="63c20a81180abc05dcc77631795f2f6d">
  <xsd:schema xmlns:xsd="http://www.w3.org/2001/XMLSchema" xmlns:xs="http://www.w3.org/2001/XMLSchema" xmlns:p="http://schemas.microsoft.com/office/2006/metadata/properties" xmlns:ns2="77fde15d-2397-485e-b73a-86b486d76ed9" xmlns:ns3="bcef248d-09fe-4034-af42-7800fb0b4c07" targetNamespace="http://schemas.microsoft.com/office/2006/metadata/properties" ma:root="true" ma:fieldsID="c568fcd95f5d4d3e7cd3fb2956348a08" ns2:_="" ns3:_="">
    <xsd:import namespace="77fde15d-2397-485e-b73a-86b486d76ed9"/>
    <xsd:import namespace="bcef248d-09fe-4034-af42-7800fb0b4c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Flow_SignoffStatu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de15d-2397-485e-b73a-86b486d76e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3d31b72-c4b9-4223-ac69-1d9539891d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20" nillable="true" ma:displayName="Estado de aprobación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f248d-09fe-4034-af42-7800fb0b4c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48a8f7-3163-4cda-ba50-6dab87801a0e}" ma:internalName="TaxCatchAll" ma:showField="CatchAllData" ma:web="bcef248d-09fe-4034-af42-7800fb0b4c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8780731662370545","enableDocumentContentUpdater":true,"version":"1.9"}]]></TemplafySlideTemplateConfiguration>
</file>

<file path=customXml/item1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40F3EF01-ABC0-487B-A5DC-B20E1AB45B04}">
  <ds:schemaRefs/>
</ds:datastoreItem>
</file>

<file path=customXml/itemProps2.xml><?xml version="1.0" encoding="utf-8"?>
<ds:datastoreItem xmlns:ds="http://schemas.openxmlformats.org/officeDocument/2006/customXml" ds:itemID="{852C017A-4C71-4057-8850-0D69BC43C2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B54031-449A-476B-A073-544BC9752D09}">
  <ds:schemaRefs/>
</ds:datastoreItem>
</file>

<file path=customXml/itemProps4.xml><?xml version="1.0" encoding="utf-8"?>
<ds:datastoreItem xmlns:ds="http://schemas.openxmlformats.org/officeDocument/2006/customXml" ds:itemID="{32BA7684-6BE4-4F73-B22E-30934AB379B8}">
  <ds:schemaRefs/>
</ds:datastoreItem>
</file>

<file path=customXml/itemProps5.xml><?xml version="1.0" encoding="utf-8"?>
<ds:datastoreItem xmlns:ds="http://schemas.openxmlformats.org/officeDocument/2006/customXml" ds:itemID="{E08382AD-033D-406E-8C6D-1EA62FA0269B}">
  <ds:schemaRefs/>
</ds:datastoreItem>
</file>

<file path=customXml/itemProps6.xml><?xml version="1.0" encoding="utf-8"?>
<ds:datastoreItem xmlns:ds="http://schemas.openxmlformats.org/officeDocument/2006/customXml" ds:itemID="{1CE36EA9-2186-4EB1-871A-8AE59C2A13BB}">
  <ds:schemaRefs/>
</ds:datastoreItem>
</file>

<file path=customXml/itemProps7.xml><?xml version="1.0" encoding="utf-8"?>
<ds:datastoreItem xmlns:ds="http://schemas.openxmlformats.org/officeDocument/2006/customXml" ds:itemID="{11300D8C-1DE0-4C9A-86BB-17269E5D3C65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bcef248d-09fe-4034-af42-7800fb0b4c07"/>
    <ds:schemaRef ds:uri="http://schemas.microsoft.com/office/infopath/2007/PartnerControls"/>
    <ds:schemaRef ds:uri="http://schemas.openxmlformats.org/package/2006/metadata/core-properties"/>
    <ds:schemaRef ds:uri="77fde15d-2397-485e-b73a-86b486d76ed9"/>
  </ds:schemaRefs>
</ds:datastoreItem>
</file>

<file path=customXml/itemProps8.xml><?xml version="1.0" encoding="utf-8"?>
<ds:datastoreItem xmlns:ds="http://schemas.openxmlformats.org/officeDocument/2006/customXml" ds:itemID="{72516535-7702-46AF-9B1F-8623A67A824E}">
  <ds:schemaRefs/>
</ds:datastoreItem>
</file>

<file path=customXml/itemProps9.xml><?xml version="1.0" encoding="utf-8"?>
<ds:datastoreItem xmlns:ds="http://schemas.openxmlformats.org/officeDocument/2006/customXml" ds:itemID="{73244BB8-2D5C-46D6-8A20-8F1547BFA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de15d-2397-485e-b73a-86b486d76ed9"/>
    <ds:schemaRef ds:uri="bcef248d-09fe-4034-af42-7800fb0b4c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0.xml><?xml version="1.0" encoding="utf-8"?>
<ds:datastoreItem xmlns:ds="http://schemas.openxmlformats.org/officeDocument/2006/customXml" ds:itemID="{F4B4C669-3980-40B2-9DC6-DA2B721EB004}">
  <ds:schemaRefs/>
</ds:datastoreItem>
</file>

<file path=customXml/itemProps11.xml><?xml version="1.0" encoding="utf-8"?>
<ds:datastoreItem xmlns:ds="http://schemas.openxmlformats.org/officeDocument/2006/customXml" ds:itemID="{58CC0B31-82B9-497A-9A2E-F3F72D0BBDAD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7085</TotalTime>
  <Words>2030</Words>
  <Application>Microsoft Macintosh PowerPoint</Application>
  <PresentationFormat>Panorámica</PresentationFormat>
  <Paragraphs>591</Paragraphs>
  <Slides>28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8" baseType="lpstr">
      <vt:lpstr>Aptos</vt:lpstr>
      <vt:lpstr>Aptos Narrow</vt:lpstr>
      <vt:lpstr>Arial</vt:lpstr>
      <vt:lpstr>Ericsson Hilda</vt:lpstr>
      <vt:lpstr>Ericsson Hilda ExtraBold</vt:lpstr>
      <vt:lpstr>Ericsson Hilda ExtraLight</vt:lpstr>
      <vt:lpstr>Ericsson Hilda Light</vt:lpstr>
      <vt:lpstr>Ericsson Technical Icons</vt:lpstr>
      <vt:lpstr>Wingdings</vt:lpstr>
      <vt:lpstr>PresentationTemplate2025</vt:lpstr>
      <vt:lpstr>NPPI Tech Forum VodafoneThree &amp; Ericsson  2026-08-06</vt:lpstr>
      <vt:lpstr>Agenda</vt:lpstr>
      <vt:lpstr>Actions Tracker</vt:lpstr>
      <vt:lpstr>Netcheck CDR Scoring and Gap Analysis  2026 Q2 NSA vs SA Campaign  7 Cities and London </vt:lpstr>
      <vt:lpstr>Netcheck 5G SA Best Network Scoring 7 Cities</vt:lpstr>
      <vt:lpstr>Netcheck 5G SA Most Reliable Network Scoring 7 Cities</vt:lpstr>
      <vt:lpstr>Q2 2026 vs SA Campaign – Delta Scoring 7 Cities</vt:lpstr>
      <vt:lpstr>Netcheck 5G SA Best Network Scoring London</vt:lpstr>
      <vt:lpstr>Netcheck 5G SA Most Reliable Network Scoring London</vt:lpstr>
      <vt:lpstr>Q2 2026 vs SA Campaign – Delta Scoring London</vt:lpstr>
      <vt:lpstr>Netcheck CDR Voice and Speech Analysis  2026 Q2 NSA vs SA Campaign  7 Cities and London </vt:lpstr>
      <vt:lpstr>Voice Failures 7 Cities</vt:lpstr>
      <vt:lpstr>Voice Failures (Vodafone UK) 7 Cities</vt:lpstr>
      <vt:lpstr>Completed Call Ratio 7 cities</vt:lpstr>
      <vt:lpstr>POLQA &lt;1.6 Rate 7 cities</vt:lpstr>
      <vt:lpstr>POLQA &lt;1.6 Rate Vodafone (Whatsapp) 7 cities</vt:lpstr>
      <vt:lpstr>POLQA &lt;1.6 Rate Three UK (Whatsapp) 7 cities</vt:lpstr>
      <vt:lpstr>POLQA Avg MOS 7 cities</vt:lpstr>
      <vt:lpstr>POLQA Avg MOS London</vt:lpstr>
      <vt:lpstr>Netcheck CDR Data Analysis  2026 Q2 NSA vs SA Campaign  7 Cities and London </vt:lpstr>
      <vt:lpstr>FDFS Success Ratio</vt:lpstr>
      <vt:lpstr>FDFS DL Throughput 7 Cities</vt:lpstr>
      <vt:lpstr>FDFS UL Throughput 7 Cities</vt:lpstr>
      <vt:lpstr>FDTT DL and UL Throughput 7 Cities</vt:lpstr>
      <vt:lpstr>Interactivity KPIs 7 Cities</vt:lpstr>
      <vt:lpstr>Browsing Time to 1MB 7 cities</vt:lpstr>
      <vt:lpstr>Conclusions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Rey Fernandez</dc:creator>
  <cp:lastModifiedBy>Jaime Tur</cp:lastModifiedBy>
  <cp:revision>6</cp:revision>
  <dcterms:created xsi:type="dcterms:W3CDTF">2026-01-12T11:19:33Z</dcterms:created>
  <dcterms:modified xsi:type="dcterms:W3CDTF">2026-08-26T11:28:02Z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0x01010093E8D57ECA48EA49A8079FF7BA4D8434</vt:lpwstr>
  </property>
  <property fmtid="{D5CDD505-2E9C-101B-9397-08002B2CF9AE}" pid="3" name="MediaServiceImageTags">
    <vt:lpwstr/>
  </property>
</Properties>
</file>