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0"/>
    <p:sldMasterId id="2147483707" r:id="rId21"/>
  </p:sldMasterIdLst>
  <p:notesMasterIdLst>
    <p:notesMasterId r:id="rId44"/>
  </p:notes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11" autoAdjust="0"/>
    <p:restoredTop sz="94677"/>
  </p:normalViewPr>
  <p:slideViewPr>
    <p:cSldViewPr snapToGrid="0">
      <p:cViewPr varScale="1">
        <p:scale>
          <a:sx n="152" d="100"/>
          <a:sy n="152" d="100"/>
        </p:scale>
        <p:origin x="76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slideMaster" Target="slideMasters/slideMaster1.xml"/><Relationship Id="rId21" Type="http://schemas.openxmlformats.org/officeDocument/2006/relationships/slideMaster" Target="slideMasters/slideMaster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6DF60-6159-4558-8D07-00E18A77A54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0E5E0-7946-4FB1-A297-6AB0FA3AA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02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82108456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103FF1A-D345-1C56-590F-D823A889B02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275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column + Com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0A0378-E981-36E6-504F-ED11379B43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1706563"/>
            <a:ext cx="11233150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34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column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C9452E4A-90F8-9F51-3A7A-AF8A7C220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1706563"/>
            <a:ext cx="8307730" cy="4999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96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 + Com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B866E44-A7AE-B643-0522-816211CEDA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3" y="1709736"/>
            <a:ext cx="5561158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1DA618F3-EEF8-8D27-8883-E59D465EC7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1421" y="1709735"/>
            <a:ext cx="5561158" cy="3661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6475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 (1 smaller) + Com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8E13B-297F-6792-206D-52DCDBECD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280" y="1709737"/>
            <a:ext cx="7465311" cy="3662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64E27AA-9562-3081-96B1-EEC89F6CC10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46473" y="3297381"/>
            <a:ext cx="3566102" cy="20747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1694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 (2 rows on right column) + Com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8E13B-297F-6792-206D-52DCDBECD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280" y="1709737"/>
            <a:ext cx="7465311" cy="3662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64E27AA-9562-3081-96B1-EEC89F6CC10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95855" y="1709737"/>
            <a:ext cx="3316720" cy="1876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DB526DC-61EF-8C82-8805-65A25684C47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95855" y="3649683"/>
            <a:ext cx="3316720" cy="17224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3681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row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0C361B-ABEF-DDCD-8B62-A48E04E3906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13" y="1709700"/>
            <a:ext cx="8304225" cy="2422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4180C57-4315-C64A-FAE3-330C0CA0F9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12" y="4284626"/>
            <a:ext cx="8304225" cy="2422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4901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umns + Com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5525984"/>
            <a:ext cx="11233150" cy="118357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782E2F-86DB-86D4-DCF9-8958746105F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1709736"/>
            <a:ext cx="3577975" cy="3662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B75A00BE-CA97-A854-15C7-7465405CB5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07010" y="1709736"/>
            <a:ext cx="3577975" cy="3661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0F2B03B-4F5D-BA62-9CAC-D574877D0F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34595" y="1709736"/>
            <a:ext cx="3577975" cy="3662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5694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 and 2 rows + Commen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002391" y="1709736"/>
            <a:ext cx="2710183" cy="49998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CE1B422-E2C7-9D9C-2315-3154C6FCE21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1709698"/>
            <a:ext cx="3970316" cy="24225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7A756F80-20B2-AC45-1DED-EC4AEBDB964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01590" y="1709697"/>
            <a:ext cx="3970316" cy="24225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632CB1D9-AF8F-C9B1-0D3C-7AB2989183E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4284623"/>
            <a:ext cx="3970316" cy="24225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2B5EA31B-CED6-9ED8-AA68-8FE1BBB0952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01590" y="4284623"/>
            <a:ext cx="3970316" cy="24225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015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69F42FFA-3DFB-4DB2-A942-F02200203C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11130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03FD5EF-20DB-46AB-B412-DF911235371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8DD11F5-924D-4907-D01E-DCB632C06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9093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1978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9A6888F-AC26-BA8F-0055-E808E294C9D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61136CD-F1DB-03FC-F814-EFB4397772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5856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7697191-0A85-B8C8-9EEC-2BBBCA05BA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4D3F1FB-D06C-DBD1-2450-16F10900A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4104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63123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smaller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8FC9BDE-AACF-FAD9-0569-2308D75B181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89B81D-94DE-1159-ADB9-A5A03B074B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2969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49447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2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05FD79D-9BC3-0408-DF33-0CA55CC3DCD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D355044D-CD56-AB10-6CA0-CA0669B90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3968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14784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itle and 3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09FDE7F6-BBC9-8CC3-CB40-B28724FF07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D6BED84F-1648-A661-5267-B4AD41FD9C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0537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97006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44FC84B-7E22-F949-A48C-665D3900E6C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1FC2882-E07D-F2B8-C050-E922C4080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4161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77447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CFC6A99-DACF-36D5-6C3E-4DC5345A90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AA30C5B-96B9-3D1E-B8FE-49DE04E53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20425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92027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8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573FEDA-98AE-F7E3-43DF-75A830443C4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FF8CACC-7FD5-4CBA-651F-A83C83174B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700939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7892329"/>
      </p:ext>
    </p:extLst>
  </p:cSld>
  <p:clrMapOvr>
    <a:masterClrMapping/>
  </p:clrMapOvr>
  <p:hf sldNum="0" hdr="0" ft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103FF1A-D345-1C56-590F-D823A889B02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039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69F42FFA-3DFB-4DB2-A942-F02200203C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4491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03FD5EF-20DB-46AB-B412-DF911235371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8DD11F5-924D-4907-D01E-DCB632C06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309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881962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9A6888F-AC26-BA8F-0055-E808E294C9D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61136CD-F1DB-03FC-F814-EFB4397772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0136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01756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7697191-0A85-B8C8-9EEC-2BBBCA05BA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4D3F1FB-D06C-DBD1-2450-16F10900A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34092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81158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1 smaller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8FC9BDE-AACF-FAD9-0569-2308D75B181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89B81D-94DE-1159-ADB9-A5A03B074B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5215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855563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2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05FD79D-9BC3-0408-DF33-0CA55CC3DCD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D355044D-CD56-AB10-6CA0-CA0669B90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24642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08062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ck Title and 3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09FDE7F6-BBC9-8CC3-CB40-B28724FF07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D6BED84F-1648-A661-5267-B4AD41FD9C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8735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6522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4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44FC84B-7E22-F949-A48C-665D3900E6C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1FC2882-E07D-F2B8-C050-E922C4080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3248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66706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4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CFC6A99-DACF-36D5-6C3E-4DC5345A90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AA30C5B-96B9-3D1E-B8FE-49DE04E53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518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492495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8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573FEDA-98AE-F7E3-43DF-75A830443C4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FF8CACC-7FD5-4CBA-651F-A83C83174B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7448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log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_TM">
            <a:extLst>
              <a:ext uri="{FF2B5EF4-FFF2-40B4-BE49-F238E27FC236}">
                <a16:creationId xmlns:a16="http://schemas.microsoft.com/office/drawing/2014/main" id="{B200748E-0B61-48E1-8B47-504C30250995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  <p:pic>
        <p:nvPicPr>
          <p:cNvPr id="2" name="image">
            <a:extLst>
              <a:ext uri="{FF2B5EF4-FFF2-40B4-BE49-F238E27FC236}">
                <a16:creationId xmlns:a16="http://schemas.microsoft.com/office/drawing/2014/main" id="{3DDE3DF2-4191-6EC8-7BFC-F1AAA9CFC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59975"/>
            <a:ext cx="2120176" cy="212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93001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logo end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000C8FCC-57E5-3E43-E21A-B3EDA1DB3E60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944A971-8DF1-600E-1D36-CB1EC2440F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60680"/>
            <a:ext cx="2119473" cy="2120400"/>
          </a:xfrm>
          <a:prstGeom prst="rect">
            <a:avLst/>
          </a:prstGeom>
        </p:spPr>
      </p:pic>
      <p:sp>
        <p:nvSpPr>
          <p:cNvPr id="2" name="SubTitle_TM">
            <a:extLst>
              <a:ext uri="{FF2B5EF4-FFF2-40B4-BE49-F238E27FC236}">
                <a16:creationId xmlns:a16="http://schemas.microsoft.com/office/drawing/2014/main" id="{FCF1ABC6-0A4C-6C18-E8A5-415153FD00B6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</p:spTree>
    <p:extLst>
      <p:ext uri="{BB962C8B-B14F-4D97-AF65-F5344CB8AC3E}">
        <p14:creationId xmlns:p14="http://schemas.microsoft.com/office/powerpoint/2010/main" val="2160505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bedded charac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AF35DD-3E5E-42CB-AFA5-5E09E14F72A4}"/>
              </a:ext>
            </a:extLst>
          </p:cNvPr>
          <p:cNvSpPr txBox="1"/>
          <p:nvPr userDrawn="1"/>
        </p:nvSpPr>
        <p:spPr bwMode="auto">
          <a:xfrm>
            <a:off x="479425" y="142897"/>
            <a:ext cx="11233149" cy="656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400" b="1">
                <a:solidFill>
                  <a:schemeClr val="tx1"/>
                </a:solidFill>
                <a:latin typeface="+mn-lt"/>
              </a:rPr>
              <a:t>This Master Slide is to ensure that all our characters are embedded with the presentation. Should not be used in a presentation.</a:t>
            </a:r>
            <a:endParaRPr lang="en-US"/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endParaRPr lang="en-US" sz="1400" b="1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(</a:t>
            </a: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ExtraLight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):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Ericsson Hilda ExtraLight" panose="00000300000000000000" pitchFamily="2" charset="0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+mj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j-lt"/>
              </a:rPr>
              <a:t>(Light):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200" u="sng" err="1">
                <a:solidFill>
                  <a:schemeClr val="tx1"/>
                </a:solidFill>
                <a:latin typeface="+mn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n-lt"/>
              </a:rPr>
              <a:t>(Regular):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j-lt"/>
              </a:rPr>
              <a:t>EricssonHildaLight+Bold</a:t>
            </a:r>
            <a:r>
              <a:rPr lang="en-US" sz="1200" b="1" u="sng">
                <a:solidFill>
                  <a:schemeClr val="tx1"/>
                </a:solidFill>
                <a:latin typeface="+mj-lt"/>
              </a:rPr>
              <a:t>(Medium):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 b="1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 b="1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n-lt"/>
              </a:rPr>
              <a:t>EricssonHilda+Bold</a:t>
            </a:r>
            <a:r>
              <a:rPr lang="en-US" sz="1200" b="1" u="sng">
                <a:solidFill>
                  <a:schemeClr val="tx1"/>
                </a:solidFill>
                <a:latin typeface="+mn-lt"/>
              </a:rPr>
              <a:t>(Bold):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 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EricssonHilda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(</a:t>
            </a: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ExtraBold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):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!"#$%&amp;'()*+,./0123456789:;&lt;=&gt;?@ABCDEFGHIJKLMNOPQRSTUVWXYZ[\]^_`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abcdefghijklmnopqrstuvwxyz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0" kern="1200">
                <a:solidFill>
                  <a:schemeClr val="tx1"/>
                </a:solidFill>
                <a:latin typeface="Ericsson Hilda ExtraBold" panose="00000900000000000000" pitchFamily="2" charset="0"/>
                <a:ea typeface="+mn-ea"/>
                <a:cs typeface="+mn-cs"/>
              </a:rPr>
              <a:t>Čč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ẀẁẃẄẅỲỳ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ﬁﬂΆΈΉΊΌΎΏΐΑΒΓΕΖΗΘΙΚΛΜΝΞΟΠΡΣΤΥΦΧΨΪΫΆΈΉΊΰ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endParaRPr lang="en-US" sz="1200" b="1">
              <a:solidFill>
                <a:schemeClr val="tx1"/>
              </a:solidFill>
              <a:latin typeface="Ericsson Technical Ico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Ericsson Technical Icons" panose="00000500000000000000" pitchFamily="2" charset="0"/>
              </a:rPr>
              <a:t>B C D F G H I L M O P R S W X b c d f g h I l m o p r s w x</a:t>
            </a:r>
            <a:endParaRPr lang="en-US" sz="1200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97003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EF47-A155-4815-8E3B-40C762847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BA25-551C-447C-A896-CC8080E6E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A6C5-3BB4-4AB0-91A2-43BA454C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1155"/>
              </a:solidFill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6DE01-2FF0-4867-B3DB-3EC28137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1155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FE546-C229-4940-81D2-FAE4B25A3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62096F-0B2A-43BE-BAC2-156D1E5A22B7}" type="slidenum">
              <a:rPr lang="en-US" smtClean="0">
                <a:solidFill>
                  <a:srgbClr val="001155"/>
                </a:solidFill>
                <a:cs typeface="+mn-cs"/>
              </a:rPr>
              <a:pPr>
                <a:defRPr/>
              </a:pPr>
              <a:t>‹#›</a:t>
            </a:fld>
            <a:endParaRPr lang="en-US">
              <a:solidFill>
                <a:srgbClr val="001155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2555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a23aef9-865f-46e0-9feb-85e9b06e34f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5" name="FirstDividerHider">
            <a:extLst>
              <a:ext uri="{FF2B5EF4-FFF2-40B4-BE49-F238E27FC236}">
                <a16:creationId xmlns:a16="http://schemas.microsoft.com/office/drawing/2014/main" id="{CA0A38D4-B093-4CE6-9935-648A137BFECE}"/>
              </a:ext>
            </a:extLst>
          </p:cNvPr>
          <p:cNvSpPr/>
          <p:nvPr userDrawn="1"/>
        </p:nvSpPr>
        <p:spPr bwMode="auto">
          <a:xfrm>
            <a:off x="396000" y="6408751"/>
            <a:ext cx="79513" cy="26239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640548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0f26b25-7c56-47e9-8e69-7c9c8de37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5" name="FirstDividerHider">
            <a:extLst>
              <a:ext uri="{FF2B5EF4-FFF2-40B4-BE49-F238E27FC236}">
                <a16:creationId xmlns:a16="http://schemas.microsoft.com/office/drawing/2014/main" id="{CA0A38D4-B093-4CE6-9935-648A137BFECE}"/>
              </a:ext>
            </a:extLst>
          </p:cNvPr>
          <p:cNvSpPr/>
          <p:nvPr userDrawn="1"/>
        </p:nvSpPr>
        <p:spPr bwMode="auto">
          <a:xfrm>
            <a:off x="396000" y="6408751"/>
            <a:ext cx="79513" cy="26239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224266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2032059171"/>
      </p:ext>
    </p:extLst>
  </p:cSld>
  <p:clrMapOvr>
    <a:masterClrMapping/>
  </p:clrMapOvr>
  <p:hf sldNum="0" hdr="0" ftr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86437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D9DB7BA-3A2F-46BA-A617-2A049434CD6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93088" y="476251"/>
            <a:ext cx="25603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38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93892093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5486323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6654486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1028693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8459470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8460533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4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8018439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2365518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log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_TM">
            <a:extLst>
              <a:ext uri="{FF2B5EF4-FFF2-40B4-BE49-F238E27FC236}">
                <a16:creationId xmlns:a16="http://schemas.microsoft.com/office/drawing/2014/main" id="{B200748E-0B61-48E1-8B47-504C30250995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1813" y="4309200"/>
            <a:ext cx="6048375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979B00C-7C1F-4F17-8D52-31D787A1234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06895" y="2854112"/>
            <a:ext cx="1163145" cy="116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3872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bedded charac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AF35DD-3E5E-42CB-AFA5-5E09E14F72A4}"/>
              </a:ext>
            </a:extLst>
          </p:cNvPr>
          <p:cNvSpPr txBox="1"/>
          <p:nvPr userDrawn="1"/>
        </p:nvSpPr>
        <p:spPr bwMode="auto">
          <a:xfrm>
            <a:off x="479425" y="142897"/>
            <a:ext cx="11233149" cy="656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400" b="1">
                <a:solidFill>
                  <a:schemeClr val="tx1"/>
                </a:solidFill>
                <a:latin typeface="+mn-lt"/>
              </a:rPr>
              <a:t>This Master Slide is to ensure that all our characters are embedded with the presentation. Should not be used in a presentation.</a:t>
            </a:r>
            <a:endParaRPr lang="en-US"/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endParaRPr lang="en-US" sz="1400" b="1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(</a:t>
            </a: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ExtraLight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):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Ericsson Hilda ExtraLight" panose="00000300000000000000" pitchFamily="2" charset="0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+mj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j-lt"/>
              </a:rPr>
              <a:t>(Light):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200" u="sng" err="1">
                <a:solidFill>
                  <a:schemeClr val="tx1"/>
                </a:solidFill>
                <a:latin typeface="+mn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n-lt"/>
              </a:rPr>
              <a:t>(Regular):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j-lt"/>
              </a:rPr>
              <a:t>EricssonHildaLight+Bold</a:t>
            </a:r>
            <a:r>
              <a:rPr lang="en-US" sz="1200" b="1" u="sng">
                <a:solidFill>
                  <a:schemeClr val="tx1"/>
                </a:solidFill>
                <a:latin typeface="+mj-lt"/>
              </a:rPr>
              <a:t>(Medium):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 b="1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 b="1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n-lt"/>
              </a:rPr>
              <a:t>EricssonHilda+Bold</a:t>
            </a:r>
            <a:r>
              <a:rPr lang="en-US" sz="1200" b="1" u="sng">
                <a:solidFill>
                  <a:schemeClr val="tx1"/>
                </a:solidFill>
                <a:latin typeface="+mn-lt"/>
              </a:rPr>
              <a:t>(Bold):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 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EricssonHilda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(</a:t>
            </a: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ExtraBold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):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!"#$%&amp;'()*+,./0123456789:;&lt;=&gt;?@ABCDEFGHIJKLMNOPQRSTUVWXYZ[\]^_`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abcdefghijklmnopqrstuvwxyz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0" kern="1200">
                <a:solidFill>
                  <a:schemeClr val="tx1"/>
                </a:solidFill>
                <a:latin typeface="Ericsson Hilda ExtraBold" panose="00000900000000000000" pitchFamily="2" charset="0"/>
                <a:ea typeface="+mn-ea"/>
                <a:cs typeface="+mn-cs"/>
              </a:rPr>
              <a:t>Čč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ẀẁẃẄẅỲỳ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ﬁﬂΆΈΉΊΌΎΏΐΑΒΓΕΖΗΘΙΚΛΜΝΞΟΠΡΣΤΥΦΧΨΪΫΆΈΉΊΰ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endParaRPr lang="en-US" sz="1200" b="1">
              <a:solidFill>
                <a:schemeClr val="tx1"/>
              </a:solidFill>
              <a:latin typeface="Ericsson Technical Ico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Ericsson Technical Icons" panose="00000500000000000000" pitchFamily="2" charset="0"/>
              </a:rPr>
              <a:t>B C D F G H I L M O P R S W X b c d f g h I l m o p r s w x</a:t>
            </a:r>
            <a:endParaRPr lang="en-US" sz="1200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6479892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note Cover Page w.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2554F4-437E-411D-B2B2-6A58D585809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-3048"/>
            <a:ext cx="12192000" cy="6858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itle_TM">
            <a:extLst>
              <a:ext uri="{FF2B5EF4-FFF2-40B4-BE49-F238E27FC236}">
                <a16:creationId xmlns:a16="http://schemas.microsoft.com/office/drawing/2014/main" id="{696C7C8F-5086-466A-8108-2FE0A8663D5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49"/>
            <a:ext cx="8353426" cy="3456000"/>
          </a:xfr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lang="en-US" sz="80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Keynote cover page </a:t>
            </a:r>
            <a:br>
              <a:rPr lang="en-US"/>
            </a:br>
            <a:r>
              <a:rPr lang="en-US"/>
              <a:t>Ericsson Hilda Light 80pt, max 3-lines</a:t>
            </a:r>
          </a:p>
        </p:txBody>
      </p:sp>
      <p:sp>
        <p:nvSpPr>
          <p:cNvPr id="10" name="SubTitle_TM">
            <a:extLst>
              <a:ext uri="{FF2B5EF4-FFF2-40B4-BE49-F238E27FC236}">
                <a16:creationId xmlns:a16="http://schemas.microsoft.com/office/drawing/2014/main" id="{ED5DEA0B-CF0D-4EE6-B6A8-90BAF3DE8AF1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4" y="4149725"/>
            <a:ext cx="5472113" cy="2087563"/>
          </a:xfrm>
          <a:prstGeom prst="rect">
            <a:avLst/>
          </a:prstGeom>
        </p:spPr>
        <p:txBody>
          <a:bodyPr r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Speaker,</a:t>
            </a:r>
            <a:br>
              <a:rPr lang="en-US"/>
            </a:br>
            <a:r>
              <a:rPr lang="en-US"/>
              <a:t>Ericsson Black, Ericsson Hilda 20pt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753C092-06FE-4B22-BAB1-EBEB69074D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87410" y="476250"/>
            <a:ext cx="261523" cy="261523"/>
          </a:xfrm>
          <a:prstGeom prst="rect">
            <a:avLst/>
          </a:prstGeom>
        </p:spPr>
      </p:pic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866A1512-27D5-4CA8-94C5-10E56C30705D}"/>
              </a:ext>
            </a:extLst>
          </p:cNvPr>
          <p:cNvSpPr txBox="1"/>
          <p:nvPr userDrawn="1"/>
        </p:nvSpPr>
        <p:spPr>
          <a:xfrm>
            <a:off x="396000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FirstDividerHider">
            <a:extLst>
              <a:ext uri="{FF2B5EF4-FFF2-40B4-BE49-F238E27FC236}">
                <a16:creationId xmlns:a16="http://schemas.microsoft.com/office/drawing/2014/main" id="{30276571-778A-43C8-820D-4E055433343F}"/>
              </a:ext>
            </a:extLst>
          </p:cNvPr>
          <p:cNvSpPr/>
          <p:nvPr userDrawn="1"/>
        </p:nvSpPr>
        <p:spPr bwMode="auto">
          <a:xfrm>
            <a:off x="396000" y="6408751"/>
            <a:ext cx="79513" cy="2623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7047302"/>
      </p:ext>
    </p:extLst>
  </p:cSld>
  <p:clrMapOvr>
    <a:masterClrMapping/>
  </p:clrMapOvr>
  <p:hf sldNum="0" hdr="0" ftr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276473960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9D1EC-7035-7162-3D49-453CAB62A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CA374-22C6-10E4-B949-DB8D84B0C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A6CEB-EDCC-F2FE-4644-90599486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07A04-4D14-4FB4-ABC3-4FF79A2401A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73BD8-4B85-9069-3BD9-B47B39CD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07A9-583F-83A7-FC2A-8C48950B1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E183-6F7B-4689-9F59-5F64BE4E6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03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074EB-9121-12F5-0BB1-B62827FFC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35119-7FD8-4D80-EA3D-B3AC4F3ED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989CB-11D3-C644-1FEF-B88D94671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C93B-D740-4A24-9033-971140705A3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28F01-86E2-7CCD-961D-1736AD60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DABC-0E7B-9D4B-E47D-02AF5B93F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44C3-3010-471A-8BD1-91611E723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620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theme" Target="../theme/theme1.xml"/><Relationship Id="rId56" Type="http://schemas.openxmlformats.org/officeDocument/2006/relationships/image" Target="../media/image1.emf"/><Relationship Id="rId57" Type="http://schemas.openxmlformats.org/officeDocument/2006/relationships/image" Target="../media/image2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1.xml"/><Relationship Id="rId18" Type="http://schemas.openxmlformats.org/officeDocument/2006/relationships/theme" Target="../theme/theme2.xml"/><Relationship Id="rId19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_SM"/>
          <p:cNvSpPr>
            <a:spLocks noGrp="1" noChangeArrowheads="1"/>
          </p:cNvSpPr>
          <p:nvPr>
            <p:ph type="title"/>
          </p:nvPr>
        </p:nvSpPr>
        <p:spPr bwMode="auto">
          <a:xfrm>
            <a:off x="479424" y="476250"/>
            <a:ext cx="10501293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83145CE-A2DE-4236-A4F9-8AE088671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844674"/>
            <a:ext cx="11233150" cy="4392613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ADDB58AC-4EFC-E7F9-0735-7729D36BFF82}"/>
              </a:ext>
            </a:extLst>
          </p:cNvPr>
          <p:cNvPicPr>
            <a:picLocks noChangeAspect="1"/>
          </p:cNvPicPr>
          <p:nvPr userDrawn="1"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pic>
        <p:nvPicPr>
          <p:cNvPr id="4" name="Graphic 6">
            <a:extLst>
              <a:ext uri="{FF2B5EF4-FFF2-40B4-BE49-F238E27FC236}">
                <a16:creationId xmlns:a16="http://schemas.microsoft.com/office/drawing/2014/main" id="{D8E67127-9474-DA03-81EB-4CAAC01E05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1236431" y="1165702"/>
            <a:ext cx="773481" cy="39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246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25" r:id="rId3"/>
    <p:sldLayoutId id="2147483728" r:id="rId4"/>
    <p:sldLayoutId id="2147483726" r:id="rId5"/>
    <p:sldLayoutId id="2147483734" r:id="rId6"/>
    <p:sldLayoutId id="2147483735" r:id="rId7"/>
    <p:sldLayoutId id="2147483730" r:id="rId8"/>
    <p:sldLayoutId id="2147483727" r:id="rId9"/>
    <p:sldLayoutId id="2147483729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  <p:sldLayoutId id="2147483682" r:id="rId30"/>
    <p:sldLayoutId id="2147483683" r:id="rId31"/>
    <p:sldLayoutId id="2147483684" r:id="rId32"/>
    <p:sldLayoutId id="2147483685" r:id="rId33"/>
    <p:sldLayoutId id="2147483686" r:id="rId34"/>
    <p:sldLayoutId id="2147483687" r:id="rId35"/>
    <p:sldLayoutId id="2147483688" r:id="rId36"/>
    <p:sldLayoutId id="2147483689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703" r:id="rId51"/>
    <p:sldLayoutId id="2147483704" r:id="rId52"/>
    <p:sldLayoutId id="2147483705" r:id="rId53"/>
    <p:sldLayoutId id="2147483706" r:id="rId54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ts val="300"/>
        </a:spcBef>
        <a:spcAft>
          <a:spcPct val="0"/>
        </a:spcAft>
        <a:defRPr sz="4000" kern="1400" spc="-16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9pPr>
    </p:titleStyle>
    <p:bodyStyle>
      <a:lvl1pPr marL="265113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2pPr>
      <a:lvl3pPr marL="803275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3pPr>
      <a:lvl4pPr marL="1076325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4pPr>
      <a:lvl5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5pPr>
      <a:lvl6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6pPr>
      <a:lvl7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7pPr>
      <a:lvl8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8pPr>
      <a:lvl9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A4A3A4"/>
          </p15:clr>
        </p15:guide>
        <p15:guide id="2" pos="302">
          <p15:clr>
            <a:srgbClr val="A4A3A4"/>
          </p15:clr>
        </p15:guide>
        <p15:guide id="3" pos="1935">
          <p15:clr>
            <a:srgbClr val="A4A3A4"/>
          </p15:clr>
        </p15:guide>
        <p15:guide id="4" orient="horz" pos="981">
          <p15:clr>
            <a:srgbClr val="A4A3A4"/>
          </p15:clr>
        </p15:guide>
        <p15:guide id="6" pos="2116">
          <p15:clr>
            <a:srgbClr val="A4A3A4"/>
          </p15:clr>
        </p15:guide>
        <p15:guide id="7" pos="3931">
          <p15:clr>
            <a:srgbClr val="A4A3A4"/>
          </p15:clr>
        </p15:guide>
        <p15:guide id="9" pos="3749">
          <p15:clr>
            <a:srgbClr val="A4A3A4"/>
          </p15:clr>
        </p15:guide>
        <p15:guide id="10" pos="5564">
          <p15:clr>
            <a:srgbClr val="A4A3A4"/>
          </p15:clr>
        </p15:guide>
        <p15:guide id="12" pos="5745">
          <p15:clr>
            <a:srgbClr val="A4A3A4"/>
          </p15:clr>
        </p15:guide>
        <p15:guide id="13" pos="7378">
          <p15:clr>
            <a:srgbClr val="A4A3A4"/>
          </p15:clr>
        </p15:guide>
        <p15:guide id="16" orient="horz" pos="2478">
          <p15:clr>
            <a:srgbClr val="A4A3A4"/>
          </p15:clr>
        </p15:guide>
        <p15:guide id="17" orient="horz" pos="2614">
          <p15:clr>
            <a:srgbClr val="A4A3A4"/>
          </p15:clr>
        </p15:guide>
        <p15:guide id="18" orient="horz" pos="3929">
          <p15:clr>
            <a:srgbClr val="A4A3A4"/>
          </p15:clr>
        </p15:guide>
        <p15:guide id="19" orient="horz" pos="4110">
          <p15:clr>
            <a:srgbClr val="A4A3A4"/>
          </p15:clr>
        </p15:guide>
        <p15:guide id="20" orient="horz" pos="1162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_SM"/>
          <p:cNvSpPr>
            <a:spLocks noGrp="1" noChangeArrowheads="1"/>
          </p:cNvSpPr>
          <p:nvPr>
            <p:ph type="title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83145CE-A2DE-4236-A4F9-8AE088671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844674"/>
            <a:ext cx="11233150" cy="4392613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/>
          <a:p>
            <a:pPr lvl="0"/>
            <a:r>
              <a:rPr lang="en-US" err="1"/>
              <a:t>Mintaszöveg</a:t>
            </a:r>
            <a:r>
              <a:rPr lang="en-US"/>
              <a:t> </a:t>
            </a:r>
            <a:r>
              <a:rPr lang="en-US" err="1"/>
              <a:t>szerkesztése</a:t>
            </a:r>
            <a:endParaRPr lang="en-US"/>
          </a:p>
          <a:p>
            <a:pPr lvl="1"/>
            <a:r>
              <a:rPr lang="en-US" err="1"/>
              <a:t>Második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  <a:p>
            <a:pPr lvl="2"/>
            <a:r>
              <a:rPr lang="en-US" err="1"/>
              <a:t>Harmadik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  <a:p>
            <a:pPr lvl="3"/>
            <a:r>
              <a:rPr lang="en-US" err="1"/>
              <a:t>Negyedik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  <a:p>
            <a:pPr lvl="4"/>
            <a:r>
              <a:rPr lang="en-US" err="1"/>
              <a:t>Ötödik</a:t>
            </a:r>
            <a:r>
              <a:rPr lang="en-US"/>
              <a:t> </a:t>
            </a:r>
            <a:r>
              <a:rPr lang="en-US" err="1"/>
              <a:t>szint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CFCA6C0-C300-46F3-8D05-D936BF801E7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493088" y="476251"/>
            <a:ext cx="25603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092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ts val="300"/>
        </a:spcBef>
        <a:spcAft>
          <a:spcPct val="0"/>
        </a:spcAft>
        <a:defRPr sz="4000" kern="1400" spc="-16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9pPr>
    </p:titleStyle>
    <p:bodyStyle>
      <a:lvl1pPr marL="265113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2pPr>
      <a:lvl3pPr marL="803275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3pPr>
      <a:lvl4pPr marL="1076325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4pPr>
      <a:lvl5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5pPr>
      <a:lvl6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6pPr>
      <a:lvl7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7pPr>
      <a:lvl8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8pPr>
      <a:lvl9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A4A3A4"/>
          </p15:clr>
        </p15:guide>
        <p15:guide id="2" pos="302">
          <p15:clr>
            <a:srgbClr val="A4A3A4"/>
          </p15:clr>
        </p15:guide>
        <p15:guide id="3" pos="1935">
          <p15:clr>
            <a:srgbClr val="A4A3A4"/>
          </p15:clr>
        </p15:guide>
        <p15:guide id="4" orient="horz" pos="981">
          <p15:clr>
            <a:srgbClr val="A4A3A4"/>
          </p15:clr>
        </p15:guide>
        <p15:guide id="6" pos="2116">
          <p15:clr>
            <a:srgbClr val="A4A3A4"/>
          </p15:clr>
        </p15:guide>
        <p15:guide id="7" pos="3931">
          <p15:clr>
            <a:srgbClr val="A4A3A4"/>
          </p15:clr>
        </p15:guide>
        <p15:guide id="9" pos="3749">
          <p15:clr>
            <a:srgbClr val="A4A3A4"/>
          </p15:clr>
        </p15:guide>
        <p15:guide id="10" pos="5564">
          <p15:clr>
            <a:srgbClr val="A4A3A4"/>
          </p15:clr>
        </p15:guide>
        <p15:guide id="12" pos="5745">
          <p15:clr>
            <a:srgbClr val="A4A3A4"/>
          </p15:clr>
        </p15:guide>
        <p15:guide id="13" pos="7378">
          <p15:clr>
            <a:srgbClr val="A4A3A4"/>
          </p15:clr>
        </p15:guide>
        <p15:guide id="16" orient="horz" pos="2478">
          <p15:clr>
            <a:srgbClr val="A4A3A4"/>
          </p15:clr>
        </p15:guide>
        <p15:guide id="17" orient="horz" pos="2614">
          <p15:clr>
            <a:srgbClr val="A4A3A4"/>
          </p15:clr>
        </p15:guide>
        <p15:guide id="18" orient="horz" pos="3929">
          <p15:clr>
            <a:srgbClr val="A4A3A4"/>
          </p15:clr>
        </p15:guide>
        <p15:guide id="19" orient="horz" pos="4110">
          <p15:clr>
            <a:srgbClr val="A4A3A4"/>
          </p15:clr>
        </p15:guide>
        <p15:guide id="20" orient="horz" pos="1162">
          <p15:clr>
            <a:srgbClr val="A4A3A4"/>
          </p15:clr>
        </p15:guide>
      </p15:sldGuideLst>
    </p:ext>
  </p:extLst>
</p:sldMaster>
</file>

<file path=ppt/theme/theme1.xml><?xml version="1.0" encoding="utf-8"?>
<a:theme xmlns:a="http://schemas.openxmlformats.org/drawingml/2006/main" name="PresentationTemplate2025">
  <a:themeElements>
    <a:clrScheme name="Ericsson">
      <a:dk1>
        <a:srgbClr val="181818"/>
      </a:dk1>
      <a:lt1>
        <a:srgbClr val="FFFFFF"/>
      </a:lt1>
      <a:dk2>
        <a:srgbClr val="181818"/>
      </a:dk2>
      <a:lt2>
        <a:srgbClr val="E0E0E0"/>
      </a:lt2>
      <a:accent1>
        <a:srgbClr val="1174E6"/>
      </a:accent1>
      <a:accent2>
        <a:srgbClr val="23969A"/>
      </a:accent2>
      <a:accent3>
        <a:srgbClr val="976CF4"/>
      </a:accent3>
      <a:accent4>
        <a:srgbClr val="FAD22D"/>
      </a:accent4>
      <a:accent5>
        <a:srgbClr val="E66E19"/>
      </a:accent5>
      <a:accent6>
        <a:srgbClr val="E65D6A"/>
      </a:accent6>
      <a:hlink>
        <a:srgbClr val="0082F0"/>
      </a:hlink>
      <a:folHlink>
        <a:srgbClr val="040969"/>
      </a:folHlink>
    </a:clrScheme>
    <a:fontScheme name="Ericsson">
      <a:majorFont>
        <a:latin typeface="Ericsson Hilda Light"/>
        <a:ea typeface=""/>
        <a:cs typeface=""/>
      </a:majorFont>
      <a:minorFont>
        <a:latin typeface="Ericsson Hild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spcBef>
            <a:spcPts val="800"/>
          </a:spcBef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/>
      <a:bodyPr vert="horz" wrap="square" lIns="72000" tIns="36000" rIns="72000" bIns="36000" rtlCol="0" anchor="t">
        <a:noAutofit/>
      </a:bodyPr>
      <a:lstStyle>
        <a:defPPr marR="0" algn="l" defTabSz="914400" rtl="0" eaLnBrk="1" fontAlgn="base" latinLnBrk="0" hangingPunct="1">
          <a:lnSpc>
            <a:spcPct val="100000"/>
          </a:lnSpc>
          <a:spcBef>
            <a:spcPts val="800"/>
          </a:spcBef>
          <a:spcAft>
            <a:spcPct val="0"/>
          </a:spcAft>
          <a:buClrTx/>
          <a:buSzTx/>
          <a:tabLst/>
          <a:defRPr kumimoji="0" sz="2000" b="0" i="0" u="none" strike="noStrike" kern="1000" cap="none" spc="-30" normalizeH="0" baseline="0" noProof="0" dirty="0" err="1">
            <a:ln>
              <a:noFill/>
            </a:ln>
            <a:solidFill>
              <a:schemeClr val="tx1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>
    <a:extraClrScheme>
      <a:clrScheme name="Landscape2009 1">
        <a:dk1>
          <a:srgbClr val="58585A"/>
        </a:dk1>
        <a:lt1>
          <a:srgbClr val="FFFFFF"/>
        </a:lt1>
        <a:dk2>
          <a:srgbClr val="00285E"/>
        </a:dk2>
        <a:lt2>
          <a:srgbClr val="B1B3B4"/>
        </a:lt2>
        <a:accent1>
          <a:srgbClr val="89BA17"/>
        </a:accent1>
        <a:accent2>
          <a:srgbClr val="F08A00"/>
        </a:accent2>
        <a:accent3>
          <a:srgbClr val="FFFFFF"/>
        </a:accent3>
        <a:accent4>
          <a:srgbClr val="4A4A4C"/>
        </a:accent4>
        <a:accent5>
          <a:srgbClr val="C4D9AB"/>
        </a:accent5>
        <a:accent6>
          <a:srgbClr val="D97D00"/>
        </a:accent6>
        <a:hlink>
          <a:srgbClr val="00A9D4"/>
        </a:hlink>
        <a:folHlink>
          <a:srgbClr val="0062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Dark blue ">
      <a:srgbClr val="000082"/>
    </a:custClr>
    <a:custClr name="Blue">
      <a:srgbClr val="1174E6"/>
    </a:custClr>
    <a:custClr name="Light blue">
      <a:srgbClr val="D6E2F5"/>
    </a:custClr>
    <a:custClr name="Dark purple">
      <a:srgbClr val="2D2049"/>
    </a:custClr>
    <a:custClr name="Purple">
      <a:srgbClr val="976CF4"/>
    </a:custClr>
    <a:custClr name="Light purple">
      <a:srgbClr val="E0D3FC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Dark teal">
      <a:srgbClr val="0B2D2E"/>
    </a:custClr>
    <a:custClr name="Teal">
      <a:srgbClr val="23969A"/>
    </a:custClr>
    <a:custClr name="Light teal">
      <a:srgbClr val="BDE0E1"/>
    </a:custClr>
    <a:custClr name="Dark coral">
      <a:srgbClr val="3C2121"/>
    </a:custClr>
    <a:custClr name="Coral">
      <a:srgbClr val="E65D6A"/>
    </a:custClr>
    <a:custClr name="Light coral">
      <a:srgbClr val="EFD4D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C52A32"/>
    </a:custClr>
    <a:custClr name="Orange">
      <a:srgbClr val="E66E19"/>
    </a:custClr>
    <a:custClr name="Yellow">
      <a:srgbClr val="FAD22D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lack">
      <a:srgbClr val="000000"/>
    </a:custClr>
    <a:custClr name="Grey 1">
      <a:srgbClr val="242424"/>
    </a:custClr>
    <a:custClr name="Grey 2">
      <a:srgbClr val="767676"/>
    </a:custClr>
    <a:custClr name="Grey 3">
      <a:srgbClr val="A0A0A0"/>
    </a:custClr>
    <a:custClr name="Grey 4">
      <a:srgbClr val="E0E0E0"/>
    </a:custClr>
    <a:custClr name="Grey 5">
      <a:srgbClr val="F2F2F2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PresentationTemplate2017.potx" id="{775AD81A-0AF6-45CB-889B-779F764C8091}" vid="{622262D2-9439-4A46-819E-379D679C1385}"/>
    </a:ext>
  </a:extLst>
</a:theme>
</file>

<file path=ppt/theme/theme2.xml><?xml version="1.0" encoding="utf-8"?>
<a:theme xmlns:a="http://schemas.openxmlformats.org/drawingml/2006/main" name="1_PresentationTemplate2021">
  <a:themeElements>
    <a:clrScheme name="Ericsson">
      <a:dk1>
        <a:srgbClr val="181818"/>
      </a:dk1>
      <a:lt1>
        <a:srgbClr val="FFFFFF"/>
      </a:lt1>
      <a:dk2>
        <a:srgbClr val="181818"/>
      </a:dk2>
      <a:lt2>
        <a:srgbClr val="E0E0E0"/>
      </a:lt2>
      <a:accent1>
        <a:srgbClr val="0082F0"/>
      </a:accent1>
      <a:accent2>
        <a:srgbClr val="0FC373"/>
      </a:accent2>
      <a:accent3>
        <a:srgbClr val="AF78D2"/>
      </a:accent3>
      <a:accent4>
        <a:srgbClr val="FAD22D"/>
      </a:accent4>
      <a:accent5>
        <a:srgbClr val="FF8C0A"/>
      </a:accent5>
      <a:accent6>
        <a:srgbClr val="FF3232"/>
      </a:accent6>
      <a:hlink>
        <a:srgbClr val="0082F0"/>
      </a:hlink>
      <a:folHlink>
        <a:srgbClr val="040969"/>
      </a:folHlink>
    </a:clrScheme>
    <a:fontScheme name="Ericsson">
      <a:majorFont>
        <a:latin typeface="Ericsson Hilda Light"/>
        <a:ea typeface=""/>
        <a:cs typeface=""/>
      </a:majorFont>
      <a:minorFont>
        <a:latin typeface="Ericsson Hild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<a:prstTxWarp prst="textNoShape">
          <a:avLst/>
        </a:prstTxWarp>
        <a:noAutofit/>
      </a:bodyPr>
      <a:lstStyle>
        <a:defPPr marL="180000" indent="-180000" algn="l">
          <a:spcBef>
            <a:spcPts val="800"/>
          </a:spcBef>
          <a:buFont typeface="Ericsson Hilda" panose="00000500000000000000" pitchFamily="2" charset="0"/>
          <a:buChar char="●"/>
          <a:defRPr dirty="0" err="1" smtClean="0">
            <a:solidFill>
              <a:srgbClr val="FFFFFF"/>
            </a:solidFill>
            <a:latin typeface="+mn-lt"/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/>
      <a:bodyPr vert="horz" wrap="square" lIns="72000" tIns="36000" rIns="72000" bIns="36000" rtlCol="0" anchor="t">
        <a:noAutofit/>
      </a:bodyPr>
      <a:lstStyle>
        <a:defPPr marL="180000" marR="0" indent="-180000" algn="l" defTabSz="914400" rtl="0" eaLnBrk="1" fontAlgn="base" latinLnBrk="0" hangingPunct="1">
          <a:lnSpc>
            <a:spcPct val="100000"/>
          </a:lnSpc>
          <a:spcBef>
            <a:spcPts val="800"/>
          </a:spcBef>
          <a:spcAft>
            <a:spcPct val="0"/>
          </a:spcAft>
          <a:buClrTx/>
          <a:buSzTx/>
          <a:buFont typeface="Ericsson Hilda" panose="00000500000000000000" pitchFamily="2" charset="0"/>
          <a:buChar char="●"/>
          <a:tabLst/>
          <a:defRPr kumimoji="0" sz="2000" b="0" i="0" u="none" strike="noStrike" kern="1000" cap="none" spc="-3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Ericsson Hilda"/>
            <a:ea typeface="+mn-ea"/>
            <a:cs typeface="+mn-cs"/>
          </a:defRPr>
        </a:defPPr>
      </a:lstStyle>
    </a:txDef>
  </a:objectDefaults>
  <a:extraClrSchemeLst>
    <a:extraClrScheme>
      <a:clrScheme name="Landscape2009 1">
        <a:dk1>
          <a:srgbClr val="58585A"/>
        </a:dk1>
        <a:lt1>
          <a:srgbClr val="FFFFFF"/>
        </a:lt1>
        <a:dk2>
          <a:srgbClr val="00285E"/>
        </a:dk2>
        <a:lt2>
          <a:srgbClr val="B1B3B4"/>
        </a:lt2>
        <a:accent1>
          <a:srgbClr val="89BA17"/>
        </a:accent1>
        <a:accent2>
          <a:srgbClr val="F08A00"/>
        </a:accent2>
        <a:accent3>
          <a:srgbClr val="FFFFFF"/>
        </a:accent3>
        <a:accent4>
          <a:srgbClr val="4A4A4C"/>
        </a:accent4>
        <a:accent5>
          <a:srgbClr val="C4D9AB"/>
        </a:accent5>
        <a:accent6>
          <a:srgbClr val="D97D00"/>
        </a:accent6>
        <a:hlink>
          <a:srgbClr val="00A9D4"/>
        </a:hlink>
        <a:folHlink>
          <a:srgbClr val="0062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rimary Ericsson Blue 1">
      <a:srgbClr val="000082"/>
    </a:custClr>
    <a:custClr name="Primary Ericsson Blue 2">
      <a:srgbClr val="0050CA"/>
    </a:custClr>
    <a:custClr name="Primary Ericsson Blue">
      <a:srgbClr val="0082F0"/>
    </a:custClr>
    <a:custClr name="Primary Ericsson Blue 3">
      <a:srgbClr val="48A8FA"/>
    </a:custClr>
    <a:custClr name="Primary Ericsson Blue 4">
      <a:srgbClr val="85CCFF"/>
    </a:custClr>
    <a:custClr name="Secondary Ericsson Green">
      <a:srgbClr val="0FC373"/>
    </a:custClr>
    <a:custClr name="Secondary Ericsson Purple">
      <a:srgbClr val="AF78D2"/>
    </a:custClr>
    <a:custClr name="Secondary Ericsson Yellow">
      <a:srgbClr val="FAD22D"/>
    </a:custClr>
    <a:custClr name="Secondary Ericsson Orange">
      <a:srgbClr val="FF8C0A"/>
    </a:custClr>
    <a:custClr name="Secondary Ericsson Red">
      <a:srgbClr val="FF3232"/>
    </a:custClr>
    <a:custClr name="Secondary Ericsson Black">
      <a:srgbClr val="000000"/>
    </a:custClr>
    <a:custClr name="Secondary Ericsson Gray 1">
      <a:srgbClr val="242424"/>
    </a:custClr>
    <a:custClr name="Secondary Ericsson Gray 2">
      <a:srgbClr val="767676"/>
    </a:custClr>
    <a:custClr name="Secondary Ericsson Gray 3">
      <a:srgbClr val="A0A0A0"/>
    </a:custClr>
    <a:custClr name="Secondary Ericsson Gray 4">
      <a:srgbClr val="E0E0E0"/>
    </a:custClr>
    <a:custClr name="Secondary Ericsson Gray 5">
      <a:srgbClr val="F2F2F2"/>
    </a:custClr>
    <a:custClr name="Secondary Ericsson White">
      <a:srgbClr val="FFFFFF"/>
    </a:custClr>
  </a:custClrLst>
  <a:extLst>
    <a:ext uri="{05A4C25C-085E-4340-85A3-A5531E510DB2}">
      <thm15:themeFamily xmlns:thm15="http://schemas.microsoft.com/office/thememl/2012/main" name="PresentationTemplate2017.potx" id="{775AD81A-0AF6-45CB-889B-779F764C8091}" vid="{622262D2-9439-4A46-819E-379D679C138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item1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2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3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6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7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0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3E8D57ECA48EA49A8079FF7BA4D8434" ma:contentTypeVersion="14" ma:contentTypeDescription="Crear nuevo documento." ma:contentTypeScope="" ma:versionID="63c20a81180abc05dcc77631795f2f6d">
  <xsd:schema xmlns:xsd="http://www.w3.org/2001/XMLSchema" xmlns:xs="http://www.w3.org/2001/XMLSchema" xmlns:p="http://schemas.microsoft.com/office/2006/metadata/properties" xmlns:ns2="77fde15d-2397-485e-b73a-86b486d76ed9" xmlns:ns3="bcef248d-09fe-4034-af42-7800fb0b4c07" targetNamespace="http://schemas.microsoft.com/office/2006/metadata/properties" ma:root="true" ma:fieldsID="c568fcd95f5d4d3e7cd3fb2956348a08" ns2:_="" ns3:_="">
    <xsd:import namespace="77fde15d-2397-485e-b73a-86b486d76ed9"/>
    <xsd:import namespace="bcef248d-09fe-4034-af42-7800fb0b4c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_Flow_SignoffStatu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de15d-2397-485e-b73a-86b486d76e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c3d31b72-c4b9-4223-ac69-1d9539891d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_Flow_SignoffStatus" ma:index="20" nillable="true" ma:displayName="Estado de aprobación" ma:internalName="_x0024_Resources_x003a_core_x002c_Signoff_Status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ef248d-09fe-4034-af42-7800fb0b4c0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248a8f7-3163-4cda-ba50-6dab87801a0e}" ma:internalName="TaxCatchAll" ma:showField="CatchAllData" ma:web="bcef248d-09fe-4034-af42-7800fb0b4c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7.xml><?xml version="1.0" encoding="utf-8"?>
<TemplafySlideTemplateConfiguration><![CDATA[{"documentContentValidatorConfiguration":{"enableDocumentContentValidator":false,"documentContentValidatorVersion":0},"elementsMetadata":[],"slideId":"637661701761217959","enableDocumentContentUpdater":true,"version":"1.9"}]]></TemplafySlideTemplateConfiguration>
</file>

<file path=customXml/item18.xml><?xml version="1.0" encoding="utf-8"?>
<TemplafySlideFormConfiguration><![CDATA[{"formFields":[],"formDataEntries":[]}]]></TemplafySlideFormConfiguration>
</file>

<file path=customXml/item19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ef248d-09fe-4034-af42-7800fb0b4c07" xsi:nil="true"/>
    <lcf76f155ced4ddcb4097134ff3c332f xmlns="77fde15d-2397-485e-b73a-86b486d76ed9">
      <Terms xmlns="http://schemas.microsoft.com/office/infopath/2007/PartnerControls"/>
    </lcf76f155ced4ddcb4097134ff3c332f>
    <_Flow_SignoffStatus xmlns="77fde15d-2397-485e-b73a-86b486d76ed9" xsi:nil="true"/>
  </documentManagement>
</p:properties>
</file>

<file path=customXml/itemProps1.xml><?xml version="1.0" encoding="utf-8"?>
<ds:datastoreItem xmlns:ds="http://schemas.openxmlformats.org/officeDocument/2006/customXml" ds:itemID="{F6CC31F5-13F1-4893-A918-27994DEE1E73}">
  <ds:schemaRefs/>
</ds:datastoreItem>
</file>

<file path=customXml/itemProps2.xml><?xml version="1.0" encoding="utf-8"?>
<ds:datastoreItem xmlns:ds="http://schemas.openxmlformats.org/officeDocument/2006/customXml" ds:itemID="{3E86842F-01DA-4AAB-AA56-9F0B2F496397}">
  <ds:schemaRefs/>
</ds:datastoreItem>
</file>

<file path=customXml/itemProps3.xml><?xml version="1.0" encoding="utf-8"?>
<ds:datastoreItem xmlns:ds="http://schemas.openxmlformats.org/officeDocument/2006/customXml" ds:itemID="{62D5B54B-6902-4F98-B23A-0118DB9EEDF4}">
  <ds:schemaRefs/>
</ds:datastoreItem>
</file>

<file path=customXml/itemProps4.xml><?xml version="1.0" encoding="utf-8"?>
<ds:datastoreItem xmlns:ds="http://schemas.openxmlformats.org/officeDocument/2006/customXml" ds:itemID="{BA1C3E13-54CF-4EC8-BFFC-847950BB2BA6}">
  <ds:schemaRefs/>
</ds:datastoreItem>
</file>

<file path=customXml/itemProps5.xml><?xml version="1.0" encoding="utf-8"?>
<ds:datastoreItem xmlns:ds="http://schemas.openxmlformats.org/officeDocument/2006/customXml" ds:itemID="{852C017A-4C71-4057-8850-0D69BC43C2C6}">
  <ds:schemaRefs>
    <ds:schemaRef ds:uri="http://schemas.microsoft.com/sharepoint/v3/contenttype/forms"/>
  </ds:schemaRefs>
</ds:datastoreItem>
</file>

<file path=customXml/itemProps6.xml><?xml version="1.0" encoding="utf-8"?>
<ds:datastoreItem xmlns:ds="http://schemas.openxmlformats.org/officeDocument/2006/customXml" ds:itemID="{772ABA4E-1FA2-4FC1-9A8A-C2C33BEC7DBE}">
  <ds:schemaRefs/>
</ds:datastoreItem>
</file>

<file path=customXml/itemProps7.xml><?xml version="1.0" encoding="utf-8"?>
<ds:datastoreItem xmlns:ds="http://schemas.openxmlformats.org/officeDocument/2006/customXml" ds:itemID="{7FC3D2F9-C978-4F6C-9B95-BEE6303453CA}">
  <ds:schemaRefs/>
</ds:datastoreItem>
</file>

<file path=customXml/itemProps8.xml><?xml version="1.0" encoding="utf-8"?>
<ds:datastoreItem xmlns:ds="http://schemas.openxmlformats.org/officeDocument/2006/customXml" ds:itemID="{F1A1DCA2-547F-4B90-BE36-91B9AB619C93}">
  <ds:schemaRefs/>
</ds:datastoreItem>
</file>

<file path=customXml/itemProps9.xml><?xml version="1.0" encoding="utf-8"?>
<ds:datastoreItem xmlns:ds="http://schemas.openxmlformats.org/officeDocument/2006/customXml" ds:itemID="{ADCE6D4E-881A-4F21-8F46-6A112A7EEBE1}">
  <ds:schemaRefs/>
</ds:datastoreItem>
</file>

<file path=customXml/itemProps10.xml><?xml version="1.0" encoding="utf-8"?>
<ds:datastoreItem xmlns:ds="http://schemas.openxmlformats.org/officeDocument/2006/customXml" ds:itemID="{7DEDA2BC-8275-4FBB-A28A-68D801E06E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fde15d-2397-485e-b73a-86b486d76ed9"/>
    <ds:schemaRef ds:uri="bcef248d-09fe-4034-af42-7800fb0b4c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11.xml><?xml version="1.0" encoding="utf-8"?>
<ds:datastoreItem xmlns:ds="http://schemas.openxmlformats.org/officeDocument/2006/customXml" ds:itemID="{A87FB1B0-D223-4CF6-8EC4-E3E816F1CDBE}">
  <ds:schemaRefs/>
</ds:datastoreItem>
</file>

<file path=customXml/itemProps12.xml><?xml version="1.0" encoding="utf-8"?>
<ds:datastoreItem xmlns:ds="http://schemas.openxmlformats.org/officeDocument/2006/customXml" ds:itemID="{6AE2E849-5528-4C05-B1E8-DB80DA8BD7F1}">
  <ds:schemaRefs/>
</ds:datastoreItem>
</file>

<file path=customXml/itemProps13.xml><?xml version="1.0" encoding="utf-8"?>
<ds:datastoreItem xmlns:ds="http://schemas.openxmlformats.org/officeDocument/2006/customXml" ds:itemID="{0B924887-3FAA-4B8E-815F-481860E4E6AF}">
  <ds:schemaRefs/>
</ds:datastoreItem>
</file>

<file path=customXml/itemProps14.xml><?xml version="1.0" encoding="utf-8"?>
<ds:datastoreItem xmlns:ds="http://schemas.openxmlformats.org/officeDocument/2006/customXml" ds:itemID="{2A25ECD3-EA6C-4727-8DF2-5BDC9911D24C}">
  <ds:schemaRefs/>
</ds:datastoreItem>
</file>

<file path=customXml/itemProps15.xml><?xml version="1.0" encoding="utf-8"?>
<ds:datastoreItem xmlns:ds="http://schemas.openxmlformats.org/officeDocument/2006/customXml" ds:itemID="{D81E0773-B1DF-4187-B86B-A4CC89F4FFA3}">
  <ds:schemaRefs/>
</ds:datastoreItem>
</file>

<file path=customXml/itemProps16.xml><?xml version="1.0" encoding="utf-8"?>
<ds:datastoreItem xmlns:ds="http://schemas.openxmlformats.org/officeDocument/2006/customXml" ds:itemID="{D6A0B861-D97F-43C8-B3DF-13EB4CD7C21A}">
  <ds:schemaRefs/>
</ds:datastoreItem>
</file>

<file path=customXml/itemProps17.xml><?xml version="1.0" encoding="utf-8"?>
<ds:datastoreItem xmlns:ds="http://schemas.openxmlformats.org/officeDocument/2006/customXml" ds:itemID="{2E5DC17B-7CA5-47FA-BB10-51D0544A8F91}">
  <ds:schemaRefs/>
</ds:datastoreItem>
</file>

<file path=customXml/itemProps18.xml><?xml version="1.0" encoding="utf-8"?>
<ds:datastoreItem xmlns:ds="http://schemas.openxmlformats.org/officeDocument/2006/customXml" ds:itemID="{4F6381B7-CB4D-4A8E-AE8C-AD066D7465AA}">
  <ds:schemaRefs/>
</ds:datastoreItem>
</file>

<file path=customXml/itemProps19.xml><?xml version="1.0" encoding="utf-8"?>
<ds:datastoreItem xmlns:ds="http://schemas.openxmlformats.org/officeDocument/2006/customXml" ds:itemID="{11300D8C-1DE0-4C9A-86BB-17269E5D3C65}">
  <ds:schemaRefs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  <ds:schemaRef ds:uri="bcef248d-09fe-4034-af42-7800fb0b4c07"/>
    <ds:schemaRef ds:uri="http://schemas.openxmlformats.org/package/2006/metadata/core-properties"/>
    <ds:schemaRef ds:uri="77fde15d-2397-485e-b73a-86b486d76ed9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92e84ceb-fbfd-47ab-be52-080c6b87953f}" enabled="0" method="" siteId="{92e84ceb-fbfd-47ab-be52-080c6b8795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1945</Words>
  <Application>Microsoft Office PowerPoint</Application>
  <PresentationFormat>Widescreen</PresentationFormat>
  <Paragraphs>602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Aptos</vt:lpstr>
      <vt:lpstr>Aptos Narrow</vt:lpstr>
      <vt:lpstr>Ericsson Hilda</vt:lpstr>
      <vt:lpstr>Ericsson Hilda ExtraBold</vt:lpstr>
      <vt:lpstr>Ericsson Hilda ExtraLight</vt:lpstr>
      <vt:lpstr>Ericsson Hilda Light</vt:lpstr>
      <vt:lpstr>Ericsson Technical Icons</vt:lpstr>
      <vt:lpstr>Wingdings</vt:lpstr>
      <vt:lpstr>PresentationTemplate2025</vt:lpstr>
      <vt:lpstr>1_PresentationTemplate2021</vt:lpstr>
      <vt:lpstr>PowerPoint Presentation</vt:lpstr>
      <vt:lpstr>Executive Summary</vt:lpstr>
      <vt:lpstr>Netcheck Q4 scoring “Best network”. Drive city</vt:lpstr>
      <vt:lpstr>Score breakdown</vt:lpstr>
      <vt:lpstr>KPIs prioritization: gap Vodafone vs EE</vt:lpstr>
      <vt:lpstr>KPIs prioritization: gap Three vs EE</vt:lpstr>
      <vt:lpstr>7 cities analysis  Belfast, Bristol, Cardiff, Edinburgh, London, Leeds and Sheffield </vt:lpstr>
      <vt:lpstr>Completed Call Ratio</vt:lpstr>
      <vt:lpstr>Voice failures per Q/city </vt:lpstr>
      <vt:lpstr>Data failure</vt:lpstr>
      <vt:lpstr>Data failures - FDFS test </vt:lpstr>
      <vt:lpstr>POLQA AVG MOS (Multirab&amp;volte) </vt:lpstr>
      <vt:lpstr>POLQA AVG MOS (WhatsApp) </vt:lpstr>
      <vt:lpstr>POLQA &lt;1.6</vt:lpstr>
      <vt:lpstr>CST </vt:lpstr>
      <vt:lpstr>FDTT DL (7s)</vt:lpstr>
      <vt:lpstr>FDTT UL (7s)</vt:lpstr>
      <vt:lpstr>FDFS DL</vt:lpstr>
      <vt:lpstr>FDFS UL</vt:lpstr>
      <vt:lpstr>Interactivity</vt:lpstr>
      <vt:lpstr>Browsing 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 Rey Fernandez</dc:creator>
  <cp:lastModifiedBy>Jaime Tur</cp:lastModifiedBy>
  <cp:revision>7</cp:revision>
  <dcterms:created xsi:type="dcterms:W3CDTF">2026-01-12T11:19:33Z</dcterms:created>
  <dcterms:modified xsi:type="dcterms:W3CDTF">2026-08-27T11:47:54Z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0x01010093E8D57ECA48EA49A8079FF7BA4D8434</vt:lpwstr>
  </property>
  <property fmtid="{D5CDD505-2E9C-101B-9397-08002B2CF9AE}" pid="3" name="MediaServiceImageTags">
    <vt:lpwstr/>
  </property>
</Properties>
</file>