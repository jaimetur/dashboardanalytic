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customXml/itemProps4.xml" ContentType="application/vnd.openxmlformats-officedocument.customXmlProperties+xml"/>
  <Override PartName="/customXml/itemProps5.xml" ContentType="application/vnd.openxmlformats-officedocument.customXmlProperties+xml"/>
  <Override PartName="/customXml/itemProps6.xml" ContentType="application/vnd.openxmlformats-officedocument.customXmlProperties+xml"/>
  <Override PartName="/customXml/itemProps7.xml" ContentType="application/vnd.openxmlformats-officedocument.customXmlProperties+xml"/>
  <Override PartName="/customXml/itemProps8.xml" ContentType="application/vnd.openxmlformats-officedocument.customXmlProperties+xml"/>
  <Override PartName="/customXml/itemProps9.xml" ContentType="application/vnd.openxmlformats-officedocument.customXmlProperties+xml"/>
  <Override PartName="/customXml/itemProps10.xml" ContentType="application/vnd.openxmlformats-officedocument.customXmlProperties+xml"/>
  <Override PartName="/customXml/itemProps11.xml" ContentType="application/vnd.openxmlformats-officedocument.customXmlProperties+xml"/>
  <Override PartName="/customXml/itemProps12.xml" ContentType="application/vnd.openxmlformats-officedocument.customXmlProperties+xml"/>
  <Override PartName="/customXml/itemProps13.xml" ContentType="application/vnd.openxmlformats-officedocument.customXmlProperties+xml"/>
  <Override PartName="/customXml/itemProps14.xml" ContentType="application/vnd.openxmlformats-officedocument.customXmlProperties+xml"/>
  <Override PartName="/customXml/itemProps15.xml" ContentType="application/vnd.openxmlformats-officedocument.customXmlProperties+xml"/>
  <Override PartName="/customXml/itemProps16.xml" ContentType="application/vnd.openxmlformats-officedocument.customXmlProperties+xml"/>
  <Override PartName="/customXml/itemProps17.xml" ContentType="application/vnd.openxmlformats-officedocument.customXmlProperties+xml"/>
  <Override PartName="/customXml/itemProps18.xml" ContentType="application/vnd.openxmlformats-officedocument.customXmlProperties+xml"/>
  <Override PartName="/customXml/itemProps19.xml" ContentType="application/vnd.openxmlformats-officedocument.customXmlProperties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45.xml" ContentType="application/vnd.openxmlformats-officedocument.presentationml.slideLayout+xml"/>
  <Override PartName="/ppt/slideLayouts/slideLayout46.xml" ContentType="application/vnd.openxmlformats-officedocument.presentationml.slideLayout+xml"/>
  <Override PartName="/ppt/slideLayouts/slideLayout47.xml" ContentType="application/vnd.openxmlformats-officedocument.presentationml.slideLayout+xml"/>
  <Override PartName="/ppt/slideLayouts/slideLayout48.xml" ContentType="application/vnd.openxmlformats-officedocument.presentationml.slideLayout+xml"/>
  <Override PartName="/ppt/slideLayouts/slideLayout49.xml" ContentType="application/vnd.openxmlformats-officedocument.presentationml.slideLayout+xml"/>
  <Override PartName="/ppt/slideLayouts/slideLayout50.xml" ContentType="application/vnd.openxmlformats-officedocument.presentationml.slideLayout+xml"/>
  <Override PartName="/ppt/slideLayouts/slideLayout51.xml" ContentType="application/vnd.openxmlformats-officedocument.presentationml.slideLayout+xml"/>
  <Override PartName="/ppt/slideLayouts/slideLayout52.xml" ContentType="application/vnd.openxmlformats-officedocument.presentationml.slideLayout+xml"/>
  <Override PartName="/ppt/slideLayouts/slideLayout53.xml" ContentType="application/vnd.openxmlformats-officedocument.presentationml.slideLayout+xml"/>
  <Override PartName="/ppt/slideLayouts/slideLayout54.xml" ContentType="application/vnd.openxmlformats-officedocument.presentationml.slideLayout+xml"/>
  <Override PartName="/ppt/slideLayouts/slideLayout55.xml" ContentType="application/vnd.openxmlformats-officedocument.presentationml.slideLayout+xml"/>
  <Override PartName="/ppt/slideLayouts/slideLayout56.xml" ContentType="application/vnd.openxmlformats-officedocument.presentationml.slideLayout+xml"/>
  <Override PartName="/ppt/slideLayouts/slideLayout57.xml" ContentType="application/vnd.openxmlformats-officedocument.presentationml.slideLayout+xml"/>
  <Override PartName="/ppt/slideLayouts/slideLayout58.xml" ContentType="application/vnd.openxmlformats-officedocument.presentationml.slideLayout+xml"/>
  <Override PartName="/ppt/slideLayouts/slideLayout59.xml" ContentType="application/vnd.openxmlformats-officedocument.presentationml.slideLayout+xml"/>
  <Override PartName="/ppt/slideLayouts/slideLayout60.xml" ContentType="application/vnd.openxmlformats-officedocument.presentationml.slideLayout+xml"/>
  <Override PartName="/ppt/slideLayouts/slideLayout61.xml" ContentType="application/vnd.openxmlformats-officedocument.presentationml.slideLayout+xml"/>
  <Override PartName="/ppt/slideLayouts/slideLayout62.xml" ContentType="application/vnd.openxmlformats-officedocument.presentationml.slideLayout+xml"/>
  <Override PartName="/ppt/slideLayouts/slideLayout63.xml" ContentType="application/vnd.openxmlformats-officedocument.presentationml.slideLayout+xml"/>
  <Override PartName="/ppt/slideLayouts/slideLayout64.xml" ContentType="application/vnd.openxmlformats-officedocument.presentationml.slideLayout+xml"/>
  <Override PartName="/ppt/slideLayouts/slideLayout65.xml" ContentType="application/vnd.openxmlformats-officedocument.presentationml.slideLayout+xml"/>
  <Override PartName="/ppt/slideLayouts/slideLayout66.xml" ContentType="application/vnd.openxmlformats-officedocument.presentationml.slideLayout+xml"/>
  <Override PartName="/ppt/slideLayouts/slideLayout67.xml" ContentType="application/vnd.openxmlformats-officedocument.presentationml.slideLayout+xml"/>
  <Override PartName="/ppt/slideLayouts/slideLayout68.xml" ContentType="application/vnd.openxmlformats-officedocument.presentationml.slideLayout+xml"/>
  <Override PartName="/ppt/slideLayouts/slideLayout69.xml" ContentType="application/vnd.openxmlformats-officedocument.presentationml.slideLayout+xml"/>
  <Override PartName="/ppt/slideLayouts/slideLayout70.xml" ContentType="application/vnd.openxmlformats-officedocument.presentationml.slideLayout+xml"/>
  <Override PartName="/ppt/slideLayouts/slideLayout7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tags/tag1.xml" ContentType="application/vnd.openxmlformats-officedocument.presentationml.tags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tags/tag2.xml" ContentType="application/vnd.openxmlformats-officedocument.presentationml.tags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6" Type="http://schemas.microsoft.com/office/2020/02/relationships/classificationlabels" Target="docMetadata/LabelInfo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20"/>
    <p:sldMasterId id="2147483707" r:id="rId21"/>
  </p:sldMasterIdLst>
  <p:notesMasterIdLst>
    <p:notesMasterId r:id="rId44"/>
  </p:notesMasterIdLst>
  <p:sldIdLst>
    <p:sldId id="2147477829" r:id="rId22"/>
    <p:sldId id="2147480012" r:id="rId23"/>
    <p:sldId id="2147480011" r:id="rId24"/>
    <p:sldId id="2147479834" r:id="rId25"/>
    <p:sldId id="2147479835" r:id="rId26"/>
    <p:sldId id="2147479836" r:id="rId27"/>
    <p:sldId id="2147479852" r:id="rId28"/>
    <p:sldId id="2147480017" r:id="rId29"/>
    <p:sldId id="2147480020" r:id="rId30"/>
    <p:sldId id="2147479858" r:id="rId31"/>
    <p:sldId id="2147480018" r:id="rId32"/>
    <p:sldId id="2147480019" r:id="rId33"/>
    <p:sldId id="2147480009" r:id="rId34"/>
    <p:sldId id="2147480021" r:id="rId35"/>
    <p:sldId id="2147479705" r:id="rId36"/>
    <p:sldId id="2147479703" r:id="rId37"/>
    <p:sldId id="2147479698" r:id="rId38"/>
    <p:sldId id="2147479712" r:id="rId39"/>
    <p:sldId id="2147479713" r:id="rId40"/>
    <p:sldId id="2147479854" r:id="rId41"/>
    <p:sldId id="2147479855" r:id="rId42"/>
    <p:sldId id="2147480016" r:id="rId43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3511" autoAdjust="0"/>
    <p:restoredTop sz="94677"/>
  </p:normalViewPr>
  <p:slideViewPr>
    <p:cSldViewPr snapToGrid="0">
      <p:cViewPr varScale="1">
        <p:scale>
          <a:sx n="152" d="100"/>
          <a:sy n="152" d="100"/>
        </p:scale>
        <p:origin x="768" y="10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customXml" Target="../customXml/item13.xml"/><Relationship Id="rId18" Type="http://schemas.openxmlformats.org/officeDocument/2006/relationships/customXml" Target="../customXml/item18.xml"/><Relationship Id="rId26" Type="http://schemas.openxmlformats.org/officeDocument/2006/relationships/slide" Target="slides/slide5.xml"/><Relationship Id="rId39" Type="http://schemas.openxmlformats.org/officeDocument/2006/relationships/slide" Target="slides/slide18.xml"/><Relationship Id="rId21" Type="http://schemas.openxmlformats.org/officeDocument/2006/relationships/slideMaster" Target="slideMasters/slideMaster2.xml"/><Relationship Id="rId34" Type="http://schemas.openxmlformats.org/officeDocument/2006/relationships/slide" Target="slides/slide13.xml"/><Relationship Id="rId42" Type="http://schemas.openxmlformats.org/officeDocument/2006/relationships/slide" Target="slides/slide21.xml"/><Relationship Id="rId47" Type="http://schemas.openxmlformats.org/officeDocument/2006/relationships/theme" Target="theme/theme1.xml"/><Relationship Id="rId7" Type="http://schemas.openxmlformats.org/officeDocument/2006/relationships/customXml" Target="../customXml/item7.xml"/><Relationship Id="rId2" Type="http://schemas.openxmlformats.org/officeDocument/2006/relationships/customXml" Target="../customXml/item2.xml"/><Relationship Id="rId16" Type="http://schemas.openxmlformats.org/officeDocument/2006/relationships/customXml" Target="../customXml/item16.xml"/><Relationship Id="rId29" Type="http://schemas.openxmlformats.org/officeDocument/2006/relationships/slide" Target="slides/slide8.xml"/><Relationship Id="rId1" Type="http://schemas.openxmlformats.org/officeDocument/2006/relationships/customXml" Target="../customXml/item1.xml"/><Relationship Id="rId6" Type="http://schemas.openxmlformats.org/officeDocument/2006/relationships/customXml" Target="../customXml/item6.xml"/><Relationship Id="rId11" Type="http://schemas.openxmlformats.org/officeDocument/2006/relationships/customXml" Target="../customXml/item11.xml"/><Relationship Id="rId24" Type="http://schemas.openxmlformats.org/officeDocument/2006/relationships/slide" Target="slides/slide3.xml"/><Relationship Id="rId32" Type="http://schemas.openxmlformats.org/officeDocument/2006/relationships/slide" Target="slides/slide11.xml"/><Relationship Id="rId37" Type="http://schemas.openxmlformats.org/officeDocument/2006/relationships/slide" Target="slides/slide16.xml"/><Relationship Id="rId40" Type="http://schemas.openxmlformats.org/officeDocument/2006/relationships/slide" Target="slides/slide19.xml"/><Relationship Id="rId45" Type="http://schemas.openxmlformats.org/officeDocument/2006/relationships/presProps" Target="presProps.xml"/><Relationship Id="rId5" Type="http://schemas.openxmlformats.org/officeDocument/2006/relationships/customXml" Target="../customXml/item5.xml"/><Relationship Id="rId15" Type="http://schemas.openxmlformats.org/officeDocument/2006/relationships/customXml" Target="../customXml/item15.xml"/><Relationship Id="rId23" Type="http://schemas.openxmlformats.org/officeDocument/2006/relationships/slide" Target="slides/slide2.xml"/><Relationship Id="rId28" Type="http://schemas.openxmlformats.org/officeDocument/2006/relationships/slide" Target="slides/slide7.xml"/><Relationship Id="rId36" Type="http://schemas.openxmlformats.org/officeDocument/2006/relationships/slide" Target="slides/slide15.xml"/><Relationship Id="rId10" Type="http://schemas.openxmlformats.org/officeDocument/2006/relationships/customXml" Target="../customXml/item10.xml"/><Relationship Id="rId19" Type="http://schemas.openxmlformats.org/officeDocument/2006/relationships/customXml" Target="../customXml/item19.xml"/><Relationship Id="rId31" Type="http://schemas.openxmlformats.org/officeDocument/2006/relationships/slide" Target="slides/slide10.xml"/><Relationship Id="rId44" Type="http://schemas.openxmlformats.org/officeDocument/2006/relationships/notesMaster" Target="notesMasters/notesMaster1.xml"/><Relationship Id="rId4" Type="http://schemas.openxmlformats.org/officeDocument/2006/relationships/customXml" Target="../customXml/item4.xml"/><Relationship Id="rId9" Type="http://schemas.openxmlformats.org/officeDocument/2006/relationships/customXml" Target="../customXml/item9.xml"/><Relationship Id="rId14" Type="http://schemas.openxmlformats.org/officeDocument/2006/relationships/customXml" Target="../customXml/item14.xml"/><Relationship Id="rId22" Type="http://schemas.openxmlformats.org/officeDocument/2006/relationships/slide" Target="slides/slide1.xml"/><Relationship Id="rId27" Type="http://schemas.openxmlformats.org/officeDocument/2006/relationships/slide" Target="slides/slide6.xml"/><Relationship Id="rId30" Type="http://schemas.openxmlformats.org/officeDocument/2006/relationships/slide" Target="slides/slide9.xml"/><Relationship Id="rId35" Type="http://schemas.openxmlformats.org/officeDocument/2006/relationships/slide" Target="slides/slide14.xml"/><Relationship Id="rId43" Type="http://schemas.openxmlformats.org/officeDocument/2006/relationships/slide" Target="slides/slide22.xml"/><Relationship Id="rId48" Type="http://schemas.openxmlformats.org/officeDocument/2006/relationships/tableStyles" Target="tableStyles.xml"/><Relationship Id="rId8" Type="http://schemas.openxmlformats.org/officeDocument/2006/relationships/customXml" Target="../customXml/item8.xml"/><Relationship Id="rId3" Type="http://schemas.openxmlformats.org/officeDocument/2006/relationships/customXml" Target="../customXml/item3.xml"/><Relationship Id="rId12" Type="http://schemas.openxmlformats.org/officeDocument/2006/relationships/customXml" Target="../customXml/item12.xml"/><Relationship Id="rId17" Type="http://schemas.openxmlformats.org/officeDocument/2006/relationships/customXml" Target="../customXml/item17.xml"/><Relationship Id="rId25" Type="http://schemas.openxmlformats.org/officeDocument/2006/relationships/slide" Target="slides/slide4.xml"/><Relationship Id="rId33" Type="http://schemas.openxmlformats.org/officeDocument/2006/relationships/slide" Target="slides/slide12.xml"/><Relationship Id="rId38" Type="http://schemas.openxmlformats.org/officeDocument/2006/relationships/slide" Target="slides/slide17.xml"/><Relationship Id="rId46" Type="http://schemas.openxmlformats.org/officeDocument/2006/relationships/viewProps" Target="viewProps.xml"/><Relationship Id="rId20" Type="http://schemas.openxmlformats.org/officeDocument/2006/relationships/slideMaster" Target="slideMasters/slideMaster1.xml"/><Relationship Id="rId41" Type="http://schemas.openxmlformats.org/officeDocument/2006/relationships/slide" Target="slides/slide20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6B6DF60-6159-4558-8D07-00E18A77A544}" type="datetimeFigureOut">
              <a:rPr lang="en-US" smtClean="0"/>
              <a:t>8/27/2026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FB0E5E0-7946-4FB1-A297-6AB0FA3AA7F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6070241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Angelo</a:t>
            </a:r>
          </a:p>
        </p:txBody>
      </p:sp>
      <p:sp>
        <p:nvSpPr>
          <p:cNvPr id="4" name="Header Placeholder 3"/>
          <p:cNvSpPr>
            <a:spLocks noGrp="1"/>
          </p:cNvSpPr>
          <p:nvPr>
            <p:ph type="hdr" sz="quarter"/>
          </p:nvPr>
        </p:nvSpPr>
        <p:spPr/>
        <p:txBody>
          <a:bodyPr/>
          <a:lstStyle/>
          <a:p>
            <a:pPr marL="0" marR="0" lvl="0" indent="0" algn="l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2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  <a:latin typeface="Ericsson Hilda Light" panose="00000400000000000000" pitchFamily="2" charset="0"/>
            </a:endParaRPr>
          </a:p>
        </p:txBody>
      </p:sp>
      <p:sp>
        <p:nvSpPr>
          <p:cNvPr id="5" name="Date Placeholder 4"/>
          <p:cNvSpPr>
            <a:spLocks noGrp="1"/>
          </p:cNvSpPr>
          <p:nvPr>
            <p:ph type="dt" idx="1"/>
          </p:nvPr>
        </p:nvSpPr>
        <p:spPr/>
        <p:txBody>
          <a:bodyPr/>
          <a:lstStyle/>
          <a:p>
            <a:pPr marL="0" marR="0" lvl="0" indent="0" algn="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0" cap="none" spc="0" normalizeH="0" baseline="0" noProof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  <a:latin typeface="Ericsson Hilda Light" panose="00000400000000000000" pitchFamily="2" charset="0"/>
              </a:rPr>
              <a:t> 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pPr marL="0" marR="0" lvl="0" indent="0" algn="l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2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  <a:latin typeface="Ericsson Hilda Light" panose="00000400000000000000" pitchFamily="2" charset="0"/>
            </a:endParaRP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949BC75-2359-4F98-918A-7033C92AD487}" type="slidenum">
              <a:rPr kumimoji="0" lang="en-US" sz="1200" b="0" i="0" u="none" strike="noStrike" kern="0" cap="none" spc="0" normalizeH="0" baseline="0" noProof="0" smtClean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  <a:latin typeface="Ericsson Hilda Light" panose="00000400000000000000" pitchFamily="2" charset="0"/>
              </a:rPr>
              <a:pPr marL="0" marR="0" lvl="0" indent="0" algn="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</a:t>
            </a:fld>
            <a:endParaRPr kumimoji="0" lang="en-US" sz="12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  <a:latin typeface="Ericsson Hilda Light" panose="000004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470243576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F148CCD-F068-B69C-AEEE-F49ADCCD4DC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294BEFB-40E1-897E-8C48-8394965191C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A0EB865-F19D-FC74-9FF1-9B3E606F132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Header Placeholder 3">
            <a:extLst>
              <a:ext uri="{FF2B5EF4-FFF2-40B4-BE49-F238E27FC236}">
                <a16:creationId xmlns:a16="http://schemas.microsoft.com/office/drawing/2014/main" id="{53EA5571-D165-F53F-1D34-96ED4F4C55F2}"/>
              </a:ext>
            </a:extLst>
          </p:cNvPr>
          <p:cNvSpPr>
            <a:spLocks noGrp="1"/>
          </p:cNvSpPr>
          <p:nvPr>
            <p:ph type="hdr" sz="quarter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3146EDF-E4C2-0231-7FC0-CFBD1383AE3C}"/>
              </a:ext>
            </a:extLst>
          </p:cNvPr>
          <p:cNvSpPr>
            <a:spLocks noGrp="1"/>
          </p:cNvSpPr>
          <p:nvPr>
            <p:ph type="dt" idx="1"/>
          </p:nvPr>
        </p:nvSpPr>
        <p:spPr/>
        <p:txBody>
          <a:bodyPr/>
          <a:lstStyle/>
          <a:p>
            <a:r>
              <a:rPr lang="en-US"/>
              <a:t> 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8D9BE2C-0869-32BC-B262-55DD753C58CA}"/>
              </a:ext>
            </a:extLst>
          </p:cNvPr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765A606-1B3B-B15B-C868-4ECE04AF6AB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949BC75-2359-4F98-918A-7033C92AD487}" type="slidenum">
              <a:rPr lang="en-US" smtClean="0"/>
              <a:pPr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94719513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518CEB5-1B9C-16C4-B7D1-D4754D0C6A2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10775B0-5401-B7DA-5A20-BF5F9F09CF7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E612BB5-1E75-474B-D268-71043752B0A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Header Placeholder 3">
            <a:extLst>
              <a:ext uri="{FF2B5EF4-FFF2-40B4-BE49-F238E27FC236}">
                <a16:creationId xmlns:a16="http://schemas.microsoft.com/office/drawing/2014/main" id="{27E2E5A7-A729-73EC-1A95-74BC070C5942}"/>
              </a:ext>
            </a:extLst>
          </p:cNvPr>
          <p:cNvSpPr>
            <a:spLocks noGrp="1"/>
          </p:cNvSpPr>
          <p:nvPr>
            <p:ph type="hdr" sz="quarter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FB5C9AB-DF57-2FFE-ACC0-1456D8668EF7}"/>
              </a:ext>
            </a:extLst>
          </p:cNvPr>
          <p:cNvSpPr>
            <a:spLocks noGrp="1"/>
          </p:cNvSpPr>
          <p:nvPr>
            <p:ph type="dt" idx="1"/>
          </p:nvPr>
        </p:nvSpPr>
        <p:spPr/>
        <p:txBody>
          <a:bodyPr/>
          <a:lstStyle/>
          <a:p>
            <a:r>
              <a:rPr lang="en-US"/>
              <a:t> 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F014B2D-06BD-4E36-22DF-7EEC67909A74}"/>
              </a:ext>
            </a:extLst>
          </p:cNvPr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46BE301-E847-4264-9EE5-E1FC430B85D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949BC75-2359-4F98-918A-7033C92AD487}" type="slidenum">
              <a:rPr lang="en-US" smtClean="0"/>
              <a:pPr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8654028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emf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emf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emf"/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emf"/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emf"/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emf"/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emf"/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emf"/><Relationship Id="rId1" Type="http://schemas.openxmlformats.org/officeDocument/2006/relationships/slideMaster" Target="../slideMasters/slideMaster1.xm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emf"/><Relationship Id="rId1" Type="http://schemas.openxmlformats.org/officeDocument/2006/relationships/slideMaster" Target="../slideMasters/slideMaster1.xml"/></Relationships>
</file>

<file path=ppt/slideLayouts/_rels/slideLayout2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emf"/><Relationship Id="rId1" Type="http://schemas.openxmlformats.org/officeDocument/2006/relationships/slideMaster" Target="../slideMasters/slideMaster1.xml"/></Relationships>
</file>

<file path=ppt/slideLayouts/_rels/slideLayout2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emf"/><Relationship Id="rId1" Type="http://schemas.openxmlformats.org/officeDocument/2006/relationships/slideMaster" Target="../slideMasters/slideMaster1.xml"/></Relationships>
</file>

<file path=ppt/slideLayouts/_rels/slideLayout3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emf"/><Relationship Id="rId1" Type="http://schemas.openxmlformats.org/officeDocument/2006/relationships/slideMaster" Target="../slideMasters/slideMaster1.xml"/></Relationships>
</file>

<file path=ppt/slideLayouts/_rels/slideLayout3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emf"/><Relationship Id="rId1" Type="http://schemas.openxmlformats.org/officeDocument/2006/relationships/slideMaster" Target="../slideMasters/slideMaster1.xml"/></Relationships>
</file>

<file path=ppt/slideLayouts/_rels/slideLayout3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emf"/><Relationship Id="rId1" Type="http://schemas.openxmlformats.org/officeDocument/2006/relationships/slideMaster" Target="../slideMasters/slideMaster1.xml"/></Relationships>
</file>

<file path=ppt/slideLayouts/_rels/slideLayout3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emf"/><Relationship Id="rId1" Type="http://schemas.openxmlformats.org/officeDocument/2006/relationships/slideMaster" Target="../slideMasters/slideMaster1.xml"/></Relationships>
</file>

<file path=ppt/slideLayouts/_rels/slideLayout3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emf"/><Relationship Id="rId1" Type="http://schemas.openxmlformats.org/officeDocument/2006/relationships/slideMaster" Target="../slideMasters/slideMaster1.xml"/></Relationships>
</file>

<file path=ppt/slideLayouts/_rels/slideLayout4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emf"/><Relationship Id="rId1" Type="http://schemas.openxmlformats.org/officeDocument/2006/relationships/slideMaster" Target="../slideMasters/slideMaster1.xml"/></Relationships>
</file>

<file path=ppt/slideLayouts/_rels/slideLayout4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emf"/><Relationship Id="rId1" Type="http://schemas.openxmlformats.org/officeDocument/2006/relationships/slideMaster" Target="../slideMasters/slideMaster1.xml"/></Relationships>
</file>

<file path=ppt/slideLayouts/_rels/slideLayout4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emf"/><Relationship Id="rId1" Type="http://schemas.openxmlformats.org/officeDocument/2006/relationships/slideMaster" Target="../slideMasters/slideMaster1.xml"/></Relationships>
</file>

<file path=ppt/slideLayouts/_rels/slideLayout4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emf"/><Relationship Id="rId1" Type="http://schemas.openxmlformats.org/officeDocument/2006/relationships/slideMaster" Target="../slideMasters/slideMaster1.xml"/></Relationships>
</file>

<file path=ppt/slideLayouts/_rels/slideLayout4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emf"/><Relationship Id="rId1" Type="http://schemas.openxmlformats.org/officeDocument/2006/relationships/slideMaster" Target="../slideMasters/slideMaster1.xml"/></Relationships>
</file>

<file path=ppt/slideLayouts/_rels/slideLayout5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emf"/><Relationship Id="rId1" Type="http://schemas.openxmlformats.org/officeDocument/2006/relationships/slideMaster" Target="../slideMasters/slideMaster1.xml"/></Relationships>
</file>

<file path=ppt/slideLayouts/_rels/slideLayout5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svg"/><Relationship Id="rId1" Type="http://schemas.openxmlformats.org/officeDocument/2006/relationships/slideMaster" Target="../slideMasters/slideMaster2.xml"/></Relationships>
</file>

<file path=ppt/slideLayouts/_rels/slideLayout5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svg"/><Relationship Id="rId1" Type="http://schemas.openxmlformats.org/officeDocument/2006/relationships/slideMaster" Target="../slideMasters/slideMaster2.xml"/></Relationships>
</file>

<file path=ppt/slideLayouts/_rels/slideLayout6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svg"/><Relationship Id="rId1" Type="http://schemas.openxmlformats.org/officeDocument/2006/relationships/slideMaster" Target="../slideMasters/slideMaster2.xml"/></Relationships>
</file>

<file path=ppt/slideLayouts/_rels/slideLayout6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7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7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P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31" name="Title_TM"/>
          <p:cNvSpPr>
            <a:spLocks noGrp="1" noChangeArrowheads="1"/>
          </p:cNvSpPr>
          <p:nvPr>
            <p:ph type="ctrTitle" hasCustomPrompt="1"/>
          </p:nvPr>
        </p:nvSpPr>
        <p:spPr>
          <a:xfrm>
            <a:off x="479425" y="476250"/>
            <a:ext cx="8353426" cy="3457576"/>
          </a:xfrm>
        </p:spPr>
        <p:txBody>
          <a:bodyPr/>
          <a:lstStyle>
            <a:lvl1pPr>
              <a:lnSpc>
                <a:spcPct val="85000"/>
              </a:lnSpc>
              <a:defRPr sz="8000" b="0" kern="1400" spc="-160" baseline="0">
                <a:solidFill>
                  <a:schemeClr val="tx1"/>
                </a:solidFill>
                <a:latin typeface="+mj-lt"/>
              </a:defRPr>
            </a:lvl1pPr>
          </a:lstStyle>
          <a:p>
            <a:r>
              <a:rPr lang="en-US"/>
              <a:t>Title/cover page,   Ericsson Hilda Light 80pt, max 3-lines</a:t>
            </a:r>
          </a:p>
        </p:txBody>
      </p:sp>
      <p:sp>
        <p:nvSpPr>
          <p:cNvPr id="22530" name="SubTitle_TM"/>
          <p:cNvSpPr>
            <a:spLocks noGrp="1" noChangeArrowheads="1"/>
          </p:cNvSpPr>
          <p:nvPr>
            <p:ph type="subTitle" idx="1" hasCustomPrompt="1"/>
          </p:nvPr>
        </p:nvSpPr>
        <p:spPr>
          <a:xfrm>
            <a:off x="479425" y="4149725"/>
            <a:ext cx="5472114" cy="2087563"/>
          </a:xfrm>
          <a:prstGeom prst="rect">
            <a:avLst/>
          </a:prstGeom>
        </p:spPr>
        <p:txBody>
          <a:bodyPr lIns="72000" anchor="t"/>
          <a:lstStyle>
            <a:lvl1pPr marL="0" indent="0">
              <a:lnSpc>
                <a:spcPct val="100000"/>
              </a:lnSpc>
              <a:spcBef>
                <a:spcPts val="0"/>
              </a:spcBef>
              <a:buFont typeface="Ericsson Hilda Light" charset="0"/>
              <a:buNone/>
              <a:defRPr sz="2000" baseline="0">
                <a:solidFill>
                  <a:schemeClr val="tx1"/>
                </a:solidFill>
                <a:latin typeface="+mn-lt"/>
              </a:defRPr>
            </a:lvl1pPr>
          </a:lstStyle>
          <a:p>
            <a:r>
              <a:rPr lang="en-US"/>
              <a:t>Description/subtitle/speaker…</a:t>
            </a:r>
            <a:br>
              <a:rPr lang="en-US"/>
            </a:br>
            <a:r>
              <a:rPr lang="en-US"/>
              <a:t>Ericsson Hilda Black 20pt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quarter" idx="10" hasCustomPrompt="1"/>
          </p:nvPr>
        </p:nvSpPr>
        <p:spPr>
          <a:xfrm>
            <a:off x="6240463" y="6264000"/>
            <a:ext cx="1910479" cy="262800"/>
          </a:xfrm>
          <a:prstGeom prst="rect">
            <a:avLst/>
          </a:prstGeom>
        </p:spPr>
        <p:txBody>
          <a:bodyPr wrap="none" tIns="0" bIns="0" anchor="ctr" anchorCtr="0"/>
          <a:lstStyle>
            <a:lvl1pPr marL="0" indent="0" algn="r">
              <a:buNone/>
              <a:defRPr sz="1200">
                <a:solidFill>
                  <a:schemeClr val="tx1"/>
                </a:solidFill>
                <a:latin typeface="+mn-lt"/>
              </a:defRPr>
            </a:lvl1pPr>
          </a:lstStyle>
          <a:p>
            <a:r>
              <a:rPr lang="en-US"/>
              <a:t>Speaker name</a:t>
            </a:r>
          </a:p>
        </p:txBody>
      </p:sp>
      <p:sp>
        <p:nvSpPr>
          <p:cNvPr id="12" name="Content Placeholder 11"/>
          <p:cNvSpPr>
            <a:spLocks noGrp="1"/>
          </p:cNvSpPr>
          <p:nvPr>
            <p:ph sz="quarter" idx="11" hasCustomPrompt="1"/>
          </p:nvPr>
        </p:nvSpPr>
        <p:spPr>
          <a:xfrm>
            <a:off x="8229600" y="6264000"/>
            <a:ext cx="2515041" cy="2628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tIns="0" rIns="0" bIns="0" anchor="ctr" anchorCtr="0"/>
          <a:lstStyle>
            <a:lvl1pPr marL="0" indent="0" algn="ctr">
              <a:buNone/>
              <a:defRPr lang="en-US" sz="1200" dirty="0">
                <a:solidFill>
                  <a:schemeClr val="tx1"/>
                </a:solidFill>
                <a:latin typeface="+mn-lt"/>
              </a:defRPr>
            </a:lvl1pPr>
          </a:lstStyle>
          <a:p>
            <a:r>
              <a:rPr lang="en-US"/>
              <a:t>Organization</a:t>
            </a:r>
          </a:p>
        </p:txBody>
      </p:sp>
      <p:sp>
        <p:nvSpPr>
          <p:cNvPr id="15" name="Content Placeholder 11"/>
          <p:cNvSpPr>
            <a:spLocks noGrp="1"/>
          </p:cNvSpPr>
          <p:nvPr>
            <p:ph sz="quarter" idx="12" hasCustomPrompt="1"/>
          </p:nvPr>
        </p:nvSpPr>
        <p:spPr>
          <a:xfrm>
            <a:off x="10811951" y="6264000"/>
            <a:ext cx="897503" cy="2628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 tIns="0" rIns="0" bIns="0" anchor="ctr" anchorCtr="0"/>
          <a:lstStyle>
            <a:lvl1pPr marL="0" indent="0" algn="ctr">
              <a:buNone/>
              <a:defRPr lang="en-US" sz="1200" dirty="0">
                <a:solidFill>
                  <a:schemeClr val="tx1"/>
                </a:solidFill>
                <a:latin typeface="+mn-lt"/>
              </a:defRPr>
            </a:lvl1pPr>
          </a:lstStyle>
          <a:p>
            <a:pPr lvl="0"/>
            <a:r>
              <a:rPr lang="en-US"/>
              <a:t>YYYY-MM-DD</a:t>
            </a:r>
          </a:p>
        </p:txBody>
      </p:sp>
      <p:sp>
        <p:nvSpPr>
          <p:cNvPr id="9" name="txtfooterCopy" descr="{&#10; &quot;SkabelonDesign&quot;: {&#10; &quot;textualValue&quot;: &quot;&lt;key1/&gt;&quot;,&#10; &quot;bindingCollection&quot;: {&#10; &quot;key1&quot;: {&quot;SkabelonDesign&quot;:{&quot;type&quot;:&quot;Text&quot;,&quot;binding&quot;:&quot;Module.FooterText&quot;}}&#10; }&#10; }&#10;}">
            <a:extLst>
              <a:ext uri="{FF2B5EF4-FFF2-40B4-BE49-F238E27FC236}">
                <a16:creationId xmlns:a16="http://schemas.microsoft.com/office/drawing/2014/main" id="{72C1EE1F-EF94-4EBA-A010-8BC3D2F38C39}"/>
              </a:ext>
            </a:extLst>
          </p:cNvPr>
          <p:cNvSpPr txBox="1"/>
          <p:nvPr userDrawn="1"/>
        </p:nvSpPr>
        <p:spPr>
          <a:xfrm>
            <a:off x="421638" y="6524625"/>
            <a:ext cx="65" cy="123111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marL="0" indent="0" algn="l">
              <a:buFontTx/>
              <a:buNone/>
            </a:pPr>
            <a:endParaRPr lang="en-US" sz="800" b="0" i="0" u="none">
              <a:solidFill>
                <a:schemeClr val="tx1"/>
              </a:solidFill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3282108456"/>
      </p:ext>
    </p:extLst>
  </p:cSld>
  <p:clrMapOvr>
    <a:masterClrMapping/>
  </p:clrMapOvr>
  <p:hf sldNum="0" hdr="0" ftr="0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Black Title Page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Background">
            <a:extLst>
              <a:ext uri="{FF2B5EF4-FFF2-40B4-BE49-F238E27FC236}">
                <a16:creationId xmlns:a16="http://schemas.microsoft.com/office/drawing/2014/main" id="{A103FF1A-D345-1C56-590F-D823A889B028}"/>
              </a:ext>
            </a:extLst>
          </p:cNvPr>
          <p:cNvSpPr/>
          <p:nvPr userDrawn="1"/>
        </p:nvSpPr>
        <p:spPr bwMode="auto">
          <a:xfrm>
            <a:off x="0" y="0"/>
            <a:ext cx="12192000" cy="6858000"/>
          </a:xfrm>
          <a:prstGeom prst="rect">
            <a:avLst/>
          </a:prstGeom>
          <a:solidFill>
            <a:schemeClr val="bg2">
              <a:alpha val="0"/>
            </a:schemeClr>
          </a:solidFill>
          <a:ln w="1270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rot="0" spcFirstLastPara="0" vertOverflow="overflow" horzOverflow="overflow" vert="horz" wrap="square" lIns="72000" tIns="36000" rIns="73152" bIns="36576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marL="180000" indent="-180000" algn="l">
              <a:spcBef>
                <a:spcPts val="800"/>
              </a:spcBef>
              <a:buFont typeface="Ericsson Hilda" panose="00000500000000000000" pitchFamily="2" charset="0"/>
              <a:buChar char="●"/>
            </a:pPr>
            <a:endParaRPr lang="en-US">
              <a:solidFill>
                <a:schemeClr val="bg1"/>
              </a:solidFill>
              <a:latin typeface="+mn-lt"/>
            </a:endParaRPr>
          </a:p>
        </p:txBody>
      </p:sp>
      <p:sp>
        <p:nvSpPr>
          <p:cNvPr id="22531" name="Title_TM"/>
          <p:cNvSpPr>
            <a:spLocks noGrp="1" noChangeArrowheads="1"/>
          </p:cNvSpPr>
          <p:nvPr>
            <p:ph type="ctrTitle" hasCustomPrompt="1"/>
          </p:nvPr>
        </p:nvSpPr>
        <p:spPr>
          <a:xfrm>
            <a:off x="479425" y="476250"/>
            <a:ext cx="8353426" cy="3457576"/>
          </a:xfrm>
        </p:spPr>
        <p:txBody>
          <a:bodyPr/>
          <a:lstStyle>
            <a:lvl1pPr>
              <a:lnSpc>
                <a:spcPct val="85000"/>
              </a:lnSpc>
              <a:defRPr sz="8000" b="0" kern="1400" spc="-160" baseline="0">
                <a:solidFill>
                  <a:schemeClr val="tx1"/>
                </a:solidFill>
                <a:latin typeface="+mj-lt"/>
              </a:defRPr>
            </a:lvl1pPr>
          </a:lstStyle>
          <a:p>
            <a:r>
              <a:rPr lang="en-US"/>
              <a:t>Title/cover page,   Ericsson Hilda Light 80pt, max 3-lines</a:t>
            </a:r>
          </a:p>
        </p:txBody>
      </p:sp>
      <p:sp>
        <p:nvSpPr>
          <p:cNvPr id="22530" name="SubTitle_TM"/>
          <p:cNvSpPr>
            <a:spLocks noGrp="1" noChangeArrowheads="1"/>
          </p:cNvSpPr>
          <p:nvPr>
            <p:ph type="subTitle" idx="1" hasCustomPrompt="1"/>
          </p:nvPr>
        </p:nvSpPr>
        <p:spPr>
          <a:xfrm>
            <a:off x="479425" y="4149725"/>
            <a:ext cx="5472114" cy="2087563"/>
          </a:xfrm>
          <a:prstGeom prst="rect">
            <a:avLst/>
          </a:prstGeom>
        </p:spPr>
        <p:txBody>
          <a:bodyPr lIns="72000" anchor="t"/>
          <a:lstStyle>
            <a:lvl1pPr marL="0" indent="0">
              <a:lnSpc>
                <a:spcPct val="100000"/>
              </a:lnSpc>
              <a:spcBef>
                <a:spcPts val="0"/>
              </a:spcBef>
              <a:buFont typeface="Ericsson Hilda Light" charset="0"/>
              <a:buNone/>
              <a:defRPr sz="2000" baseline="0">
                <a:solidFill>
                  <a:schemeClr val="tx1"/>
                </a:solidFill>
                <a:latin typeface="+mn-lt"/>
              </a:defRPr>
            </a:lvl1pPr>
          </a:lstStyle>
          <a:p>
            <a:r>
              <a:rPr lang="en-US"/>
              <a:t>Description/subtitle/speaker…</a:t>
            </a:r>
            <a:br>
              <a:rPr lang="en-US"/>
            </a:br>
            <a:r>
              <a:rPr lang="en-US"/>
              <a:t>Ericsson Hilda Black 20pt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quarter" idx="10" hasCustomPrompt="1"/>
          </p:nvPr>
        </p:nvSpPr>
        <p:spPr>
          <a:xfrm>
            <a:off x="6240463" y="6264000"/>
            <a:ext cx="1910479" cy="262800"/>
          </a:xfrm>
          <a:prstGeom prst="rect">
            <a:avLst/>
          </a:prstGeom>
        </p:spPr>
        <p:txBody>
          <a:bodyPr wrap="none" tIns="0" bIns="0" anchor="ctr" anchorCtr="0"/>
          <a:lstStyle>
            <a:lvl1pPr marL="0" indent="0" algn="r">
              <a:buNone/>
              <a:defRPr sz="1200">
                <a:solidFill>
                  <a:schemeClr val="tx1"/>
                </a:solidFill>
                <a:latin typeface="+mn-lt"/>
              </a:defRPr>
            </a:lvl1pPr>
          </a:lstStyle>
          <a:p>
            <a:r>
              <a:rPr lang="en-US"/>
              <a:t>Speaker name</a:t>
            </a:r>
          </a:p>
        </p:txBody>
      </p:sp>
      <p:sp>
        <p:nvSpPr>
          <p:cNvPr id="12" name="Content Placeholder 11"/>
          <p:cNvSpPr>
            <a:spLocks noGrp="1"/>
          </p:cNvSpPr>
          <p:nvPr>
            <p:ph sz="quarter" idx="11" hasCustomPrompt="1"/>
          </p:nvPr>
        </p:nvSpPr>
        <p:spPr>
          <a:xfrm>
            <a:off x="8229600" y="6264000"/>
            <a:ext cx="2515041" cy="2628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tIns="0" rIns="0" bIns="0" anchor="ctr" anchorCtr="0"/>
          <a:lstStyle>
            <a:lvl1pPr marL="0" indent="0" algn="ctr">
              <a:buNone/>
              <a:defRPr lang="en-US" sz="1200" dirty="0">
                <a:solidFill>
                  <a:schemeClr val="tx1"/>
                </a:solidFill>
                <a:latin typeface="+mn-lt"/>
              </a:defRPr>
            </a:lvl1pPr>
          </a:lstStyle>
          <a:p>
            <a:r>
              <a:rPr lang="en-US"/>
              <a:t>Organization</a:t>
            </a:r>
          </a:p>
        </p:txBody>
      </p:sp>
      <p:sp>
        <p:nvSpPr>
          <p:cNvPr id="15" name="Content Placeholder 11"/>
          <p:cNvSpPr>
            <a:spLocks noGrp="1"/>
          </p:cNvSpPr>
          <p:nvPr>
            <p:ph sz="quarter" idx="12" hasCustomPrompt="1"/>
          </p:nvPr>
        </p:nvSpPr>
        <p:spPr>
          <a:xfrm>
            <a:off x="10811951" y="6264000"/>
            <a:ext cx="897503" cy="2628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 tIns="0" rIns="0" bIns="0" anchor="ctr" anchorCtr="0"/>
          <a:lstStyle>
            <a:lvl1pPr marL="0" indent="0" algn="ctr">
              <a:buNone/>
              <a:defRPr lang="en-US" sz="1200" dirty="0">
                <a:solidFill>
                  <a:schemeClr val="tx1"/>
                </a:solidFill>
                <a:latin typeface="+mn-lt"/>
              </a:defRPr>
            </a:lvl1pPr>
          </a:lstStyle>
          <a:p>
            <a:pPr lvl="0"/>
            <a:r>
              <a:rPr lang="en-US"/>
              <a:t>YYYY-MM-DD</a:t>
            </a:r>
          </a:p>
        </p:txBody>
      </p:sp>
      <p:sp>
        <p:nvSpPr>
          <p:cNvPr id="9" name="txtfooterCopy" descr="{&#10; &quot;SkabelonDesign&quot;: {&#10; &quot;textualValue&quot;: &quot;&lt;key1/&gt;&quot;,&#10; &quot;bindingCollection&quot;: {&#10; &quot;key1&quot;: {&quot;SkabelonDesign&quot;:{&quot;type&quot;:&quot;Text&quot;,&quot;binding&quot;:&quot;Module.FooterText&quot;}}&#10; }&#10; }&#10;}">
            <a:extLst>
              <a:ext uri="{FF2B5EF4-FFF2-40B4-BE49-F238E27FC236}">
                <a16:creationId xmlns:a16="http://schemas.microsoft.com/office/drawing/2014/main" id="{72C1EE1F-EF94-4EBA-A010-8BC3D2F38C39}"/>
              </a:ext>
            </a:extLst>
          </p:cNvPr>
          <p:cNvSpPr txBox="1"/>
          <p:nvPr userDrawn="1"/>
        </p:nvSpPr>
        <p:spPr>
          <a:xfrm>
            <a:off x="421638" y="6524625"/>
            <a:ext cx="65" cy="123111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marL="0" indent="0" algn="l">
              <a:buFontTx/>
              <a:buNone/>
            </a:pPr>
            <a:endParaRPr lang="en-US" sz="800" b="0" i="0" u="none">
              <a:solidFill>
                <a:schemeClr val="tx1"/>
              </a:solidFill>
              <a:latin typeface="+mn-lt"/>
            </a:endParaRPr>
          </a:p>
        </p:txBody>
      </p:sp>
      <p:pic>
        <p:nvPicPr>
          <p:cNvPr id="2" name="Logo">
            <a:extLst>
              <a:ext uri="{FF2B5EF4-FFF2-40B4-BE49-F238E27FC236}">
                <a16:creationId xmlns:a16="http://schemas.microsoft.com/office/drawing/2014/main" id="{0EAB151C-EA5D-17DC-B535-00FFB9FD8193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379841" y="429421"/>
            <a:ext cx="482228" cy="48243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89275224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hf sldNum="0" hdr="0" ftr="0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1 column + Commen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_SM"/>
          <p:cNvSpPr>
            <a:spLocks noGrp="1" noChangeArrowheads="1"/>
          </p:cNvSpPr>
          <p:nvPr>
            <p:ph type="title" hasCustomPrompt="1"/>
          </p:nvPr>
        </p:nvSpPr>
        <p:spPr bwMode="auto">
          <a:xfrm>
            <a:off x="479425" y="476250"/>
            <a:ext cx="10521950" cy="10810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72000" tIns="36000" rIns="73152" bIns="36576" numCol="1" anchor="t" anchorCtr="0" compatLnSpc="1">
            <a:prstTxWarp prst="textNoShape">
              <a:avLst/>
            </a:prstTxWarp>
            <a:noAutofit/>
          </a:bodyPr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Use this layout for document slides when you need space for a long heading and big content area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10CFEFC-6AC8-4817-A0D3-6029D48BD293}"/>
              </a:ext>
            </a:extLst>
          </p:cNvPr>
          <p:cNvSpPr>
            <a:spLocks noGrp="1"/>
          </p:cNvSpPr>
          <p:nvPr>
            <p:ph sz="quarter" idx="10" hasCustomPrompt="1"/>
          </p:nvPr>
        </p:nvSpPr>
        <p:spPr>
          <a:xfrm>
            <a:off x="479425" y="5525984"/>
            <a:ext cx="11233150" cy="1183573"/>
          </a:xfrm>
          <a:prstGeom prst="rect">
            <a:avLst/>
          </a:prstGeom>
        </p:spPr>
        <p:txBody>
          <a:bodyPr/>
          <a:lstStyle>
            <a:lvl1pPr>
              <a:defRPr sz="1200">
                <a:solidFill>
                  <a:schemeClr val="tx1"/>
                </a:solidFill>
              </a:defRPr>
            </a:lvl1pPr>
            <a:lvl2pPr>
              <a:defRPr sz="1200">
                <a:solidFill>
                  <a:schemeClr val="tx1"/>
                </a:solidFill>
              </a:defRPr>
            </a:lvl2pPr>
            <a:lvl3pPr>
              <a:defRPr sz="1200">
                <a:solidFill>
                  <a:schemeClr val="tx1"/>
                </a:solidFill>
              </a:defRPr>
            </a:lvl3pPr>
            <a:lvl4pPr>
              <a:defRPr sz="1200">
                <a:solidFill>
                  <a:schemeClr val="tx1"/>
                </a:solidFill>
              </a:defRPr>
            </a:lvl4pPr>
            <a:lvl5pPr>
              <a:defRPr/>
            </a:lvl5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8" name="txtfooterCopy" descr="{&#10; &quot;SkabelonDesign&quot;: {&#10; &quot;textualValue&quot;: &quot;&lt;key1/&gt;&quot;,&#10; &quot;bindingCollection&quot;: {&#10; &quot;key1&quot;: {&quot;SkabelonDesign&quot;:{&quot;type&quot;:&quot;Text&quot;,&quot;binding&quot;:&quot;Module.FooterText&quot;}}&#10; }&#10; }&#10;}">
            <a:extLst>
              <a:ext uri="{FF2B5EF4-FFF2-40B4-BE49-F238E27FC236}">
                <a16:creationId xmlns:a16="http://schemas.microsoft.com/office/drawing/2014/main" id="{C2AD0284-E6BA-49D8-AB3F-D94DBB1D54F0}"/>
              </a:ext>
            </a:extLst>
          </p:cNvPr>
          <p:cNvSpPr txBox="1"/>
          <p:nvPr userDrawn="1"/>
        </p:nvSpPr>
        <p:spPr>
          <a:xfrm>
            <a:off x="421638" y="6524625"/>
            <a:ext cx="65" cy="123111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marL="0" indent="0" algn="l">
              <a:buFontTx/>
              <a:buNone/>
            </a:pPr>
            <a:endParaRPr lang="en-US" sz="800" b="0" i="0" u="none">
              <a:solidFill>
                <a:schemeClr val="tx1"/>
              </a:solidFill>
              <a:latin typeface="+mn-lt"/>
            </a:endParaRP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E30A0378-E981-36E6-504F-ED11379B4335}"/>
              </a:ext>
            </a:extLst>
          </p:cNvPr>
          <p:cNvSpPr>
            <a:spLocks noGrp="1"/>
          </p:cNvSpPr>
          <p:nvPr>
            <p:ph sz="quarter" idx="12"/>
          </p:nvPr>
        </p:nvSpPr>
        <p:spPr>
          <a:xfrm>
            <a:off x="479425" y="1706563"/>
            <a:ext cx="11233150" cy="366186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63734818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1 column + Comments righ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_SM"/>
          <p:cNvSpPr>
            <a:spLocks noGrp="1" noChangeArrowheads="1"/>
          </p:cNvSpPr>
          <p:nvPr>
            <p:ph type="title" hasCustomPrompt="1"/>
          </p:nvPr>
        </p:nvSpPr>
        <p:spPr bwMode="auto">
          <a:xfrm>
            <a:off x="479425" y="476250"/>
            <a:ext cx="10521950" cy="10810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72000" tIns="36000" rIns="73152" bIns="36576" numCol="1" anchor="t" anchorCtr="0" compatLnSpc="1">
            <a:prstTxWarp prst="textNoShape">
              <a:avLst/>
            </a:prstTxWarp>
            <a:noAutofit/>
          </a:bodyPr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Use this layout for document slides when you need space for a long heading and big content area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10CFEFC-6AC8-4817-A0D3-6029D48BD293}"/>
              </a:ext>
            </a:extLst>
          </p:cNvPr>
          <p:cNvSpPr>
            <a:spLocks noGrp="1"/>
          </p:cNvSpPr>
          <p:nvPr>
            <p:ph sz="quarter" idx="10" hasCustomPrompt="1"/>
          </p:nvPr>
        </p:nvSpPr>
        <p:spPr>
          <a:xfrm>
            <a:off x="9002391" y="1709736"/>
            <a:ext cx="2710183" cy="4999821"/>
          </a:xfrm>
          <a:prstGeom prst="rect">
            <a:avLst/>
          </a:prstGeom>
        </p:spPr>
        <p:txBody>
          <a:bodyPr/>
          <a:lstStyle>
            <a:lvl1pPr>
              <a:defRPr sz="1200">
                <a:solidFill>
                  <a:schemeClr val="tx1"/>
                </a:solidFill>
              </a:defRPr>
            </a:lvl1pPr>
            <a:lvl2pPr>
              <a:defRPr sz="1200">
                <a:solidFill>
                  <a:schemeClr val="tx1"/>
                </a:solidFill>
              </a:defRPr>
            </a:lvl2pPr>
            <a:lvl3pPr>
              <a:defRPr sz="1200">
                <a:solidFill>
                  <a:schemeClr val="tx1"/>
                </a:solidFill>
              </a:defRPr>
            </a:lvl3pPr>
            <a:lvl4pPr>
              <a:defRPr sz="1200">
                <a:solidFill>
                  <a:schemeClr val="tx1"/>
                </a:solidFill>
              </a:defRPr>
            </a:lvl4pPr>
            <a:lvl5pPr>
              <a:defRPr/>
            </a:lvl5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8" name="txtfooterCopy" descr="{&#10; &quot;SkabelonDesign&quot;: {&#10; &quot;textualValue&quot;: &quot;&lt;key1/&gt;&quot;,&#10; &quot;bindingCollection&quot;: {&#10; &quot;key1&quot;: {&quot;SkabelonDesign&quot;:{&quot;type&quot;:&quot;Text&quot;,&quot;binding&quot;:&quot;Module.FooterText&quot;}}&#10; }&#10; }&#10;}">
            <a:extLst>
              <a:ext uri="{FF2B5EF4-FFF2-40B4-BE49-F238E27FC236}">
                <a16:creationId xmlns:a16="http://schemas.microsoft.com/office/drawing/2014/main" id="{C2AD0284-E6BA-49D8-AB3F-D94DBB1D54F0}"/>
              </a:ext>
            </a:extLst>
          </p:cNvPr>
          <p:cNvSpPr txBox="1"/>
          <p:nvPr userDrawn="1"/>
        </p:nvSpPr>
        <p:spPr>
          <a:xfrm>
            <a:off x="421638" y="6524625"/>
            <a:ext cx="65" cy="123111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marL="0" indent="0" algn="l">
              <a:buFontTx/>
              <a:buNone/>
            </a:pPr>
            <a:endParaRPr lang="en-US" sz="800" b="0" i="0" u="none">
              <a:solidFill>
                <a:schemeClr val="tx1"/>
              </a:solidFill>
              <a:latin typeface="+mn-lt"/>
            </a:endParaRPr>
          </a:p>
        </p:txBody>
      </p:sp>
      <p:sp>
        <p:nvSpPr>
          <p:cNvPr id="9" name="Content Placeholder 6">
            <a:extLst>
              <a:ext uri="{FF2B5EF4-FFF2-40B4-BE49-F238E27FC236}">
                <a16:creationId xmlns:a16="http://schemas.microsoft.com/office/drawing/2014/main" id="{C9452E4A-90F8-9F51-3A7A-AF8A7C220EA1}"/>
              </a:ext>
            </a:extLst>
          </p:cNvPr>
          <p:cNvSpPr>
            <a:spLocks noGrp="1"/>
          </p:cNvSpPr>
          <p:nvPr>
            <p:ph sz="quarter" idx="12"/>
          </p:nvPr>
        </p:nvSpPr>
        <p:spPr>
          <a:xfrm>
            <a:off x="479425" y="1706563"/>
            <a:ext cx="8307730" cy="499982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2449670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2 columns + Commen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_SM"/>
          <p:cNvSpPr>
            <a:spLocks noGrp="1" noChangeArrowheads="1"/>
          </p:cNvSpPr>
          <p:nvPr>
            <p:ph type="title" hasCustomPrompt="1"/>
          </p:nvPr>
        </p:nvSpPr>
        <p:spPr bwMode="auto">
          <a:xfrm>
            <a:off x="479425" y="476250"/>
            <a:ext cx="10521950" cy="10810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72000" tIns="36000" rIns="73152" bIns="36576" numCol="1" anchor="t" anchorCtr="0" compatLnSpc="1">
            <a:prstTxWarp prst="textNoShape">
              <a:avLst/>
            </a:prstTxWarp>
            <a:noAutofit/>
          </a:bodyPr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Use this layout for document slides when you need space for a long heading and big content area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10CFEFC-6AC8-4817-A0D3-6029D48BD293}"/>
              </a:ext>
            </a:extLst>
          </p:cNvPr>
          <p:cNvSpPr>
            <a:spLocks noGrp="1"/>
          </p:cNvSpPr>
          <p:nvPr>
            <p:ph sz="quarter" idx="10" hasCustomPrompt="1"/>
          </p:nvPr>
        </p:nvSpPr>
        <p:spPr>
          <a:xfrm>
            <a:off x="479425" y="5525984"/>
            <a:ext cx="11233150" cy="1183573"/>
          </a:xfrm>
          <a:prstGeom prst="rect">
            <a:avLst/>
          </a:prstGeom>
        </p:spPr>
        <p:txBody>
          <a:bodyPr/>
          <a:lstStyle>
            <a:lvl1pPr>
              <a:defRPr sz="1200">
                <a:solidFill>
                  <a:schemeClr val="tx1"/>
                </a:solidFill>
              </a:defRPr>
            </a:lvl1pPr>
            <a:lvl2pPr>
              <a:defRPr sz="1200">
                <a:solidFill>
                  <a:schemeClr val="tx1"/>
                </a:solidFill>
              </a:defRPr>
            </a:lvl2pPr>
            <a:lvl3pPr>
              <a:defRPr sz="1200">
                <a:solidFill>
                  <a:schemeClr val="tx1"/>
                </a:solidFill>
              </a:defRPr>
            </a:lvl3pPr>
            <a:lvl4pPr>
              <a:defRPr sz="1200">
                <a:solidFill>
                  <a:schemeClr val="tx1"/>
                </a:solidFill>
              </a:defRPr>
            </a:lvl4pPr>
            <a:lvl5pPr>
              <a:defRPr/>
            </a:lvl5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8" name="txtfooterCopy" descr="{&#10; &quot;SkabelonDesign&quot;: {&#10; &quot;textualValue&quot;: &quot;&lt;key1/&gt;&quot;,&#10; &quot;bindingCollection&quot;: {&#10; &quot;key1&quot;: {&quot;SkabelonDesign&quot;:{&quot;type&quot;:&quot;Text&quot;,&quot;binding&quot;:&quot;Module.FooterText&quot;}}&#10; }&#10; }&#10;}">
            <a:extLst>
              <a:ext uri="{FF2B5EF4-FFF2-40B4-BE49-F238E27FC236}">
                <a16:creationId xmlns:a16="http://schemas.microsoft.com/office/drawing/2014/main" id="{C2AD0284-E6BA-49D8-AB3F-D94DBB1D54F0}"/>
              </a:ext>
            </a:extLst>
          </p:cNvPr>
          <p:cNvSpPr txBox="1"/>
          <p:nvPr userDrawn="1"/>
        </p:nvSpPr>
        <p:spPr>
          <a:xfrm>
            <a:off x="421638" y="6524625"/>
            <a:ext cx="65" cy="123111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marL="0" indent="0" algn="l">
              <a:buFontTx/>
              <a:buNone/>
            </a:pPr>
            <a:endParaRPr lang="en-US" sz="800" b="0" i="0" u="none">
              <a:solidFill>
                <a:schemeClr val="tx1"/>
              </a:solidFill>
              <a:latin typeface="+mn-lt"/>
            </a:endParaRP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DB866E44-A7AE-B643-0522-816211CEDA49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479423" y="1709736"/>
            <a:ext cx="5561158" cy="366186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9" name="Content Placeholder 6">
            <a:extLst>
              <a:ext uri="{FF2B5EF4-FFF2-40B4-BE49-F238E27FC236}">
                <a16:creationId xmlns:a16="http://schemas.microsoft.com/office/drawing/2014/main" id="{1DA618F3-EEF8-8D27-8883-E59D465EC7F2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6151421" y="1709735"/>
            <a:ext cx="5561158" cy="366186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95647559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2 columns (1 smaller) + Commen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_SM"/>
          <p:cNvSpPr>
            <a:spLocks noGrp="1" noChangeArrowheads="1"/>
          </p:cNvSpPr>
          <p:nvPr>
            <p:ph type="title" hasCustomPrompt="1"/>
          </p:nvPr>
        </p:nvSpPr>
        <p:spPr bwMode="auto">
          <a:xfrm>
            <a:off x="479425" y="476250"/>
            <a:ext cx="10521950" cy="10810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72000" tIns="36000" rIns="73152" bIns="36576" numCol="1" anchor="t" anchorCtr="0" compatLnSpc="1">
            <a:prstTxWarp prst="textNoShape">
              <a:avLst/>
            </a:prstTxWarp>
            <a:noAutofit/>
          </a:bodyPr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Use this layout for document slides when you need space for a long heading and big content area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10CFEFC-6AC8-4817-A0D3-6029D48BD293}"/>
              </a:ext>
            </a:extLst>
          </p:cNvPr>
          <p:cNvSpPr>
            <a:spLocks noGrp="1"/>
          </p:cNvSpPr>
          <p:nvPr>
            <p:ph sz="quarter" idx="10" hasCustomPrompt="1"/>
          </p:nvPr>
        </p:nvSpPr>
        <p:spPr>
          <a:xfrm>
            <a:off x="479425" y="5525984"/>
            <a:ext cx="11233150" cy="1183573"/>
          </a:xfrm>
          <a:prstGeom prst="rect">
            <a:avLst/>
          </a:prstGeom>
        </p:spPr>
        <p:txBody>
          <a:bodyPr/>
          <a:lstStyle>
            <a:lvl1pPr>
              <a:defRPr sz="1200">
                <a:solidFill>
                  <a:schemeClr val="tx1"/>
                </a:solidFill>
              </a:defRPr>
            </a:lvl1pPr>
            <a:lvl2pPr>
              <a:defRPr sz="1200">
                <a:solidFill>
                  <a:schemeClr val="tx1"/>
                </a:solidFill>
              </a:defRPr>
            </a:lvl2pPr>
            <a:lvl3pPr>
              <a:defRPr sz="1200">
                <a:solidFill>
                  <a:schemeClr val="tx1"/>
                </a:solidFill>
              </a:defRPr>
            </a:lvl3pPr>
            <a:lvl4pPr>
              <a:defRPr sz="1200">
                <a:solidFill>
                  <a:schemeClr val="tx1"/>
                </a:solidFill>
              </a:defRPr>
            </a:lvl4pPr>
            <a:lvl5pPr>
              <a:defRPr/>
            </a:lvl5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8" name="txtfooterCopy" descr="{&#10; &quot;SkabelonDesign&quot;: {&#10; &quot;textualValue&quot;: &quot;&lt;key1/&gt;&quot;,&#10; &quot;bindingCollection&quot;: {&#10; &quot;key1&quot;: {&quot;SkabelonDesign&quot;:{&quot;type&quot;:&quot;Text&quot;,&quot;binding&quot;:&quot;Module.FooterText&quot;}}&#10; }&#10; }&#10;}">
            <a:extLst>
              <a:ext uri="{FF2B5EF4-FFF2-40B4-BE49-F238E27FC236}">
                <a16:creationId xmlns:a16="http://schemas.microsoft.com/office/drawing/2014/main" id="{C2AD0284-E6BA-49D8-AB3F-D94DBB1D54F0}"/>
              </a:ext>
            </a:extLst>
          </p:cNvPr>
          <p:cNvSpPr txBox="1"/>
          <p:nvPr userDrawn="1"/>
        </p:nvSpPr>
        <p:spPr>
          <a:xfrm>
            <a:off x="421638" y="6524625"/>
            <a:ext cx="65" cy="123111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marL="0" indent="0" algn="l">
              <a:buFontTx/>
              <a:buNone/>
            </a:pPr>
            <a:endParaRPr lang="en-US" sz="800" b="0" i="0" u="none">
              <a:solidFill>
                <a:schemeClr val="tx1"/>
              </a:solidFill>
              <a:latin typeface="+mn-lt"/>
            </a:endParaRP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B38E13B-297F-6792-206D-52DCDBECD182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479280" y="1709737"/>
            <a:ext cx="7465311" cy="3662364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Content Placeholder 3">
            <a:extLst>
              <a:ext uri="{FF2B5EF4-FFF2-40B4-BE49-F238E27FC236}">
                <a16:creationId xmlns:a16="http://schemas.microsoft.com/office/drawing/2014/main" id="{D64E27AA-9562-3081-96B1-EEC89F6CC10A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8146473" y="3297381"/>
            <a:ext cx="3566102" cy="2074719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16169437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2 columns (2 rows on right column) + Commen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_SM"/>
          <p:cNvSpPr>
            <a:spLocks noGrp="1" noChangeArrowheads="1"/>
          </p:cNvSpPr>
          <p:nvPr>
            <p:ph type="title" hasCustomPrompt="1"/>
          </p:nvPr>
        </p:nvSpPr>
        <p:spPr bwMode="auto">
          <a:xfrm>
            <a:off x="479425" y="476250"/>
            <a:ext cx="10521950" cy="10810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72000" tIns="36000" rIns="73152" bIns="36576" numCol="1" anchor="t" anchorCtr="0" compatLnSpc="1">
            <a:prstTxWarp prst="textNoShape">
              <a:avLst/>
            </a:prstTxWarp>
            <a:noAutofit/>
          </a:bodyPr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Use this layout for document slides when you need space for a long heading and big content area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10CFEFC-6AC8-4817-A0D3-6029D48BD293}"/>
              </a:ext>
            </a:extLst>
          </p:cNvPr>
          <p:cNvSpPr>
            <a:spLocks noGrp="1"/>
          </p:cNvSpPr>
          <p:nvPr>
            <p:ph sz="quarter" idx="10" hasCustomPrompt="1"/>
          </p:nvPr>
        </p:nvSpPr>
        <p:spPr>
          <a:xfrm>
            <a:off x="479425" y="5525984"/>
            <a:ext cx="11233150" cy="1183573"/>
          </a:xfrm>
          <a:prstGeom prst="rect">
            <a:avLst/>
          </a:prstGeom>
        </p:spPr>
        <p:txBody>
          <a:bodyPr/>
          <a:lstStyle>
            <a:lvl1pPr>
              <a:defRPr sz="1200">
                <a:solidFill>
                  <a:schemeClr val="tx1"/>
                </a:solidFill>
              </a:defRPr>
            </a:lvl1pPr>
            <a:lvl2pPr>
              <a:defRPr sz="1200">
                <a:solidFill>
                  <a:schemeClr val="tx1"/>
                </a:solidFill>
              </a:defRPr>
            </a:lvl2pPr>
            <a:lvl3pPr>
              <a:defRPr sz="1200">
                <a:solidFill>
                  <a:schemeClr val="tx1"/>
                </a:solidFill>
              </a:defRPr>
            </a:lvl3pPr>
            <a:lvl4pPr>
              <a:defRPr sz="1200">
                <a:solidFill>
                  <a:schemeClr val="tx1"/>
                </a:solidFill>
              </a:defRPr>
            </a:lvl4pPr>
            <a:lvl5pPr>
              <a:defRPr/>
            </a:lvl5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8" name="txtfooterCopy" descr="{&#10; &quot;SkabelonDesign&quot;: {&#10; &quot;textualValue&quot;: &quot;&lt;key1/&gt;&quot;,&#10; &quot;bindingCollection&quot;: {&#10; &quot;key1&quot;: {&quot;SkabelonDesign&quot;:{&quot;type&quot;:&quot;Text&quot;,&quot;binding&quot;:&quot;Module.FooterText&quot;}}&#10; }&#10; }&#10;}">
            <a:extLst>
              <a:ext uri="{FF2B5EF4-FFF2-40B4-BE49-F238E27FC236}">
                <a16:creationId xmlns:a16="http://schemas.microsoft.com/office/drawing/2014/main" id="{C2AD0284-E6BA-49D8-AB3F-D94DBB1D54F0}"/>
              </a:ext>
            </a:extLst>
          </p:cNvPr>
          <p:cNvSpPr txBox="1"/>
          <p:nvPr userDrawn="1"/>
        </p:nvSpPr>
        <p:spPr>
          <a:xfrm>
            <a:off x="421638" y="6524625"/>
            <a:ext cx="65" cy="123111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marL="0" indent="0" algn="l">
              <a:buFontTx/>
              <a:buNone/>
            </a:pPr>
            <a:endParaRPr lang="en-US" sz="800" b="0" i="0" u="none">
              <a:solidFill>
                <a:schemeClr val="tx1"/>
              </a:solidFill>
              <a:latin typeface="+mn-lt"/>
            </a:endParaRP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B38E13B-297F-6792-206D-52DCDBECD182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479280" y="1709737"/>
            <a:ext cx="7465311" cy="3662364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Content Placeholder 3">
            <a:extLst>
              <a:ext uri="{FF2B5EF4-FFF2-40B4-BE49-F238E27FC236}">
                <a16:creationId xmlns:a16="http://schemas.microsoft.com/office/drawing/2014/main" id="{D64E27AA-9562-3081-96B1-EEC89F6CC10A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8395855" y="1709737"/>
            <a:ext cx="3316720" cy="1876611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2" name="Content Placeholder 3">
            <a:extLst>
              <a:ext uri="{FF2B5EF4-FFF2-40B4-BE49-F238E27FC236}">
                <a16:creationId xmlns:a16="http://schemas.microsoft.com/office/drawing/2014/main" id="{9DB526DC-61EF-8C82-8805-65A25684C47C}"/>
              </a:ext>
            </a:extLst>
          </p:cNvPr>
          <p:cNvSpPr>
            <a:spLocks noGrp="1"/>
          </p:cNvSpPr>
          <p:nvPr>
            <p:ph sz="quarter" idx="17"/>
          </p:nvPr>
        </p:nvSpPr>
        <p:spPr>
          <a:xfrm>
            <a:off x="8395855" y="3649683"/>
            <a:ext cx="3316720" cy="172241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81368176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2 rows + Comments righ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_SM"/>
          <p:cNvSpPr>
            <a:spLocks noGrp="1" noChangeArrowheads="1"/>
          </p:cNvSpPr>
          <p:nvPr>
            <p:ph type="title" hasCustomPrompt="1"/>
          </p:nvPr>
        </p:nvSpPr>
        <p:spPr bwMode="auto">
          <a:xfrm>
            <a:off x="479425" y="476250"/>
            <a:ext cx="10521950" cy="10810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72000" tIns="36000" rIns="73152" bIns="36576" numCol="1" anchor="t" anchorCtr="0" compatLnSpc="1">
            <a:prstTxWarp prst="textNoShape">
              <a:avLst/>
            </a:prstTxWarp>
            <a:noAutofit/>
          </a:bodyPr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Use this layout for document slides when you need space for a long heading and big content area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10CFEFC-6AC8-4817-A0D3-6029D48BD293}"/>
              </a:ext>
            </a:extLst>
          </p:cNvPr>
          <p:cNvSpPr>
            <a:spLocks noGrp="1"/>
          </p:cNvSpPr>
          <p:nvPr>
            <p:ph sz="quarter" idx="10" hasCustomPrompt="1"/>
          </p:nvPr>
        </p:nvSpPr>
        <p:spPr>
          <a:xfrm>
            <a:off x="9002391" y="1709736"/>
            <a:ext cx="2710183" cy="4999821"/>
          </a:xfrm>
          <a:prstGeom prst="rect">
            <a:avLst/>
          </a:prstGeom>
        </p:spPr>
        <p:txBody>
          <a:bodyPr/>
          <a:lstStyle>
            <a:lvl1pPr>
              <a:defRPr sz="1200">
                <a:solidFill>
                  <a:schemeClr val="tx1"/>
                </a:solidFill>
              </a:defRPr>
            </a:lvl1pPr>
            <a:lvl2pPr>
              <a:defRPr sz="1200">
                <a:solidFill>
                  <a:schemeClr val="tx1"/>
                </a:solidFill>
              </a:defRPr>
            </a:lvl2pPr>
            <a:lvl3pPr>
              <a:defRPr sz="1200">
                <a:solidFill>
                  <a:schemeClr val="tx1"/>
                </a:solidFill>
              </a:defRPr>
            </a:lvl3pPr>
            <a:lvl4pPr>
              <a:defRPr sz="1200">
                <a:solidFill>
                  <a:schemeClr val="tx1"/>
                </a:solidFill>
              </a:defRPr>
            </a:lvl4pPr>
            <a:lvl5pPr>
              <a:defRPr/>
            </a:lvl5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8" name="txtfooterCopy" descr="{&#10; &quot;SkabelonDesign&quot;: {&#10; &quot;textualValue&quot;: &quot;&lt;key1/&gt;&quot;,&#10; &quot;bindingCollection&quot;: {&#10; &quot;key1&quot;: {&quot;SkabelonDesign&quot;:{&quot;type&quot;:&quot;Text&quot;,&quot;binding&quot;:&quot;Module.FooterText&quot;}}&#10; }&#10; }&#10;}">
            <a:extLst>
              <a:ext uri="{FF2B5EF4-FFF2-40B4-BE49-F238E27FC236}">
                <a16:creationId xmlns:a16="http://schemas.microsoft.com/office/drawing/2014/main" id="{C2AD0284-E6BA-49D8-AB3F-D94DBB1D54F0}"/>
              </a:ext>
            </a:extLst>
          </p:cNvPr>
          <p:cNvSpPr txBox="1"/>
          <p:nvPr userDrawn="1"/>
        </p:nvSpPr>
        <p:spPr>
          <a:xfrm>
            <a:off x="421638" y="6524625"/>
            <a:ext cx="65" cy="123111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marL="0" indent="0" algn="l">
              <a:buFontTx/>
              <a:buNone/>
            </a:pPr>
            <a:endParaRPr lang="en-US" sz="800" b="0" i="0" u="none">
              <a:solidFill>
                <a:schemeClr val="tx1"/>
              </a:solidFill>
              <a:latin typeface="+mn-lt"/>
            </a:endParaRP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A90C361B-ABEF-DDCD-8B62-A48E04E3906E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479413" y="1709700"/>
            <a:ext cx="8304225" cy="2422564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9" name="Content Placeholder 6">
            <a:extLst>
              <a:ext uri="{FF2B5EF4-FFF2-40B4-BE49-F238E27FC236}">
                <a16:creationId xmlns:a16="http://schemas.microsoft.com/office/drawing/2014/main" id="{D4180C57-4315-C64A-FAE3-330C0CA0F986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479412" y="4284626"/>
            <a:ext cx="8304225" cy="2422564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86490197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3 columns + Commen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_SM"/>
          <p:cNvSpPr>
            <a:spLocks noGrp="1" noChangeArrowheads="1"/>
          </p:cNvSpPr>
          <p:nvPr>
            <p:ph type="title" hasCustomPrompt="1"/>
          </p:nvPr>
        </p:nvSpPr>
        <p:spPr bwMode="auto">
          <a:xfrm>
            <a:off x="479425" y="476250"/>
            <a:ext cx="10521950" cy="10810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72000" tIns="36000" rIns="73152" bIns="36576" numCol="1" anchor="t" anchorCtr="0" compatLnSpc="1">
            <a:prstTxWarp prst="textNoShape">
              <a:avLst/>
            </a:prstTxWarp>
            <a:noAutofit/>
          </a:bodyPr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Use this layout for document slides when you need space for a long heading and big content area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10CFEFC-6AC8-4817-A0D3-6029D48BD293}"/>
              </a:ext>
            </a:extLst>
          </p:cNvPr>
          <p:cNvSpPr>
            <a:spLocks noGrp="1"/>
          </p:cNvSpPr>
          <p:nvPr>
            <p:ph sz="quarter" idx="10" hasCustomPrompt="1"/>
          </p:nvPr>
        </p:nvSpPr>
        <p:spPr>
          <a:xfrm>
            <a:off x="479425" y="5525984"/>
            <a:ext cx="11233150" cy="1183573"/>
          </a:xfrm>
          <a:prstGeom prst="rect">
            <a:avLst/>
          </a:prstGeom>
        </p:spPr>
        <p:txBody>
          <a:bodyPr/>
          <a:lstStyle>
            <a:lvl1pPr>
              <a:defRPr sz="1200">
                <a:solidFill>
                  <a:schemeClr val="tx1"/>
                </a:solidFill>
              </a:defRPr>
            </a:lvl1pPr>
            <a:lvl2pPr>
              <a:defRPr sz="1200">
                <a:solidFill>
                  <a:schemeClr val="tx1"/>
                </a:solidFill>
              </a:defRPr>
            </a:lvl2pPr>
            <a:lvl3pPr>
              <a:defRPr sz="1200">
                <a:solidFill>
                  <a:schemeClr val="tx1"/>
                </a:solidFill>
              </a:defRPr>
            </a:lvl3pPr>
            <a:lvl4pPr>
              <a:defRPr sz="1200">
                <a:solidFill>
                  <a:schemeClr val="tx1"/>
                </a:solidFill>
              </a:defRPr>
            </a:lvl4pPr>
            <a:lvl5pPr>
              <a:defRPr/>
            </a:lvl5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8" name="txtfooterCopy" descr="{&#10; &quot;SkabelonDesign&quot;: {&#10; &quot;textualValue&quot;: &quot;&lt;key1/&gt;&quot;,&#10; &quot;bindingCollection&quot;: {&#10; &quot;key1&quot;: {&quot;SkabelonDesign&quot;:{&quot;type&quot;:&quot;Text&quot;,&quot;binding&quot;:&quot;Module.FooterText&quot;}}&#10; }&#10; }&#10;}">
            <a:extLst>
              <a:ext uri="{FF2B5EF4-FFF2-40B4-BE49-F238E27FC236}">
                <a16:creationId xmlns:a16="http://schemas.microsoft.com/office/drawing/2014/main" id="{C2AD0284-E6BA-49D8-AB3F-D94DBB1D54F0}"/>
              </a:ext>
            </a:extLst>
          </p:cNvPr>
          <p:cNvSpPr txBox="1"/>
          <p:nvPr userDrawn="1"/>
        </p:nvSpPr>
        <p:spPr>
          <a:xfrm>
            <a:off x="421638" y="6524625"/>
            <a:ext cx="65" cy="123111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marL="0" indent="0" algn="l">
              <a:buFontTx/>
              <a:buNone/>
            </a:pPr>
            <a:endParaRPr lang="en-US" sz="800" b="0" i="0" u="none">
              <a:solidFill>
                <a:schemeClr val="tx1"/>
              </a:solidFill>
              <a:latin typeface="+mn-lt"/>
            </a:endParaRPr>
          </a:p>
        </p:txBody>
      </p:sp>
      <p:sp>
        <p:nvSpPr>
          <p:cNvPr id="9" name="Content Placeholder 8">
            <a:extLst>
              <a:ext uri="{FF2B5EF4-FFF2-40B4-BE49-F238E27FC236}">
                <a16:creationId xmlns:a16="http://schemas.microsoft.com/office/drawing/2014/main" id="{E8782E2F-86DB-86D4-DCF9-8958746105F4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479425" y="1709736"/>
            <a:ext cx="3577975" cy="3662364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0" name="Content Placeholder 8">
            <a:extLst>
              <a:ext uri="{FF2B5EF4-FFF2-40B4-BE49-F238E27FC236}">
                <a16:creationId xmlns:a16="http://schemas.microsoft.com/office/drawing/2014/main" id="{B75A00BE-CA97-A854-15C7-7465405CB562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4307010" y="1709736"/>
            <a:ext cx="3577975" cy="3661867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1" name="Content Placeholder 8">
            <a:extLst>
              <a:ext uri="{FF2B5EF4-FFF2-40B4-BE49-F238E27FC236}">
                <a16:creationId xmlns:a16="http://schemas.microsoft.com/office/drawing/2014/main" id="{F0F2B03B-4F5D-BA62-9CAC-D574877D0FA9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8134595" y="1709736"/>
            <a:ext cx="3577975" cy="3662364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81569481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2 columns and 2 rows + Comments righ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_SM"/>
          <p:cNvSpPr>
            <a:spLocks noGrp="1" noChangeArrowheads="1"/>
          </p:cNvSpPr>
          <p:nvPr>
            <p:ph type="title" hasCustomPrompt="1"/>
          </p:nvPr>
        </p:nvSpPr>
        <p:spPr bwMode="auto">
          <a:xfrm>
            <a:off x="479425" y="476250"/>
            <a:ext cx="10521950" cy="10810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72000" tIns="36000" rIns="73152" bIns="36576" numCol="1" anchor="t" anchorCtr="0" compatLnSpc="1">
            <a:prstTxWarp prst="textNoShape">
              <a:avLst/>
            </a:prstTxWarp>
            <a:noAutofit/>
          </a:bodyPr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Use this layout for document slides when you need space for a long heading and big content area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10CFEFC-6AC8-4817-A0D3-6029D48BD293}"/>
              </a:ext>
            </a:extLst>
          </p:cNvPr>
          <p:cNvSpPr>
            <a:spLocks noGrp="1"/>
          </p:cNvSpPr>
          <p:nvPr>
            <p:ph sz="quarter" idx="10" hasCustomPrompt="1"/>
          </p:nvPr>
        </p:nvSpPr>
        <p:spPr>
          <a:xfrm>
            <a:off x="9002391" y="1709736"/>
            <a:ext cx="2710183" cy="4999821"/>
          </a:xfrm>
          <a:prstGeom prst="rect">
            <a:avLst/>
          </a:prstGeom>
        </p:spPr>
        <p:txBody>
          <a:bodyPr/>
          <a:lstStyle>
            <a:lvl1pPr>
              <a:defRPr sz="1200">
                <a:solidFill>
                  <a:schemeClr val="tx1"/>
                </a:solidFill>
              </a:defRPr>
            </a:lvl1pPr>
            <a:lvl2pPr>
              <a:defRPr sz="1200">
                <a:solidFill>
                  <a:schemeClr val="tx1"/>
                </a:solidFill>
              </a:defRPr>
            </a:lvl2pPr>
            <a:lvl3pPr>
              <a:defRPr sz="1200">
                <a:solidFill>
                  <a:schemeClr val="tx1"/>
                </a:solidFill>
              </a:defRPr>
            </a:lvl3pPr>
            <a:lvl4pPr>
              <a:defRPr sz="1200">
                <a:solidFill>
                  <a:schemeClr val="tx1"/>
                </a:solidFill>
              </a:defRPr>
            </a:lvl4pPr>
            <a:lvl5pPr>
              <a:defRPr/>
            </a:lvl5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8" name="txtfooterCopy" descr="{&#10; &quot;SkabelonDesign&quot;: {&#10; &quot;textualValue&quot;: &quot;&lt;key1/&gt;&quot;,&#10; &quot;bindingCollection&quot;: {&#10; &quot;key1&quot;: {&quot;SkabelonDesign&quot;:{&quot;type&quot;:&quot;Text&quot;,&quot;binding&quot;:&quot;Module.FooterText&quot;}}&#10; }&#10; }&#10;}">
            <a:extLst>
              <a:ext uri="{FF2B5EF4-FFF2-40B4-BE49-F238E27FC236}">
                <a16:creationId xmlns:a16="http://schemas.microsoft.com/office/drawing/2014/main" id="{C2AD0284-E6BA-49D8-AB3F-D94DBB1D54F0}"/>
              </a:ext>
            </a:extLst>
          </p:cNvPr>
          <p:cNvSpPr txBox="1"/>
          <p:nvPr userDrawn="1"/>
        </p:nvSpPr>
        <p:spPr>
          <a:xfrm>
            <a:off x="421638" y="6524625"/>
            <a:ext cx="65" cy="123111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marL="0" indent="0" algn="l">
              <a:buFontTx/>
              <a:buNone/>
            </a:pPr>
            <a:endParaRPr lang="en-US" sz="800" b="0" i="0" u="none">
              <a:solidFill>
                <a:schemeClr val="tx1"/>
              </a:solidFill>
              <a:latin typeface="+mn-lt"/>
            </a:endParaRPr>
          </a:p>
        </p:txBody>
      </p:sp>
      <p:sp>
        <p:nvSpPr>
          <p:cNvPr id="10" name="Content Placeholder 9">
            <a:extLst>
              <a:ext uri="{FF2B5EF4-FFF2-40B4-BE49-F238E27FC236}">
                <a16:creationId xmlns:a16="http://schemas.microsoft.com/office/drawing/2014/main" id="{0CE1B422-E2C7-9D9C-2315-3154C6FCE21A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479425" y="1709698"/>
            <a:ext cx="3970316" cy="242256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1" name="Content Placeholder 9">
            <a:extLst>
              <a:ext uri="{FF2B5EF4-FFF2-40B4-BE49-F238E27FC236}">
                <a16:creationId xmlns:a16="http://schemas.microsoft.com/office/drawing/2014/main" id="{7A756F80-20B2-AC45-1DED-EC4AEBDB964B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4801590" y="1709697"/>
            <a:ext cx="3970316" cy="242256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2" name="Content Placeholder 9">
            <a:extLst>
              <a:ext uri="{FF2B5EF4-FFF2-40B4-BE49-F238E27FC236}">
                <a16:creationId xmlns:a16="http://schemas.microsoft.com/office/drawing/2014/main" id="{632CB1D9-AF8F-C9B1-0D3C-7AB2989183E8}"/>
              </a:ext>
            </a:extLst>
          </p:cNvPr>
          <p:cNvSpPr>
            <a:spLocks noGrp="1"/>
          </p:cNvSpPr>
          <p:nvPr>
            <p:ph sz="quarter" idx="17"/>
          </p:nvPr>
        </p:nvSpPr>
        <p:spPr>
          <a:xfrm>
            <a:off x="479425" y="4284623"/>
            <a:ext cx="3970316" cy="242256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3" name="Content Placeholder 9">
            <a:extLst>
              <a:ext uri="{FF2B5EF4-FFF2-40B4-BE49-F238E27FC236}">
                <a16:creationId xmlns:a16="http://schemas.microsoft.com/office/drawing/2014/main" id="{2B5EA31B-CED6-9ED8-AA68-8FE1BBB09523}"/>
              </a:ext>
            </a:extLst>
          </p:cNvPr>
          <p:cNvSpPr>
            <a:spLocks noGrp="1"/>
          </p:cNvSpPr>
          <p:nvPr>
            <p:ph sz="quarter" idx="18"/>
          </p:nvPr>
        </p:nvSpPr>
        <p:spPr>
          <a:xfrm>
            <a:off x="4801590" y="4284623"/>
            <a:ext cx="3970316" cy="242256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93015035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xtfooterCopy" descr="{&#10; &quot;SkabelonDesign&quot;: {&#10; &quot;textualValue&quot;: &quot;&lt;key1/&gt;&quot;,&#10; &quot;bindingCollection&quot;: {&#10; &quot;key1&quot;: {&quot;SkabelonDesign&quot;:{&quot;type&quot;:&quot;Text&quot;,&quot;binding&quot;:&quot;Module.FooterText&quot;}}&#10; }&#10; }&#10;}">
            <a:extLst>
              <a:ext uri="{FF2B5EF4-FFF2-40B4-BE49-F238E27FC236}">
                <a16:creationId xmlns:a16="http://schemas.microsoft.com/office/drawing/2014/main" id="{69F42FFA-3DFB-4DB2-A942-F02200203C82}"/>
              </a:ext>
            </a:extLst>
          </p:cNvPr>
          <p:cNvSpPr txBox="1"/>
          <p:nvPr userDrawn="1"/>
        </p:nvSpPr>
        <p:spPr>
          <a:xfrm>
            <a:off x="421638" y="6524625"/>
            <a:ext cx="65" cy="123111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marL="0" indent="0" algn="l">
              <a:buFontTx/>
              <a:buNone/>
            </a:pPr>
            <a:endParaRPr lang="en-US" sz="800" b="0" i="0" u="none">
              <a:solidFill>
                <a:schemeClr val="tx1"/>
              </a:solidFill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3611130989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Black blank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ackground">
            <a:extLst>
              <a:ext uri="{FF2B5EF4-FFF2-40B4-BE49-F238E27FC236}">
                <a16:creationId xmlns:a16="http://schemas.microsoft.com/office/drawing/2014/main" id="{E6869961-F931-4F1E-9FB3-8587EBA3F36F}"/>
              </a:ext>
            </a:extLst>
          </p:cNvPr>
          <p:cNvSpPr/>
          <p:nvPr userDrawn="1"/>
        </p:nvSpPr>
        <p:spPr bwMode="auto">
          <a:xfrm>
            <a:off x="0" y="0"/>
            <a:ext cx="12192000" cy="6858000"/>
          </a:xfrm>
          <a:prstGeom prst="rect">
            <a:avLst/>
          </a:prstGeom>
          <a:solidFill>
            <a:schemeClr val="bg2">
              <a:alpha val="0"/>
            </a:schemeClr>
          </a:solidFill>
          <a:ln w="1270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rot="0" spcFirstLastPara="0" vertOverflow="overflow" horzOverflow="overflow" vert="horz" wrap="square" lIns="72000" tIns="36000" rIns="73152" bIns="36576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marL="180000" indent="-180000" algn="l">
              <a:spcBef>
                <a:spcPts val="800"/>
              </a:spcBef>
              <a:buFont typeface="Ericsson Hilda" panose="00000500000000000000" pitchFamily="2" charset="0"/>
              <a:buChar char="●"/>
            </a:pPr>
            <a:endParaRPr lang="en-US">
              <a:solidFill>
                <a:schemeClr val="bg1"/>
              </a:solidFill>
              <a:latin typeface="+mn-lt"/>
            </a:endParaRPr>
          </a:p>
        </p:txBody>
      </p:sp>
      <p:sp>
        <p:nvSpPr>
          <p:cNvPr id="5" name="txtfooterCopy" descr="{&#10; &quot;SkabelonDesign&quot;: {&#10; &quot;textualValue&quot;: &quot;&lt;key1/&gt;&quot;,&#10; &quot;bindingCollection&quot;: {&#10; &quot;key1&quot;: {&quot;SkabelonDesign&quot;:{&quot;type&quot;:&quot;Text&quot;,&quot;binding&quot;:&quot;Module.FooterText&quot;}}&#10; }&#10; }&#10;}">
            <a:extLst>
              <a:ext uri="{FF2B5EF4-FFF2-40B4-BE49-F238E27FC236}">
                <a16:creationId xmlns:a16="http://schemas.microsoft.com/office/drawing/2014/main" id="{203FD5EF-20DB-46AB-B412-DF9112353719}"/>
              </a:ext>
            </a:extLst>
          </p:cNvPr>
          <p:cNvSpPr txBox="1"/>
          <p:nvPr userDrawn="1"/>
        </p:nvSpPr>
        <p:spPr>
          <a:xfrm>
            <a:off x="421638" y="6524625"/>
            <a:ext cx="65" cy="123111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marL="0" indent="0" algn="l">
              <a:buFontTx/>
              <a:buNone/>
            </a:pPr>
            <a:endParaRPr lang="en-US" sz="800" b="0" i="0" u="none">
              <a:solidFill>
                <a:schemeClr val="tx1"/>
              </a:solidFill>
              <a:latin typeface="+mn-lt"/>
            </a:endParaRPr>
          </a:p>
        </p:txBody>
      </p:sp>
      <p:pic>
        <p:nvPicPr>
          <p:cNvPr id="2" name="Logo">
            <a:extLst>
              <a:ext uri="{FF2B5EF4-FFF2-40B4-BE49-F238E27FC236}">
                <a16:creationId xmlns:a16="http://schemas.microsoft.com/office/drawing/2014/main" id="{78DD11F5-924D-4907-D01E-DCB632C069B7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379841" y="429421"/>
            <a:ext cx="482228" cy="48243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27909308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_SM"/>
          <p:cNvSpPr>
            <a:spLocks noGrp="1" noChangeArrowheads="1"/>
          </p:cNvSpPr>
          <p:nvPr>
            <p:ph type="title" hasCustomPrompt="1"/>
          </p:nvPr>
        </p:nvSpPr>
        <p:spPr bwMode="auto">
          <a:xfrm>
            <a:off x="479424" y="476250"/>
            <a:ext cx="8353425" cy="10810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72000" tIns="36000" rIns="0" bIns="0" numCol="1" anchor="t" anchorCtr="0" compatLnSpc="1">
            <a:prstTxWarp prst="textNoShape">
              <a:avLst/>
            </a:prstTxWarp>
            <a:noAutofit/>
          </a:bodyPr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Slide title, Ericsson Hilda Light 40pt, Ericsson Black, max 2-lines</a:t>
            </a:r>
          </a:p>
        </p:txBody>
      </p:sp>
      <p:sp>
        <p:nvSpPr>
          <p:cNvPr id="3" name="txtfooterCopy" descr="{&#10; &quot;SkabelonDesign&quot;: {&#10; &quot;textualValue&quot;: &quot;&lt;key1/&gt;&quot;,&#10; &quot;bindingCollection&quot;: {&#10; &quot;key1&quot;: {&quot;SkabelonDesign&quot;:{&quot;type&quot;:&quot;Text&quot;,&quot;binding&quot;:&quot;Module.FooterText&quot;}}&#10; }&#10; }&#10;}">
            <a:extLst>
              <a:ext uri="{FF2B5EF4-FFF2-40B4-BE49-F238E27FC236}">
                <a16:creationId xmlns:a16="http://schemas.microsoft.com/office/drawing/2014/main" id="{C44ECCE6-4D94-443E-8C20-CA233A5C0572}"/>
              </a:ext>
            </a:extLst>
          </p:cNvPr>
          <p:cNvSpPr txBox="1"/>
          <p:nvPr userDrawn="1"/>
        </p:nvSpPr>
        <p:spPr>
          <a:xfrm>
            <a:off x="421638" y="6524625"/>
            <a:ext cx="65" cy="123111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marL="0" indent="0" algn="l">
              <a:buFontTx/>
              <a:buNone/>
            </a:pPr>
            <a:endParaRPr lang="en-US" sz="800" b="0" i="0" u="none">
              <a:solidFill>
                <a:schemeClr val="tx1"/>
              </a:solidFill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3111978300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Black Title Only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ckground">
            <a:extLst>
              <a:ext uri="{FF2B5EF4-FFF2-40B4-BE49-F238E27FC236}">
                <a16:creationId xmlns:a16="http://schemas.microsoft.com/office/drawing/2014/main" id="{D9A6888F-AC26-BA8F-0055-E808E294C9D7}"/>
              </a:ext>
            </a:extLst>
          </p:cNvPr>
          <p:cNvSpPr/>
          <p:nvPr userDrawn="1"/>
        </p:nvSpPr>
        <p:spPr bwMode="auto">
          <a:xfrm>
            <a:off x="0" y="0"/>
            <a:ext cx="12192000" cy="6858000"/>
          </a:xfrm>
          <a:prstGeom prst="rect">
            <a:avLst/>
          </a:prstGeom>
          <a:solidFill>
            <a:schemeClr val="bg2">
              <a:alpha val="0"/>
            </a:schemeClr>
          </a:solidFill>
          <a:ln w="1270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rot="0" spcFirstLastPara="0" vertOverflow="overflow" horzOverflow="overflow" vert="horz" wrap="square" lIns="72000" tIns="36000" rIns="73152" bIns="36576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marL="180000" indent="-180000" algn="l">
              <a:spcBef>
                <a:spcPts val="800"/>
              </a:spcBef>
              <a:buFont typeface="Ericsson Hilda" panose="00000500000000000000" pitchFamily="2" charset="0"/>
              <a:buChar char="●"/>
            </a:pPr>
            <a:endParaRPr lang="en-US">
              <a:solidFill>
                <a:schemeClr val="bg1"/>
              </a:solidFill>
              <a:latin typeface="+mn-lt"/>
            </a:endParaRPr>
          </a:p>
        </p:txBody>
      </p:sp>
      <p:pic>
        <p:nvPicPr>
          <p:cNvPr id="5" name="Logo">
            <a:extLst>
              <a:ext uri="{FF2B5EF4-FFF2-40B4-BE49-F238E27FC236}">
                <a16:creationId xmlns:a16="http://schemas.microsoft.com/office/drawing/2014/main" id="{561136CD-F1DB-03FC-F814-EFB439777257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379841" y="429421"/>
            <a:ext cx="482228" cy="482439"/>
          </a:xfrm>
          <a:prstGeom prst="rect">
            <a:avLst/>
          </a:prstGeom>
        </p:spPr>
      </p:pic>
      <p:sp>
        <p:nvSpPr>
          <p:cNvPr id="4" name="Title_SM"/>
          <p:cNvSpPr>
            <a:spLocks noGrp="1" noChangeArrowheads="1"/>
          </p:cNvSpPr>
          <p:nvPr>
            <p:ph type="title" hasCustomPrompt="1"/>
          </p:nvPr>
        </p:nvSpPr>
        <p:spPr bwMode="auto">
          <a:xfrm>
            <a:off x="479424" y="476250"/>
            <a:ext cx="8353425" cy="10810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72000" tIns="36000" rIns="0" bIns="0" numCol="1" anchor="t" anchorCtr="0" compatLnSpc="1">
            <a:prstTxWarp prst="textNoShape">
              <a:avLst/>
            </a:prstTxWarp>
            <a:noAutofit/>
          </a:bodyPr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Slide title, Ericsson Hilda Light 40pt, Ericsson Black, max 2-lines</a:t>
            </a:r>
          </a:p>
        </p:txBody>
      </p:sp>
      <p:sp>
        <p:nvSpPr>
          <p:cNvPr id="3" name="txtfooterCopy" descr="{&#10; &quot;SkabelonDesign&quot;: {&#10; &quot;textualValue&quot;: &quot;&lt;key1/&gt;&quot;,&#10; &quot;bindingCollection&quot;: {&#10; &quot;key1&quot;: {&quot;SkabelonDesign&quot;:{&quot;type&quot;:&quot;Text&quot;,&quot;binding&quot;:&quot;Module.FooterText&quot;}}&#10; }&#10; }&#10;}">
            <a:extLst>
              <a:ext uri="{FF2B5EF4-FFF2-40B4-BE49-F238E27FC236}">
                <a16:creationId xmlns:a16="http://schemas.microsoft.com/office/drawing/2014/main" id="{C44ECCE6-4D94-443E-8C20-CA233A5C0572}"/>
              </a:ext>
            </a:extLst>
          </p:cNvPr>
          <p:cNvSpPr txBox="1"/>
          <p:nvPr userDrawn="1"/>
        </p:nvSpPr>
        <p:spPr>
          <a:xfrm>
            <a:off x="421638" y="6524625"/>
            <a:ext cx="65" cy="123111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marL="0" indent="0" algn="l">
              <a:buFontTx/>
              <a:buNone/>
            </a:pPr>
            <a:endParaRPr lang="en-US" sz="800" b="0" i="0" u="none">
              <a:solidFill>
                <a:schemeClr val="tx1"/>
              </a:solidFill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3685856541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1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_SM"/>
          <p:cNvSpPr>
            <a:spLocks noGrp="1" noChangeArrowheads="1"/>
          </p:cNvSpPr>
          <p:nvPr>
            <p:ph type="title" hasCustomPrompt="1"/>
          </p:nvPr>
        </p:nvSpPr>
        <p:spPr bwMode="auto">
          <a:xfrm>
            <a:off x="479425" y="476250"/>
            <a:ext cx="10521950" cy="10810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72000" tIns="36000" rIns="73152" bIns="36576" numCol="1" anchor="t" anchorCtr="0" compatLnSpc="1">
            <a:prstTxWarp prst="textNoShape">
              <a:avLst/>
            </a:prstTxWarp>
            <a:noAutofit/>
          </a:bodyPr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Use this layout for document slides when you need space for a long heading and big content area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10CFEFC-6AC8-4817-A0D3-6029D48BD293}"/>
              </a:ext>
            </a:extLst>
          </p:cNvPr>
          <p:cNvSpPr>
            <a:spLocks noGrp="1"/>
          </p:cNvSpPr>
          <p:nvPr>
            <p:ph sz="quarter" idx="10" hasCustomPrompt="1"/>
          </p:nvPr>
        </p:nvSpPr>
        <p:spPr>
          <a:xfrm>
            <a:off x="479425" y="1844675"/>
            <a:ext cx="11233150" cy="4392612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/>
            </a:lvl5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8" name="txtfooterCopy" descr="{&#10; &quot;SkabelonDesign&quot;: {&#10; &quot;textualValue&quot;: &quot;&lt;key1/&gt;&quot;,&#10; &quot;bindingCollection&quot;: {&#10; &quot;key1&quot;: {&quot;SkabelonDesign&quot;:{&quot;type&quot;:&quot;Text&quot;,&quot;binding&quot;:&quot;Module.FooterText&quot;}}&#10; }&#10; }&#10;}">
            <a:extLst>
              <a:ext uri="{FF2B5EF4-FFF2-40B4-BE49-F238E27FC236}">
                <a16:creationId xmlns:a16="http://schemas.microsoft.com/office/drawing/2014/main" id="{C2AD0284-E6BA-49D8-AB3F-D94DBB1D54F0}"/>
              </a:ext>
            </a:extLst>
          </p:cNvPr>
          <p:cNvSpPr txBox="1"/>
          <p:nvPr userDrawn="1"/>
        </p:nvSpPr>
        <p:spPr>
          <a:xfrm>
            <a:off x="421638" y="6524625"/>
            <a:ext cx="65" cy="123111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marL="0" indent="0" algn="l">
              <a:buFontTx/>
              <a:buNone/>
            </a:pPr>
            <a:endParaRPr lang="en-US" sz="800" b="0" i="0" u="none">
              <a:solidFill>
                <a:schemeClr val="tx1"/>
              </a:solidFill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3466097430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Black Title and 1 column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ckground">
            <a:extLst>
              <a:ext uri="{FF2B5EF4-FFF2-40B4-BE49-F238E27FC236}">
                <a16:creationId xmlns:a16="http://schemas.microsoft.com/office/drawing/2014/main" id="{17697191-0A85-B8C8-9EEC-2BBBCA05BA94}"/>
              </a:ext>
            </a:extLst>
          </p:cNvPr>
          <p:cNvSpPr/>
          <p:nvPr userDrawn="1"/>
        </p:nvSpPr>
        <p:spPr bwMode="auto">
          <a:xfrm>
            <a:off x="0" y="0"/>
            <a:ext cx="12192000" cy="6858000"/>
          </a:xfrm>
          <a:prstGeom prst="rect">
            <a:avLst/>
          </a:prstGeom>
          <a:solidFill>
            <a:schemeClr val="bg2">
              <a:alpha val="0"/>
            </a:schemeClr>
          </a:solidFill>
          <a:ln w="1270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rot="0" spcFirstLastPara="0" vertOverflow="overflow" horzOverflow="overflow" vert="horz" wrap="square" lIns="72000" tIns="36000" rIns="73152" bIns="36576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marL="180000" indent="-180000" algn="l">
              <a:spcBef>
                <a:spcPts val="800"/>
              </a:spcBef>
              <a:buFont typeface="Ericsson Hilda" panose="00000500000000000000" pitchFamily="2" charset="0"/>
              <a:buChar char="●"/>
            </a:pPr>
            <a:endParaRPr lang="en-US">
              <a:solidFill>
                <a:schemeClr val="bg1"/>
              </a:solidFill>
              <a:latin typeface="+mn-lt"/>
            </a:endParaRPr>
          </a:p>
        </p:txBody>
      </p:sp>
      <p:pic>
        <p:nvPicPr>
          <p:cNvPr id="4" name="Logo">
            <a:extLst>
              <a:ext uri="{FF2B5EF4-FFF2-40B4-BE49-F238E27FC236}">
                <a16:creationId xmlns:a16="http://schemas.microsoft.com/office/drawing/2014/main" id="{74D3F1FB-D06C-DBD1-2450-16F10900A585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379841" y="429421"/>
            <a:ext cx="482228" cy="482439"/>
          </a:xfrm>
          <a:prstGeom prst="rect">
            <a:avLst/>
          </a:prstGeom>
        </p:spPr>
      </p:pic>
      <p:sp>
        <p:nvSpPr>
          <p:cNvPr id="5" name="Title_SM"/>
          <p:cNvSpPr>
            <a:spLocks noGrp="1" noChangeArrowheads="1"/>
          </p:cNvSpPr>
          <p:nvPr>
            <p:ph type="title" hasCustomPrompt="1"/>
          </p:nvPr>
        </p:nvSpPr>
        <p:spPr bwMode="auto">
          <a:xfrm>
            <a:off x="479425" y="476250"/>
            <a:ext cx="10521950" cy="10810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72000" tIns="36000" rIns="73152" bIns="36576" numCol="1" anchor="t" anchorCtr="0" compatLnSpc="1">
            <a:prstTxWarp prst="textNoShape">
              <a:avLst/>
            </a:prstTxWarp>
            <a:noAutofit/>
          </a:bodyPr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Use this layout for document slides when you need space for a long heading and big content area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10CFEFC-6AC8-4817-A0D3-6029D48BD293}"/>
              </a:ext>
            </a:extLst>
          </p:cNvPr>
          <p:cNvSpPr>
            <a:spLocks noGrp="1"/>
          </p:cNvSpPr>
          <p:nvPr>
            <p:ph sz="quarter" idx="10" hasCustomPrompt="1"/>
          </p:nvPr>
        </p:nvSpPr>
        <p:spPr>
          <a:xfrm>
            <a:off x="479425" y="1844675"/>
            <a:ext cx="11233150" cy="4392612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/>
            </a:lvl5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8" name="txtfooterCopy" descr="{&#10; &quot;SkabelonDesign&quot;: {&#10; &quot;textualValue&quot;: &quot;&lt;key1/&gt;&quot;,&#10; &quot;bindingCollection&quot;: {&#10; &quot;key1&quot;: {&quot;SkabelonDesign&quot;:{&quot;type&quot;:&quot;Text&quot;,&quot;binding&quot;:&quot;Module.FooterText&quot;}}&#10; }&#10; }&#10;}">
            <a:extLst>
              <a:ext uri="{FF2B5EF4-FFF2-40B4-BE49-F238E27FC236}">
                <a16:creationId xmlns:a16="http://schemas.microsoft.com/office/drawing/2014/main" id="{C2AD0284-E6BA-49D8-AB3F-D94DBB1D54F0}"/>
              </a:ext>
            </a:extLst>
          </p:cNvPr>
          <p:cNvSpPr txBox="1"/>
          <p:nvPr userDrawn="1"/>
        </p:nvSpPr>
        <p:spPr>
          <a:xfrm>
            <a:off x="421638" y="6524625"/>
            <a:ext cx="65" cy="123111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marL="0" indent="0" algn="l">
              <a:buFontTx/>
              <a:buNone/>
            </a:pPr>
            <a:endParaRPr lang="en-US" sz="800" b="0" i="0" u="none">
              <a:solidFill>
                <a:schemeClr val="tx1"/>
              </a:solidFill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1324104141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1 smaller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_SM">
            <a:extLst>
              <a:ext uri="{FF2B5EF4-FFF2-40B4-BE49-F238E27FC236}">
                <a16:creationId xmlns:a16="http://schemas.microsoft.com/office/drawing/2014/main" id="{3F4EF873-DC0F-4698-BEC2-502DB043AA5C}"/>
              </a:ext>
            </a:extLst>
          </p:cNvPr>
          <p:cNvSpPr>
            <a:spLocks noGrp="1" noChangeArrowheads="1"/>
          </p:cNvSpPr>
          <p:nvPr>
            <p:ph type="title" hasCustomPrompt="1"/>
          </p:nvPr>
        </p:nvSpPr>
        <p:spPr bwMode="auto">
          <a:xfrm>
            <a:off x="479425" y="476250"/>
            <a:ext cx="8353426" cy="10810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72000" tIns="36000" rIns="73152" bIns="36576" numCol="1" anchor="t" anchorCtr="0" compatLnSpc="1">
            <a:prstTxWarp prst="textNoShape">
              <a:avLst/>
            </a:prstTxWarp>
            <a:noAutofit/>
          </a:bodyPr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Use this layout for presentations using short and crisp headings</a:t>
            </a: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784F54AF-EED6-486A-9ACA-42061F4AAE9A}"/>
              </a:ext>
            </a:extLst>
          </p:cNvPr>
          <p:cNvSpPr>
            <a:spLocks noGrp="1"/>
          </p:cNvSpPr>
          <p:nvPr>
            <p:ph sz="quarter" idx="11" hasCustomPrompt="1"/>
          </p:nvPr>
        </p:nvSpPr>
        <p:spPr>
          <a:xfrm>
            <a:off x="479425" y="1844675"/>
            <a:ext cx="8353426" cy="4392612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/>
            </a:lvl5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7" name="txtfooterCopy" descr="{&#10; &quot;SkabelonDesign&quot;: {&#10; &quot;textualValue&quot;: &quot;&lt;key1/&gt;&quot;,&#10; &quot;bindingCollection&quot;: {&#10; &quot;key1&quot;: {&quot;SkabelonDesign&quot;:{&quot;type&quot;:&quot;Text&quot;,&quot;binding&quot;:&quot;Module.FooterText&quot;}}&#10; }&#10; }&#10;}">
            <a:extLst>
              <a:ext uri="{FF2B5EF4-FFF2-40B4-BE49-F238E27FC236}">
                <a16:creationId xmlns:a16="http://schemas.microsoft.com/office/drawing/2014/main" id="{DB8BC610-C1B0-4C6A-B5C2-80DA487CE5DE}"/>
              </a:ext>
            </a:extLst>
          </p:cNvPr>
          <p:cNvSpPr txBox="1"/>
          <p:nvPr userDrawn="1"/>
        </p:nvSpPr>
        <p:spPr>
          <a:xfrm>
            <a:off x="421638" y="6524625"/>
            <a:ext cx="65" cy="123111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marL="0" indent="0" algn="l">
              <a:buFontTx/>
              <a:buNone/>
            </a:pPr>
            <a:endParaRPr lang="en-US" sz="800" b="0" i="0" u="none">
              <a:solidFill>
                <a:schemeClr val="tx1"/>
              </a:solidFill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2636312352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Black Title and 1 smaller column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ckground">
            <a:extLst>
              <a:ext uri="{FF2B5EF4-FFF2-40B4-BE49-F238E27FC236}">
                <a16:creationId xmlns:a16="http://schemas.microsoft.com/office/drawing/2014/main" id="{C8FC9BDE-AACF-FAD9-0569-2308D75B1812}"/>
              </a:ext>
            </a:extLst>
          </p:cNvPr>
          <p:cNvSpPr/>
          <p:nvPr userDrawn="1"/>
        </p:nvSpPr>
        <p:spPr bwMode="auto">
          <a:xfrm>
            <a:off x="0" y="0"/>
            <a:ext cx="12192000" cy="6858000"/>
          </a:xfrm>
          <a:prstGeom prst="rect">
            <a:avLst/>
          </a:prstGeom>
          <a:solidFill>
            <a:schemeClr val="bg2">
              <a:alpha val="0"/>
            </a:schemeClr>
          </a:solidFill>
          <a:ln w="1270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rot="0" spcFirstLastPara="0" vertOverflow="overflow" horzOverflow="overflow" vert="horz" wrap="square" lIns="72000" tIns="36000" rIns="73152" bIns="36576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marL="180000" indent="-180000" algn="l">
              <a:spcBef>
                <a:spcPts val="800"/>
              </a:spcBef>
              <a:buFont typeface="Ericsson Hilda" panose="00000500000000000000" pitchFamily="2" charset="0"/>
              <a:buChar char="●"/>
            </a:pPr>
            <a:endParaRPr lang="en-US">
              <a:solidFill>
                <a:schemeClr val="bg1"/>
              </a:solidFill>
              <a:latin typeface="+mn-lt"/>
            </a:endParaRPr>
          </a:p>
        </p:txBody>
      </p:sp>
      <p:pic>
        <p:nvPicPr>
          <p:cNvPr id="3" name="Logo">
            <a:extLst>
              <a:ext uri="{FF2B5EF4-FFF2-40B4-BE49-F238E27FC236}">
                <a16:creationId xmlns:a16="http://schemas.microsoft.com/office/drawing/2014/main" id="{3989B81D-94DE-1159-ADB9-A5A03B074BB4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379841" y="429421"/>
            <a:ext cx="482228" cy="482439"/>
          </a:xfrm>
          <a:prstGeom prst="rect">
            <a:avLst/>
          </a:prstGeom>
        </p:spPr>
      </p:pic>
      <p:sp>
        <p:nvSpPr>
          <p:cNvPr id="6" name="Title_SM">
            <a:extLst>
              <a:ext uri="{FF2B5EF4-FFF2-40B4-BE49-F238E27FC236}">
                <a16:creationId xmlns:a16="http://schemas.microsoft.com/office/drawing/2014/main" id="{3F4EF873-DC0F-4698-BEC2-502DB043AA5C}"/>
              </a:ext>
            </a:extLst>
          </p:cNvPr>
          <p:cNvSpPr>
            <a:spLocks noGrp="1" noChangeArrowheads="1"/>
          </p:cNvSpPr>
          <p:nvPr>
            <p:ph type="title" hasCustomPrompt="1"/>
          </p:nvPr>
        </p:nvSpPr>
        <p:spPr bwMode="auto">
          <a:xfrm>
            <a:off x="479425" y="476250"/>
            <a:ext cx="8353426" cy="10810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72000" tIns="36000" rIns="73152" bIns="36576" numCol="1" anchor="t" anchorCtr="0" compatLnSpc="1">
            <a:prstTxWarp prst="textNoShape">
              <a:avLst/>
            </a:prstTxWarp>
            <a:noAutofit/>
          </a:bodyPr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Use this layout for presentations using short and crisp headings</a:t>
            </a: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784F54AF-EED6-486A-9ACA-42061F4AAE9A}"/>
              </a:ext>
            </a:extLst>
          </p:cNvPr>
          <p:cNvSpPr>
            <a:spLocks noGrp="1"/>
          </p:cNvSpPr>
          <p:nvPr>
            <p:ph sz="quarter" idx="11" hasCustomPrompt="1"/>
          </p:nvPr>
        </p:nvSpPr>
        <p:spPr>
          <a:xfrm>
            <a:off x="479425" y="1844675"/>
            <a:ext cx="8353426" cy="4392612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/>
            </a:lvl5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7" name="txtfooterCopy" descr="{&#10; &quot;SkabelonDesign&quot;: {&#10; &quot;textualValue&quot;: &quot;&lt;key1/&gt;&quot;,&#10; &quot;bindingCollection&quot;: {&#10; &quot;key1&quot;: {&quot;SkabelonDesign&quot;:{&quot;type&quot;:&quot;Text&quot;,&quot;binding&quot;:&quot;Module.FooterText&quot;}}&#10; }&#10; }&#10;}">
            <a:extLst>
              <a:ext uri="{FF2B5EF4-FFF2-40B4-BE49-F238E27FC236}">
                <a16:creationId xmlns:a16="http://schemas.microsoft.com/office/drawing/2014/main" id="{DB8BC610-C1B0-4C6A-B5C2-80DA487CE5DE}"/>
              </a:ext>
            </a:extLst>
          </p:cNvPr>
          <p:cNvSpPr txBox="1"/>
          <p:nvPr userDrawn="1"/>
        </p:nvSpPr>
        <p:spPr>
          <a:xfrm>
            <a:off x="421638" y="6524625"/>
            <a:ext cx="65" cy="123111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marL="0" indent="0" algn="l">
              <a:buFontTx/>
              <a:buNone/>
            </a:pPr>
            <a:endParaRPr lang="en-US" sz="800" b="0" i="0" u="none">
              <a:solidFill>
                <a:schemeClr val="tx1"/>
              </a:solidFill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2532969809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2 colum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_SM">
            <a:extLst>
              <a:ext uri="{FF2B5EF4-FFF2-40B4-BE49-F238E27FC236}">
                <a16:creationId xmlns:a16="http://schemas.microsoft.com/office/drawing/2014/main" id="{891BF4C4-9DF9-4D9F-A738-37FBCD45AA68}"/>
              </a:ext>
            </a:extLst>
          </p:cNvPr>
          <p:cNvSpPr>
            <a:spLocks noGrp="1" noChangeArrowheads="1"/>
          </p:cNvSpPr>
          <p:nvPr>
            <p:ph type="title" hasCustomPrompt="1"/>
          </p:nvPr>
        </p:nvSpPr>
        <p:spPr bwMode="auto">
          <a:xfrm>
            <a:off x="479425" y="476250"/>
            <a:ext cx="8353426" cy="10810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72000" tIns="36000" rIns="73152" bIns="36576" numCol="1" anchor="t" anchorCtr="0" compatLnSpc="1">
            <a:prstTxWarp prst="textNoShape">
              <a:avLst/>
            </a:prstTxWarp>
            <a:noAutofit/>
          </a:bodyPr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Slide title, Ericsson Hilda Light 40pt, Ericsson Black, max 2-lines</a:t>
            </a:r>
          </a:p>
        </p:txBody>
      </p:sp>
      <p:sp>
        <p:nvSpPr>
          <p:cNvPr id="3" name="Content Placeholder 1"/>
          <p:cNvSpPr>
            <a:spLocks noGrp="1"/>
          </p:cNvSpPr>
          <p:nvPr>
            <p:ph sz="half" idx="1" hasCustomPrompt="1"/>
          </p:nvPr>
        </p:nvSpPr>
        <p:spPr>
          <a:xfrm>
            <a:off x="479425" y="1844675"/>
            <a:ext cx="5472113" cy="4392612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/>
            </a:lvl5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5" name="Content Placeholder 3"/>
          <p:cNvSpPr>
            <a:spLocks noGrp="1"/>
          </p:cNvSpPr>
          <p:nvPr>
            <p:ph sz="quarter" idx="3" hasCustomPrompt="1"/>
          </p:nvPr>
        </p:nvSpPr>
        <p:spPr>
          <a:xfrm>
            <a:off x="6240463" y="1844674"/>
            <a:ext cx="5472112" cy="4392613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/>
            </a:lvl5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8" name="txtfooterCopy" descr="{&#10; &quot;SkabelonDesign&quot;: {&#10; &quot;textualValue&quot;: &quot;&lt;key1/&gt;&quot;,&#10; &quot;bindingCollection&quot;: {&#10; &quot;key1&quot;: {&quot;SkabelonDesign&quot;:{&quot;type&quot;:&quot;Text&quot;,&quot;binding&quot;:&quot;Module.FooterText&quot;}}&#10; }&#10; }&#10;}">
            <a:extLst>
              <a:ext uri="{FF2B5EF4-FFF2-40B4-BE49-F238E27FC236}">
                <a16:creationId xmlns:a16="http://schemas.microsoft.com/office/drawing/2014/main" id="{53797230-5A6C-4718-8C90-CB9F2709B382}"/>
              </a:ext>
            </a:extLst>
          </p:cNvPr>
          <p:cNvSpPr txBox="1"/>
          <p:nvPr userDrawn="1"/>
        </p:nvSpPr>
        <p:spPr>
          <a:xfrm>
            <a:off x="421638" y="6524625"/>
            <a:ext cx="65" cy="123111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marL="0" indent="0" algn="l">
              <a:buFontTx/>
              <a:buNone/>
            </a:pPr>
            <a:endParaRPr lang="en-US" sz="800" b="0" i="0" u="none">
              <a:solidFill>
                <a:schemeClr val="tx1"/>
              </a:solidFill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3374944777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Black Title and 2 columns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ckground">
            <a:extLst>
              <a:ext uri="{FF2B5EF4-FFF2-40B4-BE49-F238E27FC236}">
                <a16:creationId xmlns:a16="http://schemas.microsoft.com/office/drawing/2014/main" id="{105FD79D-9BC3-0408-DF33-0CA55CC3DCDA}"/>
              </a:ext>
            </a:extLst>
          </p:cNvPr>
          <p:cNvSpPr/>
          <p:nvPr userDrawn="1"/>
        </p:nvSpPr>
        <p:spPr bwMode="auto">
          <a:xfrm>
            <a:off x="0" y="0"/>
            <a:ext cx="12192000" cy="6858000"/>
          </a:xfrm>
          <a:prstGeom prst="rect">
            <a:avLst/>
          </a:prstGeom>
          <a:solidFill>
            <a:schemeClr val="bg2">
              <a:alpha val="0"/>
            </a:schemeClr>
          </a:solidFill>
          <a:ln w="1270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rot="0" spcFirstLastPara="0" vertOverflow="overflow" horzOverflow="overflow" vert="horz" wrap="square" lIns="72000" tIns="36000" rIns="73152" bIns="36576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marL="180000" indent="-180000" algn="l">
              <a:spcBef>
                <a:spcPts val="800"/>
              </a:spcBef>
              <a:buFont typeface="Ericsson Hilda" panose="00000500000000000000" pitchFamily="2" charset="0"/>
              <a:buChar char="●"/>
            </a:pPr>
            <a:endParaRPr lang="en-US">
              <a:solidFill>
                <a:schemeClr val="bg1"/>
              </a:solidFill>
              <a:latin typeface="+mn-lt"/>
            </a:endParaRPr>
          </a:p>
        </p:txBody>
      </p:sp>
      <p:pic>
        <p:nvPicPr>
          <p:cNvPr id="4" name="Logo">
            <a:extLst>
              <a:ext uri="{FF2B5EF4-FFF2-40B4-BE49-F238E27FC236}">
                <a16:creationId xmlns:a16="http://schemas.microsoft.com/office/drawing/2014/main" id="{D355044D-CD56-AB10-6CA0-CA0669B90600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379841" y="429421"/>
            <a:ext cx="482228" cy="482439"/>
          </a:xfrm>
          <a:prstGeom prst="rect">
            <a:avLst/>
          </a:prstGeom>
        </p:spPr>
      </p:pic>
      <p:sp>
        <p:nvSpPr>
          <p:cNvPr id="6" name="Title_SM">
            <a:extLst>
              <a:ext uri="{FF2B5EF4-FFF2-40B4-BE49-F238E27FC236}">
                <a16:creationId xmlns:a16="http://schemas.microsoft.com/office/drawing/2014/main" id="{891BF4C4-9DF9-4D9F-A738-37FBCD45AA68}"/>
              </a:ext>
            </a:extLst>
          </p:cNvPr>
          <p:cNvSpPr>
            <a:spLocks noGrp="1" noChangeArrowheads="1"/>
          </p:cNvSpPr>
          <p:nvPr>
            <p:ph type="title" hasCustomPrompt="1"/>
          </p:nvPr>
        </p:nvSpPr>
        <p:spPr bwMode="auto">
          <a:xfrm>
            <a:off x="479425" y="476250"/>
            <a:ext cx="8353426" cy="10810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72000" tIns="36000" rIns="73152" bIns="36576" numCol="1" anchor="t" anchorCtr="0" compatLnSpc="1">
            <a:prstTxWarp prst="textNoShape">
              <a:avLst/>
            </a:prstTxWarp>
            <a:noAutofit/>
          </a:bodyPr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Slide title, Ericsson Hilda Light 40pt, Ericsson Black, max 2-lines</a:t>
            </a:r>
          </a:p>
        </p:txBody>
      </p:sp>
      <p:sp>
        <p:nvSpPr>
          <p:cNvPr id="3" name="Content Placeholder 1"/>
          <p:cNvSpPr>
            <a:spLocks noGrp="1"/>
          </p:cNvSpPr>
          <p:nvPr>
            <p:ph sz="half" idx="1" hasCustomPrompt="1"/>
          </p:nvPr>
        </p:nvSpPr>
        <p:spPr>
          <a:xfrm>
            <a:off x="479425" y="1844675"/>
            <a:ext cx="5472113" cy="4392612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/>
            </a:lvl5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5" name="Content Placeholder 3"/>
          <p:cNvSpPr>
            <a:spLocks noGrp="1"/>
          </p:cNvSpPr>
          <p:nvPr>
            <p:ph sz="quarter" idx="3" hasCustomPrompt="1"/>
          </p:nvPr>
        </p:nvSpPr>
        <p:spPr>
          <a:xfrm>
            <a:off x="6240463" y="1844674"/>
            <a:ext cx="5472112" cy="4392613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/>
            </a:lvl5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8" name="txtfooterCopy" descr="{&#10; &quot;SkabelonDesign&quot;: {&#10; &quot;textualValue&quot;: &quot;&lt;key1/&gt;&quot;,&#10; &quot;bindingCollection&quot;: {&#10; &quot;key1&quot;: {&quot;SkabelonDesign&quot;:{&quot;type&quot;:&quot;Text&quot;,&quot;binding&quot;:&quot;Module.FooterText&quot;}}&#10; }&#10; }&#10;}">
            <a:extLst>
              <a:ext uri="{FF2B5EF4-FFF2-40B4-BE49-F238E27FC236}">
                <a16:creationId xmlns:a16="http://schemas.microsoft.com/office/drawing/2014/main" id="{53797230-5A6C-4718-8C90-CB9F2709B382}"/>
              </a:ext>
            </a:extLst>
          </p:cNvPr>
          <p:cNvSpPr txBox="1"/>
          <p:nvPr userDrawn="1"/>
        </p:nvSpPr>
        <p:spPr>
          <a:xfrm>
            <a:off x="421638" y="6524625"/>
            <a:ext cx="65" cy="123111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marL="0" indent="0" algn="l">
              <a:buFontTx/>
              <a:buNone/>
            </a:pPr>
            <a:endParaRPr lang="en-US" sz="800" b="0" i="0" u="none">
              <a:solidFill>
                <a:schemeClr val="tx1"/>
              </a:solidFill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3293968729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3 colum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_SM">
            <a:extLst>
              <a:ext uri="{FF2B5EF4-FFF2-40B4-BE49-F238E27FC236}">
                <a16:creationId xmlns:a16="http://schemas.microsoft.com/office/drawing/2014/main" id="{6B686A21-AA96-4B0A-B7CE-F4C6D5D31B32}"/>
              </a:ext>
            </a:extLst>
          </p:cNvPr>
          <p:cNvSpPr>
            <a:spLocks noGrp="1" noChangeArrowheads="1"/>
          </p:cNvSpPr>
          <p:nvPr>
            <p:ph type="title" hasCustomPrompt="1"/>
          </p:nvPr>
        </p:nvSpPr>
        <p:spPr bwMode="auto">
          <a:xfrm>
            <a:off x="479425" y="476250"/>
            <a:ext cx="8353426" cy="10810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72000" tIns="36000" rIns="73152" bIns="36576" numCol="1" anchor="t" anchorCtr="0" compatLnSpc="1">
            <a:prstTxWarp prst="textNoShape">
              <a:avLst/>
            </a:prstTxWarp>
            <a:noAutofit/>
          </a:bodyPr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Slide title, Ericsson Hilda Light 40pt, Ericsson Black, max 2-lines</a:t>
            </a:r>
          </a:p>
        </p:txBody>
      </p:sp>
      <p:sp>
        <p:nvSpPr>
          <p:cNvPr id="6" name="Content Placeholder 1"/>
          <p:cNvSpPr>
            <a:spLocks noGrp="1"/>
          </p:cNvSpPr>
          <p:nvPr>
            <p:ph sz="quarter" idx="11" hasCustomPrompt="1"/>
          </p:nvPr>
        </p:nvSpPr>
        <p:spPr>
          <a:xfrm>
            <a:off x="481052" y="1846580"/>
            <a:ext cx="3528000" cy="4392613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/>
            </a:lvl4pPr>
            <a:lvl5pPr>
              <a:defRPr/>
            </a:lvl5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8" name="Content Placeholder 2"/>
          <p:cNvSpPr>
            <a:spLocks noGrp="1"/>
          </p:cNvSpPr>
          <p:nvPr>
            <p:ph sz="quarter" idx="12" hasCustomPrompt="1"/>
          </p:nvPr>
        </p:nvSpPr>
        <p:spPr>
          <a:xfrm>
            <a:off x="4332814" y="1844674"/>
            <a:ext cx="3528000" cy="4392613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/>
            </a:lvl4pPr>
            <a:lvl5pPr>
              <a:defRPr/>
            </a:lvl5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7" name="Content Placeholder 3">
            <a:extLst>
              <a:ext uri="{FF2B5EF4-FFF2-40B4-BE49-F238E27FC236}">
                <a16:creationId xmlns:a16="http://schemas.microsoft.com/office/drawing/2014/main" id="{8E3794F8-471D-4987-945F-3C29BB03AB49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8184575" y="1846580"/>
            <a:ext cx="3528000" cy="4392613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/>
            </a:lvl4pPr>
            <a:lvl5pPr>
              <a:defRPr/>
            </a:lvl5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9" name="txtfooterCopy" descr="{&#10; &quot;SkabelonDesign&quot;: {&#10; &quot;textualValue&quot;: &quot;&lt;key1/&gt;&quot;,&#10; &quot;bindingCollection&quot;: {&#10; &quot;key1&quot;: {&quot;SkabelonDesign&quot;:{&quot;type&quot;:&quot;Text&quot;,&quot;binding&quot;:&quot;Module.FooterText&quot;}}&#10; }&#10; }&#10;}">
            <a:extLst>
              <a:ext uri="{FF2B5EF4-FFF2-40B4-BE49-F238E27FC236}">
                <a16:creationId xmlns:a16="http://schemas.microsoft.com/office/drawing/2014/main" id="{2C8570FA-FAA3-4EFA-A4F1-01C285AE39DE}"/>
              </a:ext>
            </a:extLst>
          </p:cNvPr>
          <p:cNvSpPr txBox="1"/>
          <p:nvPr userDrawn="1"/>
        </p:nvSpPr>
        <p:spPr>
          <a:xfrm>
            <a:off x="421638" y="6524625"/>
            <a:ext cx="65" cy="123111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marL="0" indent="0" algn="l">
              <a:buFontTx/>
              <a:buNone/>
            </a:pPr>
            <a:endParaRPr lang="en-US" sz="800" b="0" i="0" u="none">
              <a:solidFill>
                <a:schemeClr val="tx1"/>
              </a:solidFill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2571478459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ack Title and 3 columns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ckground">
            <a:extLst>
              <a:ext uri="{FF2B5EF4-FFF2-40B4-BE49-F238E27FC236}">
                <a16:creationId xmlns:a16="http://schemas.microsoft.com/office/drawing/2014/main" id="{09FDE7F6-BBC9-8CC3-CB40-B28724FF07BC}"/>
              </a:ext>
            </a:extLst>
          </p:cNvPr>
          <p:cNvSpPr/>
          <p:nvPr userDrawn="1"/>
        </p:nvSpPr>
        <p:spPr bwMode="auto">
          <a:xfrm>
            <a:off x="0" y="0"/>
            <a:ext cx="12192000" cy="6858000"/>
          </a:xfrm>
          <a:prstGeom prst="rect">
            <a:avLst/>
          </a:prstGeom>
          <a:solidFill>
            <a:schemeClr val="bg2">
              <a:alpha val="0"/>
            </a:schemeClr>
          </a:solidFill>
          <a:ln w="1270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rot="0" spcFirstLastPara="0" vertOverflow="overflow" horzOverflow="overflow" vert="horz" wrap="square" lIns="72000" tIns="36000" rIns="73152" bIns="36576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marL="180000" indent="-180000" algn="l">
              <a:spcBef>
                <a:spcPts val="800"/>
              </a:spcBef>
              <a:buFont typeface="Ericsson Hilda" panose="00000500000000000000" pitchFamily="2" charset="0"/>
              <a:buChar char="●"/>
            </a:pPr>
            <a:endParaRPr lang="en-US">
              <a:solidFill>
                <a:schemeClr val="bg1"/>
              </a:solidFill>
              <a:latin typeface="+mn-lt"/>
            </a:endParaRPr>
          </a:p>
        </p:txBody>
      </p:sp>
      <p:pic>
        <p:nvPicPr>
          <p:cNvPr id="3" name="Logo">
            <a:extLst>
              <a:ext uri="{FF2B5EF4-FFF2-40B4-BE49-F238E27FC236}">
                <a16:creationId xmlns:a16="http://schemas.microsoft.com/office/drawing/2014/main" id="{D6BED84F-1648-A661-5267-B4AD41FD9C1B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379841" y="429421"/>
            <a:ext cx="482228" cy="482439"/>
          </a:xfrm>
          <a:prstGeom prst="rect">
            <a:avLst/>
          </a:prstGeom>
        </p:spPr>
      </p:pic>
      <p:sp>
        <p:nvSpPr>
          <p:cNvPr id="10" name="Title_SM">
            <a:extLst>
              <a:ext uri="{FF2B5EF4-FFF2-40B4-BE49-F238E27FC236}">
                <a16:creationId xmlns:a16="http://schemas.microsoft.com/office/drawing/2014/main" id="{6B686A21-AA96-4B0A-B7CE-F4C6D5D31B32}"/>
              </a:ext>
            </a:extLst>
          </p:cNvPr>
          <p:cNvSpPr>
            <a:spLocks noGrp="1" noChangeArrowheads="1"/>
          </p:cNvSpPr>
          <p:nvPr>
            <p:ph type="title" hasCustomPrompt="1"/>
          </p:nvPr>
        </p:nvSpPr>
        <p:spPr bwMode="auto">
          <a:xfrm>
            <a:off x="479425" y="476250"/>
            <a:ext cx="8353426" cy="10810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72000" tIns="36000" rIns="73152" bIns="36576" numCol="1" anchor="t" anchorCtr="0" compatLnSpc="1">
            <a:prstTxWarp prst="textNoShape">
              <a:avLst/>
            </a:prstTxWarp>
            <a:noAutofit/>
          </a:bodyPr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Slide title, Ericsson Hilda Light 40pt, Ericsson Black, max 2-lines</a:t>
            </a:r>
          </a:p>
        </p:txBody>
      </p:sp>
      <p:sp>
        <p:nvSpPr>
          <p:cNvPr id="6" name="Content Placeholder 1"/>
          <p:cNvSpPr>
            <a:spLocks noGrp="1"/>
          </p:cNvSpPr>
          <p:nvPr>
            <p:ph sz="quarter" idx="11" hasCustomPrompt="1"/>
          </p:nvPr>
        </p:nvSpPr>
        <p:spPr>
          <a:xfrm>
            <a:off x="481052" y="1846580"/>
            <a:ext cx="3528000" cy="4392613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/>
            </a:lvl4pPr>
            <a:lvl5pPr>
              <a:defRPr/>
            </a:lvl5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8" name="Content Placeholder 2"/>
          <p:cNvSpPr>
            <a:spLocks noGrp="1"/>
          </p:cNvSpPr>
          <p:nvPr>
            <p:ph sz="quarter" idx="12" hasCustomPrompt="1"/>
          </p:nvPr>
        </p:nvSpPr>
        <p:spPr>
          <a:xfrm>
            <a:off x="4332814" y="1844674"/>
            <a:ext cx="3528000" cy="4392613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/>
            </a:lvl4pPr>
            <a:lvl5pPr>
              <a:defRPr/>
            </a:lvl5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7" name="Content Placeholder 3">
            <a:extLst>
              <a:ext uri="{FF2B5EF4-FFF2-40B4-BE49-F238E27FC236}">
                <a16:creationId xmlns:a16="http://schemas.microsoft.com/office/drawing/2014/main" id="{8E3794F8-471D-4987-945F-3C29BB03AB49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8184575" y="1846580"/>
            <a:ext cx="3528000" cy="4392613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/>
            </a:lvl4pPr>
            <a:lvl5pPr>
              <a:defRPr/>
            </a:lvl5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9" name="txtfooterCopy" descr="{&#10; &quot;SkabelonDesign&quot;: {&#10; &quot;textualValue&quot;: &quot;&lt;key1/&gt;&quot;,&#10; &quot;bindingCollection&quot;: {&#10; &quot;key1&quot;: {&quot;SkabelonDesign&quot;:{&quot;type&quot;:&quot;Text&quot;,&quot;binding&quot;:&quot;Module.FooterText&quot;}}&#10; }&#10; }&#10;}">
            <a:extLst>
              <a:ext uri="{FF2B5EF4-FFF2-40B4-BE49-F238E27FC236}">
                <a16:creationId xmlns:a16="http://schemas.microsoft.com/office/drawing/2014/main" id="{2C8570FA-FAA3-4EFA-A4F1-01C285AE39DE}"/>
              </a:ext>
            </a:extLst>
          </p:cNvPr>
          <p:cNvSpPr txBox="1"/>
          <p:nvPr userDrawn="1"/>
        </p:nvSpPr>
        <p:spPr>
          <a:xfrm>
            <a:off x="421638" y="6524625"/>
            <a:ext cx="65" cy="123111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marL="0" indent="0" algn="l">
              <a:buFontTx/>
              <a:buNone/>
            </a:pPr>
            <a:endParaRPr lang="en-US" sz="800" b="0" i="0" u="none">
              <a:solidFill>
                <a:schemeClr val="tx1"/>
              </a:solidFill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4080537191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4 colum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_SM">
            <a:extLst>
              <a:ext uri="{FF2B5EF4-FFF2-40B4-BE49-F238E27FC236}">
                <a16:creationId xmlns:a16="http://schemas.microsoft.com/office/drawing/2014/main" id="{F4D71A67-F349-4E68-B7B8-D53CE323A764}"/>
              </a:ext>
            </a:extLst>
          </p:cNvPr>
          <p:cNvSpPr>
            <a:spLocks noGrp="1" noChangeArrowheads="1"/>
          </p:cNvSpPr>
          <p:nvPr>
            <p:ph type="title" hasCustomPrompt="1"/>
          </p:nvPr>
        </p:nvSpPr>
        <p:spPr bwMode="auto">
          <a:xfrm>
            <a:off x="479425" y="476250"/>
            <a:ext cx="8353426" cy="10810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72000" tIns="36000" rIns="73152" bIns="36576" numCol="1" anchor="t" anchorCtr="0" compatLnSpc="1">
            <a:prstTxWarp prst="textNoShape">
              <a:avLst/>
            </a:prstTxWarp>
            <a:noAutofit/>
          </a:bodyPr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Slide title, Ericsson Hilda Light 40pt, Ericsson Black, max 2-lines</a:t>
            </a:r>
          </a:p>
        </p:txBody>
      </p:sp>
      <p:sp>
        <p:nvSpPr>
          <p:cNvPr id="4" name="Content Placeholder 1"/>
          <p:cNvSpPr>
            <a:spLocks noGrp="1"/>
          </p:cNvSpPr>
          <p:nvPr>
            <p:ph sz="quarter" idx="10" hasCustomPrompt="1"/>
          </p:nvPr>
        </p:nvSpPr>
        <p:spPr>
          <a:xfrm>
            <a:off x="479425" y="1844674"/>
            <a:ext cx="2592388" cy="4392613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/>
            </a:lvl4pPr>
            <a:lvl5pPr>
              <a:defRPr/>
            </a:lvl5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6" name="Content Placeholder 2"/>
          <p:cNvSpPr>
            <a:spLocks noGrp="1"/>
          </p:cNvSpPr>
          <p:nvPr>
            <p:ph sz="quarter" idx="11" hasCustomPrompt="1"/>
          </p:nvPr>
        </p:nvSpPr>
        <p:spPr>
          <a:xfrm>
            <a:off x="3359149" y="1844674"/>
            <a:ext cx="2592389" cy="4392613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/>
            </a:lvl4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8" name="Content Placeholder 3"/>
          <p:cNvSpPr>
            <a:spLocks noGrp="1"/>
          </p:cNvSpPr>
          <p:nvPr>
            <p:ph sz="quarter" idx="12" hasCustomPrompt="1"/>
          </p:nvPr>
        </p:nvSpPr>
        <p:spPr>
          <a:xfrm>
            <a:off x="6240463" y="1844674"/>
            <a:ext cx="2592388" cy="4392614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/>
            </a:lvl4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9" name="Content Placeholder 4"/>
          <p:cNvSpPr>
            <a:spLocks noGrp="1"/>
          </p:cNvSpPr>
          <p:nvPr>
            <p:ph sz="quarter" idx="13" hasCustomPrompt="1"/>
          </p:nvPr>
        </p:nvSpPr>
        <p:spPr>
          <a:xfrm>
            <a:off x="9120188" y="1844674"/>
            <a:ext cx="2592387" cy="4392613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/>
            </a:lvl4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11" name="txtfooterCopy" descr="{&#10; &quot;SkabelonDesign&quot;: {&#10; &quot;textualValue&quot;: &quot;&lt;key1/&gt;&quot;,&#10; &quot;bindingCollection&quot;: {&#10; &quot;key1&quot;: {&quot;SkabelonDesign&quot;:{&quot;type&quot;:&quot;Text&quot;,&quot;binding&quot;:&quot;Module.FooterText&quot;}}&#10; }&#10; }&#10;}">
            <a:extLst>
              <a:ext uri="{FF2B5EF4-FFF2-40B4-BE49-F238E27FC236}">
                <a16:creationId xmlns:a16="http://schemas.microsoft.com/office/drawing/2014/main" id="{A55C34B4-681E-4FDA-A9BB-6BC31D94C8D6}"/>
              </a:ext>
            </a:extLst>
          </p:cNvPr>
          <p:cNvSpPr txBox="1"/>
          <p:nvPr userDrawn="1"/>
        </p:nvSpPr>
        <p:spPr>
          <a:xfrm>
            <a:off x="421638" y="6524625"/>
            <a:ext cx="65" cy="123111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marL="0" indent="0" algn="l">
              <a:buFontTx/>
              <a:buNone/>
            </a:pPr>
            <a:endParaRPr lang="en-US" sz="800" b="0" i="0" u="none">
              <a:solidFill>
                <a:schemeClr val="tx1"/>
              </a:solidFill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3859700621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Black Title and 4 columns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ckground">
            <a:extLst>
              <a:ext uri="{FF2B5EF4-FFF2-40B4-BE49-F238E27FC236}">
                <a16:creationId xmlns:a16="http://schemas.microsoft.com/office/drawing/2014/main" id="{D44FC84B-7E22-F949-A48C-665D3900E6CC}"/>
              </a:ext>
            </a:extLst>
          </p:cNvPr>
          <p:cNvSpPr/>
          <p:nvPr userDrawn="1"/>
        </p:nvSpPr>
        <p:spPr bwMode="auto">
          <a:xfrm>
            <a:off x="0" y="0"/>
            <a:ext cx="12192000" cy="6858000"/>
          </a:xfrm>
          <a:prstGeom prst="rect">
            <a:avLst/>
          </a:prstGeom>
          <a:solidFill>
            <a:schemeClr val="bg2">
              <a:alpha val="0"/>
            </a:schemeClr>
          </a:solidFill>
          <a:ln w="1270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rot="0" spcFirstLastPara="0" vertOverflow="overflow" horzOverflow="overflow" vert="horz" wrap="square" lIns="72000" tIns="36000" rIns="73152" bIns="36576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marL="180000" indent="-180000" algn="l">
              <a:spcBef>
                <a:spcPts val="800"/>
              </a:spcBef>
              <a:buFont typeface="Ericsson Hilda" panose="00000500000000000000" pitchFamily="2" charset="0"/>
              <a:buChar char="●"/>
            </a:pPr>
            <a:endParaRPr lang="en-US">
              <a:solidFill>
                <a:schemeClr val="bg1"/>
              </a:solidFill>
              <a:latin typeface="+mn-lt"/>
            </a:endParaRPr>
          </a:p>
        </p:txBody>
      </p:sp>
      <p:pic>
        <p:nvPicPr>
          <p:cNvPr id="3" name="Logo">
            <a:extLst>
              <a:ext uri="{FF2B5EF4-FFF2-40B4-BE49-F238E27FC236}">
                <a16:creationId xmlns:a16="http://schemas.microsoft.com/office/drawing/2014/main" id="{E1FC2882-E07D-F2B8-C050-E922C4080D23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379841" y="429421"/>
            <a:ext cx="482228" cy="482439"/>
          </a:xfrm>
          <a:prstGeom prst="rect">
            <a:avLst/>
          </a:prstGeom>
        </p:spPr>
      </p:pic>
      <p:sp>
        <p:nvSpPr>
          <p:cNvPr id="7" name="Title_SM">
            <a:extLst>
              <a:ext uri="{FF2B5EF4-FFF2-40B4-BE49-F238E27FC236}">
                <a16:creationId xmlns:a16="http://schemas.microsoft.com/office/drawing/2014/main" id="{F4D71A67-F349-4E68-B7B8-D53CE323A764}"/>
              </a:ext>
            </a:extLst>
          </p:cNvPr>
          <p:cNvSpPr>
            <a:spLocks noGrp="1" noChangeArrowheads="1"/>
          </p:cNvSpPr>
          <p:nvPr>
            <p:ph type="title" hasCustomPrompt="1"/>
          </p:nvPr>
        </p:nvSpPr>
        <p:spPr bwMode="auto">
          <a:xfrm>
            <a:off x="479425" y="476250"/>
            <a:ext cx="8353426" cy="10810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72000" tIns="36000" rIns="73152" bIns="36576" numCol="1" anchor="t" anchorCtr="0" compatLnSpc="1">
            <a:prstTxWarp prst="textNoShape">
              <a:avLst/>
            </a:prstTxWarp>
            <a:noAutofit/>
          </a:bodyPr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Slide title, Ericsson Hilda Light 40pt, Ericsson Black, max 2-lines</a:t>
            </a:r>
          </a:p>
        </p:txBody>
      </p:sp>
      <p:sp>
        <p:nvSpPr>
          <p:cNvPr id="4" name="Content Placeholder 1"/>
          <p:cNvSpPr>
            <a:spLocks noGrp="1"/>
          </p:cNvSpPr>
          <p:nvPr>
            <p:ph sz="quarter" idx="10" hasCustomPrompt="1"/>
          </p:nvPr>
        </p:nvSpPr>
        <p:spPr>
          <a:xfrm>
            <a:off x="479425" y="1844674"/>
            <a:ext cx="2592388" cy="4392613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/>
            </a:lvl4pPr>
            <a:lvl5pPr>
              <a:defRPr/>
            </a:lvl5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6" name="Content Placeholder 2"/>
          <p:cNvSpPr>
            <a:spLocks noGrp="1"/>
          </p:cNvSpPr>
          <p:nvPr>
            <p:ph sz="quarter" idx="11" hasCustomPrompt="1"/>
          </p:nvPr>
        </p:nvSpPr>
        <p:spPr>
          <a:xfrm>
            <a:off x="3359149" y="1844674"/>
            <a:ext cx="2592389" cy="4392613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/>
            </a:lvl4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8" name="Content Placeholder 3"/>
          <p:cNvSpPr>
            <a:spLocks noGrp="1"/>
          </p:cNvSpPr>
          <p:nvPr>
            <p:ph sz="quarter" idx="12" hasCustomPrompt="1"/>
          </p:nvPr>
        </p:nvSpPr>
        <p:spPr>
          <a:xfrm>
            <a:off x="6240463" y="1844674"/>
            <a:ext cx="2592388" cy="4392614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/>
            </a:lvl4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9" name="Content Placeholder 4"/>
          <p:cNvSpPr>
            <a:spLocks noGrp="1"/>
          </p:cNvSpPr>
          <p:nvPr>
            <p:ph sz="quarter" idx="13" hasCustomPrompt="1"/>
          </p:nvPr>
        </p:nvSpPr>
        <p:spPr>
          <a:xfrm>
            <a:off x="9120188" y="1844674"/>
            <a:ext cx="2592387" cy="4392613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/>
            </a:lvl4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11" name="txtfooterCopy" descr="{&#10; &quot;SkabelonDesign&quot;: {&#10; &quot;textualValue&quot;: &quot;&lt;key1/&gt;&quot;,&#10; &quot;bindingCollection&quot;: {&#10; &quot;key1&quot;: {&quot;SkabelonDesign&quot;:{&quot;type&quot;:&quot;Text&quot;,&quot;binding&quot;:&quot;Module.FooterText&quot;}}&#10; }&#10; }&#10;}">
            <a:extLst>
              <a:ext uri="{FF2B5EF4-FFF2-40B4-BE49-F238E27FC236}">
                <a16:creationId xmlns:a16="http://schemas.microsoft.com/office/drawing/2014/main" id="{A55C34B4-681E-4FDA-A9BB-6BC31D94C8D6}"/>
              </a:ext>
            </a:extLst>
          </p:cNvPr>
          <p:cNvSpPr txBox="1"/>
          <p:nvPr userDrawn="1"/>
        </p:nvSpPr>
        <p:spPr>
          <a:xfrm>
            <a:off x="421638" y="6524625"/>
            <a:ext cx="65" cy="123111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marL="0" indent="0" algn="l">
              <a:buFontTx/>
              <a:buNone/>
            </a:pPr>
            <a:endParaRPr lang="en-US" sz="800" b="0" i="0" u="none">
              <a:solidFill>
                <a:schemeClr val="tx1"/>
              </a:solidFill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3854161364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_SM">
            <a:extLst>
              <a:ext uri="{FF2B5EF4-FFF2-40B4-BE49-F238E27FC236}">
                <a16:creationId xmlns:a16="http://schemas.microsoft.com/office/drawing/2014/main" id="{2C948968-FB06-45CC-8259-6BDE4430EACB}"/>
              </a:ext>
            </a:extLst>
          </p:cNvPr>
          <p:cNvSpPr>
            <a:spLocks noGrp="1" noChangeArrowheads="1"/>
          </p:cNvSpPr>
          <p:nvPr>
            <p:ph type="title" hasCustomPrompt="1"/>
          </p:nvPr>
        </p:nvSpPr>
        <p:spPr bwMode="auto">
          <a:xfrm>
            <a:off x="479425" y="476250"/>
            <a:ext cx="8353426" cy="10810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72000" tIns="36000" rIns="73152" bIns="36576" numCol="1" anchor="t" anchorCtr="0" compatLnSpc="1">
            <a:prstTxWarp prst="textNoShape">
              <a:avLst/>
            </a:prstTxWarp>
            <a:noAutofit/>
          </a:bodyPr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Slide title, Ericsson Hilda Light 40pt, Ericsson Black, max 2-lines</a:t>
            </a:r>
          </a:p>
        </p:txBody>
      </p:sp>
      <p:sp>
        <p:nvSpPr>
          <p:cNvPr id="3" name="Content Placeholder 1"/>
          <p:cNvSpPr>
            <a:spLocks noGrp="1"/>
          </p:cNvSpPr>
          <p:nvPr>
            <p:ph sz="quarter" idx="1" hasCustomPrompt="1"/>
          </p:nvPr>
        </p:nvSpPr>
        <p:spPr>
          <a:xfrm>
            <a:off x="481655" y="1844674"/>
            <a:ext cx="5472113" cy="2089151"/>
          </a:xfrm>
          <a:prstGeom prst="rect">
            <a:avLst/>
          </a:prstGeom>
        </p:spPr>
        <p:txBody>
          <a:bodyPr lIns="72000" tIns="36000"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/>
            </a:lvl5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4" name="Content Placeholder 2"/>
          <p:cNvSpPr>
            <a:spLocks noGrp="1"/>
          </p:cNvSpPr>
          <p:nvPr>
            <p:ph sz="quarter" idx="2" hasCustomPrompt="1"/>
          </p:nvPr>
        </p:nvSpPr>
        <p:spPr>
          <a:xfrm>
            <a:off x="6242694" y="1847723"/>
            <a:ext cx="5472113" cy="2089151"/>
          </a:xfrm>
          <a:prstGeom prst="rect">
            <a:avLst/>
          </a:prstGeom>
        </p:spPr>
        <p:txBody>
          <a:bodyPr lIns="72000" tIns="36000"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/>
            </a:lvl5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6" name="Content Placeholder 3"/>
          <p:cNvSpPr>
            <a:spLocks noGrp="1"/>
          </p:cNvSpPr>
          <p:nvPr>
            <p:ph sz="quarter" idx="4" hasCustomPrompt="1"/>
          </p:nvPr>
        </p:nvSpPr>
        <p:spPr>
          <a:xfrm>
            <a:off x="6242694" y="4151955"/>
            <a:ext cx="5472113" cy="2087564"/>
          </a:xfrm>
          <a:prstGeom prst="rect">
            <a:avLst/>
          </a:prstGeom>
        </p:spPr>
        <p:txBody>
          <a:bodyPr lIns="72000" tIns="36000"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/>
            </a:lvl5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7" name="Content Placeholder 4">
            <a:extLst>
              <a:ext uri="{FF2B5EF4-FFF2-40B4-BE49-F238E27FC236}">
                <a16:creationId xmlns:a16="http://schemas.microsoft.com/office/drawing/2014/main" id="{5BD2C41D-0700-4885-AB77-25AFFE4E1FDA}"/>
              </a:ext>
            </a:extLst>
          </p:cNvPr>
          <p:cNvSpPr>
            <a:spLocks noGrp="1"/>
          </p:cNvSpPr>
          <p:nvPr>
            <p:ph sz="quarter" idx="10" hasCustomPrompt="1"/>
          </p:nvPr>
        </p:nvSpPr>
        <p:spPr>
          <a:xfrm>
            <a:off x="481655" y="4152597"/>
            <a:ext cx="5472113" cy="2089151"/>
          </a:xfrm>
          <a:prstGeom prst="rect">
            <a:avLst/>
          </a:prstGeom>
        </p:spPr>
        <p:txBody>
          <a:bodyPr lIns="72000" tIns="36000"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/>
            </a:lvl5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0" name="txtfooterCopy" descr="{&#10; &quot;SkabelonDesign&quot;: {&#10; &quot;textualValue&quot;: &quot;&lt;key1/&gt;&quot;,&#10; &quot;bindingCollection&quot;: {&#10; &quot;key1&quot;: {&quot;SkabelonDesign&quot;:{&quot;type&quot;:&quot;Text&quot;,&quot;binding&quot;:&quot;Module.FooterText&quot;}}&#10; }&#10; }&#10;}">
            <a:extLst>
              <a:ext uri="{FF2B5EF4-FFF2-40B4-BE49-F238E27FC236}">
                <a16:creationId xmlns:a16="http://schemas.microsoft.com/office/drawing/2014/main" id="{549048C1-340D-44C4-857B-1B201EC9A7E7}"/>
              </a:ext>
            </a:extLst>
          </p:cNvPr>
          <p:cNvSpPr txBox="1"/>
          <p:nvPr userDrawn="1"/>
        </p:nvSpPr>
        <p:spPr>
          <a:xfrm>
            <a:off x="421638" y="6524625"/>
            <a:ext cx="65" cy="123111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marL="0" indent="0" algn="l">
              <a:buFontTx/>
              <a:buNone/>
            </a:pPr>
            <a:endParaRPr lang="en-US" sz="800" b="0" i="0" u="none">
              <a:solidFill>
                <a:schemeClr val="tx1"/>
              </a:solidFill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2057744759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Black Title and 4 Content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ckground">
            <a:extLst>
              <a:ext uri="{FF2B5EF4-FFF2-40B4-BE49-F238E27FC236}">
                <a16:creationId xmlns:a16="http://schemas.microsoft.com/office/drawing/2014/main" id="{DCFC6A99-DACF-36D5-6C3E-4DC5345A9049}"/>
              </a:ext>
            </a:extLst>
          </p:cNvPr>
          <p:cNvSpPr/>
          <p:nvPr userDrawn="1"/>
        </p:nvSpPr>
        <p:spPr bwMode="auto">
          <a:xfrm>
            <a:off x="0" y="0"/>
            <a:ext cx="12192000" cy="6858000"/>
          </a:xfrm>
          <a:prstGeom prst="rect">
            <a:avLst/>
          </a:prstGeom>
          <a:solidFill>
            <a:schemeClr val="bg2">
              <a:alpha val="0"/>
            </a:schemeClr>
          </a:solidFill>
          <a:ln w="1270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rot="0" spcFirstLastPara="0" vertOverflow="overflow" horzOverflow="overflow" vert="horz" wrap="square" lIns="72000" tIns="36000" rIns="73152" bIns="36576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marL="180000" indent="-180000" algn="l">
              <a:spcBef>
                <a:spcPts val="800"/>
              </a:spcBef>
              <a:buFont typeface="Ericsson Hilda" panose="00000500000000000000" pitchFamily="2" charset="0"/>
              <a:buChar char="●"/>
            </a:pPr>
            <a:endParaRPr lang="en-US">
              <a:solidFill>
                <a:schemeClr val="bg1"/>
              </a:solidFill>
              <a:latin typeface="+mn-lt"/>
            </a:endParaRPr>
          </a:p>
        </p:txBody>
      </p:sp>
      <p:pic>
        <p:nvPicPr>
          <p:cNvPr id="5" name="Logo">
            <a:extLst>
              <a:ext uri="{FF2B5EF4-FFF2-40B4-BE49-F238E27FC236}">
                <a16:creationId xmlns:a16="http://schemas.microsoft.com/office/drawing/2014/main" id="{7AA30C5B-96B9-3D1E-B8FE-49DE04E53877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379841" y="429421"/>
            <a:ext cx="482228" cy="482439"/>
          </a:xfrm>
          <a:prstGeom prst="rect">
            <a:avLst/>
          </a:prstGeom>
        </p:spPr>
      </p:pic>
      <p:sp>
        <p:nvSpPr>
          <p:cNvPr id="9" name="Title_SM">
            <a:extLst>
              <a:ext uri="{FF2B5EF4-FFF2-40B4-BE49-F238E27FC236}">
                <a16:creationId xmlns:a16="http://schemas.microsoft.com/office/drawing/2014/main" id="{2C948968-FB06-45CC-8259-6BDE4430EACB}"/>
              </a:ext>
            </a:extLst>
          </p:cNvPr>
          <p:cNvSpPr>
            <a:spLocks noGrp="1" noChangeArrowheads="1"/>
          </p:cNvSpPr>
          <p:nvPr>
            <p:ph type="title" hasCustomPrompt="1"/>
          </p:nvPr>
        </p:nvSpPr>
        <p:spPr bwMode="auto">
          <a:xfrm>
            <a:off x="479425" y="476250"/>
            <a:ext cx="8353426" cy="10810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72000" tIns="36000" rIns="73152" bIns="36576" numCol="1" anchor="t" anchorCtr="0" compatLnSpc="1">
            <a:prstTxWarp prst="textNoShape">
              <a:avLst/>
            </a:prstTxWarp>
            <a:noAutofit/>
          </a:bodyPr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Slide title, Ericsson Hilda Light 40pt, Ericsson Black, max 2-lines</a:t>
            </a:r>
          </a:p>
        </p:txBody>
      </p:sp>
      <p:sp>
        <p:nvSpPr>
          <p:cNvPr id="3" name="Content Placeholder 1"/>
          <p:cNvSpPr>
            <a:spLocks noGrp="1"/>
          </p:cNvSpPr>
          <p:nvPr>
            <p:ph sz="quarter" idx="1" hasCustomPrompt="1"/>
          </p:nvPr>
        </p:nvSpPr>
        <p:spPr>
          <a:xfrm>
            <a:off x="481655" y="1844674"/>
            <a:ext cx="5472113" cy="2089151"/>
          </a:xfrm>
          <a:prstGeom prst="rect">
            <a:avLst/>
          </a:prstGeom>
        </p:spPr>
        <p:txBody>
          <a:bodyPr lIns="72000" tIns="36000"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/>
            </a:lvl5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4" name="Content Placeholder 2"/>
          <p:cNvSpPr>
            <a:spLocks noGrp="1"/>
          </p:cNvSpPr>
          <p:nvPr>
            <p:ph sz="quarter" idx="2" hasCustomPrompt="1"/>
          </p:nvPr>
        </p:nvSpPr>
        <p:spPr>
          <a:xfrm>
            <a:off x="6242694" y="1847723"/>
            <a:ext cx="5472113" cy="2089151"/>
          </a:xfrm>
          <a:prstGeom prst="rect">
            <a:avLst/>
          </a:prstGeom>
        </p:spPr>
        <p:txBody>
          <a:bodyPr lIns="72000" tIns="36000"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/>
            </a:lvl5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6" name="Content Placeholder 3"/>
          <p:cNvSpPr>
            <a:spLocks noGrp="1"/>
          </p:cNvSpPr>
          <p:nvPr>
            <p:ph sz="quarter" idx="4" hasCustomPrompt="1"/>
          </p:nvPr>
        </p:nvSpPr>
        <p:spPr>
          <a:xfrm>
            <a:off x="6242694" y="4151955"/>
            <a:ext cx="5472113" cy="2087564"/>
          </a:xfrm>
          <a:prstGeom prst="rect">
            <a:avLst/>
          </a:prstGeom>
        </p:spPr>
        <p:txBody>
          <a:bodyPr lIns="72000" tIns="36000"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/>
            </a:lvl5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7" name="Content Placeholder 4">
            <a:extLst>
              <a:ext uri="{FF2B5EF4-FFF2-40B4-BE49-F238E27FC236}">
                <a16:creationId xmlns:a16="http://schemas.microsoft.com/office/drawing/2014/main" id="{5BD2C41D-0700-4885-AB77-25AFFE4E1FDA}"/>
              </a:ext>
            </a:extLst>
          </p:cNvPr>
          <p:cNvSpPr>
            <a:spLocks noGrp="1"/>
          </p:cNvSpPr>
          <p:nvPr>
            <p:ph sz="quarter" idx="10" hasCustomPrompt="1"/>
          </p:nvPr>
        </p:nvSpPr>
        <p:spPr>
          <a:xfrm>
            <a:off x="481655" y="4152597"/>
            <a:ext cx="5472113" cy="2089151"/>
          </a:xfrm>
          <a:prstGeom prst="rect">
            <a:avLst/>
          </a:prstGeom>
        </p:spPr>
        <p:txBody>
          <a:bodyPr lIns="72000" tIns="36000"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/>
            </a:lvl5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0" name="txtfooterCopy" descr="{&#10; &quot;SkabelonDesign&quot;: {&#10; &quot;textualValue&quot;: &quot;&lt;key1/&gt;&quot;,&#10; &quot;bindingCollection&quot;: {&#10; &quot;key1&quot;: {&quot;SkabelonDesign&quot;:{&quot;type&quot;:&quot;Text&quot;,&quot;binding&quot;:&quot;Module.FooterText&quot;}}&#10; }&#10; }&#10;}">
            <a:extLst>
              <a:ext uri="{FF2B5EF4-FFF2-40B4-BE49-F238E27FC236}">
                <a16:creationId xmlns:a16="http://schemas.microsoft.com/office/drawing/2014/main" id="{549048C1-340D-44C4-857B-1B201EC9A7E7}"/>
              </a:ext>
            </a:extLst>
          </p:cNvPr>
          <p:cNvSpPr txBox="1"/>
          <p:nvPr userDrawn="1"/>
        </p:nvSpPr>
        <p:spPr>
          <a:xfrm>
            <a:off x="421638" y="6524625"/>
            <a:ext cx="65" cy="123111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marL="0" indent="0" algn="l">
              <a:buFontTx/>
              <a:buNone/>
            </a:pPr>
            <a:endParaRPr lang="en-US" sz="800" b="0" i="0" u="none">
              <a:solidFill>
                <a:schemeClr val="tx1"/>
              </a:solidFill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2722042558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8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itle_SM">
            <a:extLst>
              <a:ext uri="{FF2B5EF4-FFF2-40B4-BE49-F238E27FC236}">
                <a16:creationId xmlns:a16="http://schemas.microsoft.com/office/drawing/2014/main" id="{99858DC4-E787-41D2-A613-961D60F89117}"/>
              </a:ext>
            </a:extLst>
          </p:cNvPr>
          <p:cNvSpPr>
            <a:spLocks noGrp="1" noChangeArrowheads="1"/>
          </p:cNvSpPr>
          <p:nvPr>
            <p:ph type="title" hasCustomPrompt="1"/>
          </p:nvPr>
        </p:nvSpPr>
        <p:spPr bwMode="auto">
          <a:xfrm>
            <a:off x="479425" y="476250"/>
            <a:ext cx="8353426" cy="10810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72000" tIns="36000" rIns="73152" bIns="36576" numCol="1" anchor="t" anchorCtr="0" compatLnSpc="1">
            <a:prstTxWarp prst="textNoShape">
              <a:avLst/>
            </a:prstTxWarp>
            <a:noAutofit/>
          </a:bodyPr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Slide title, Ericsson Hilda Light 40pt, Ericsson Black, max 2-lines</a:t>
            </a:r>
          </a:p>
        </p:txBody>
      </p:sp>
      <p:sp>
        <p:nvSpPr>
          <p:cNvPr id="3" name="Content Placeholder 1"/>
          <p:cNvSpPr>
            <a:spLocks noGrp="1"/>
          </p:cNvSpPr>
          <p:nvPr>
            <p:ph sz="quarter" idx="1" hasCustomPrompt="1"/>
          </p:nvPr>
        </p:nvSpPr>
        <p:spPr>
          <a:xfrm>
            <a:off x="481560" y="1844675"/>
            <a:ext cx="2592389" cy="2089150"/>
          </a:xfrm>
          <a:prstGeom prst="rect">
            <a:avLst/>
          </a:prstGeom>
        </p:spPr>
        <p:txBody>
          <a:bodyPr lIns="72000" tIns="36000"/>
          <a:lstStyle>
            <a:lvl1pPr>
              <a:defRPr sz="2000">
                <a:solidFill>
                  <a:schemeClr val="tx1"/>
                </a:solidFill>
              </a:defRPr>
            </a:lvl1pPr>
            <a:lvl2pPr>
              <a:defRPr sz="2000">
                <a:solidFill>
                  <a:schemeClr val="tx1"/>
                </a:solidFill>
              </a:defRPr>
            </a:lvl2pPr>
            <a:lvl3pPr>
              <a:defRPr sz="2000"/>
            </a:lvl3pPr>
            <a:lvl4pPr>
              <a:defRPr sz="2000"/>
            </a:lvl4pPr>
            <a:lvl5pPr>
              <a:defRPr sz="2000"/>
            </a:lvl5pPr>
          </a:lstStyle>
          <a:p>
            <a:pPr lvl="0"/>
            <a:r>
              <a:rPr lang="en-US"/>
              <a:t>For heading, use Ericsson Hilda in bold. For copy and bullets, use E.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4" name="Content Placeholder 2"/>
          <p:cNvSpPr>
            <a:spLocks noGrp="1"/>
          </p:cNvSpPr>
          <p:nvPr>
            <p:ph sz="quarter" idx="2" hasCustomPrompt="1"/>
          </p:nvPr>
        </p:nvSpPr>
        <p:spPr>
          <a:xfrm>
            <a:off x="6243216" y="1844674"/>
            <a:ext cx="2592387" cy="2089150"/>
          </a:xfrm>
          <a:prstGeom prst="rect">
            <a:avLst/>
          </a:prstGeom>
        </p:spPr>
        <p:txBody>
          <a:bodyPr lIns="72000" tIns="36000"/>
          <a:lstStyle>
            <a:lvl1pPr>
              <a:defRPr sz="2000">
                <a:solidFill>
                  <a:schemeClr val="tx1"/>
                </a:solidFill>
              </a:defRPr>
            </a:lvl1pPr>
            <a:lvl2pPr>
              <a:defRPr sz="2000">
                <a:solidFill>
                  <a:schemeClr val="tx1"/>
                </a:solidFill>
              </a:defRPr>
            </a:lvl2pPr>
            <a:lvl3pPr>
              <a:defRPr sz="2000"/>
            </a:lvl3pPr>
            <a:lvl4pPr>
              <a:defRPr sz="2000">
                <a:solidFill>
                  <a:schemeClr val="tx1"/>
                </a:solidFill>
              </a:defRPr>
            </a:lvl4pPr>
            <a:lvl5pPr>
              <a:defRPr sz="2000"/>
            </a:lvl5pPr>
          </a:lstStyle>
          <a:p>
            <a:pPr lvl="0"/>
            <a:r>
              <a:rPr lang="en-US"/>
              <a:t>For heading, use Ericsson Hilda in bold. For copy and bullets, use E.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3"/>
            <a:endParaRPr lang="en-US"/>
          </a:p>
        </p:txBody>
      </p:sp>
      <p:sp>
        <p:nvSpPr>
          <p:cNvPr id="5" name="Content Placeholder 3"/>
          <p:cNvSpPr>
            <a:spLocks noGrp="1"/>
          </p:cNvSpPr>
          <p:nvPr>
            <p:ph sz="quarter" idx="3" hasCustomPrompt="1"/>
          </p:nvPr>
        </p:nvSpPr>
        <p:spPr>
          <a:xfrm>
            <a:off x="481561" y="4151134"/>
            <a:ext cx="2592389" cy="2087563"/>
          </a:xfrm>
          <a:prstGeom prst="rect">
            <a:avLst/>
          </a:prstGeom>
        </p:spPr>
        <p:txBody>
          <a:bodyPr lIns="72000" tIns="36000"/>
          <a:lstStyle>
            <a:lvl1pPr>
              <a:defRPr sz="2000">
                <a:solidFill>
                  <a:schemeClr val="tx1"/>
                </a:solidFill>
              </a:defRPr>
            </a:lvl1pPr>
            <a:lvl2pPr>
              <a:defRPr sz="2000">
                <a:solidFill>
                  <a:schemeClr val="tx1"/>
                </a:solidFill>
              </a:defRPr>
            </a:lvl2pPr>
            <a:lvl3pPr>
              <a:defRPr sz="2000"/>
            </a:lvl3pPr>
            <a:lvl4pPr>
              <a:defRPr sz="2000"/>
            </a:lvl4pPr>
            <a:lvl5pPr>
              <a:defRPr sz="2000"/>
            </a:lvl5pPr>
          </a:lstStyle>
          <a:p>
            <a:pPr lvl="0"/>
            <a:r>
              <a:rPr lang="en-US"/>
              <a:t>For heading, use Ericsson Hilda in bold. For copy and bullets, use E.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6" name="Content Placeholder 4"/>
          <p:cNvSpPr>
            <a:spLocks noGrp="1"/>
          </p:cNvSpPr>
          <p:nvPr>
            <p:ph sz="quarter" idx="4" hasCustomPrompt="1"/>
          </p:nvPr>
        </p:nvSpPr>
        <p:spPr>
          <a:xfrm>
            <a:off x="6243152" y="4151245"/>
            <a:ext cx="2592387" cy="2086292"/>
          </a:xfrm>
          <a:prstGeom prst="rect">
            <a:avLst/>
          </a:prstGeom>
        </p:spPr>
        <p:txBody>
          <a:bodyPr lIns="72000" tIns="36000"/>
          <a:lstStyle>
            <a:lvl1pPr>
              <a:defRPr sz="2000">
                <a:solidFill>
                  <a:schemeClr val="tx1"/>
                </a:solidFill>
              </a:defRPr>
            </a:lvl1pPr>
            <a:lvl2pPr>
              <a:defRPr sz="2000">
                <a:solidFill>
                  <a:schemeClr val="tx1"/>
                </a:solidFill>
              </a:defRPr>
            </a:lvl2pPr>
            <a:lvl3pPr>
              <a:defRPr sz="2000"/>
            </a:lvl3pPr>
            <a:lvl4pPr>
              <a:defRPr sz="2000"/>
            </a:lvl4pPr>
            <a:lvl5pPr marL="1028700" indent="0">
              <a:buNone/>
              <a:defRPr sz="2000"/>
            </a:lvl5pPr>
          </a:lstStyle>
          <a:p>
            <a:pPr lvl="0"/>
            <a:r>
              <a:rPr lang="en-US"/>
              <a:t>For heading, use Ericsson Hilda in bold. For copy and bullets, use E.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9" name="Content Placeholder 5"/>
          <p:cNvSpPr>
            <a:spLocks noGrp="1"/>
          </p:cNvSpPr>
          <p:nvPr>
            <p:ph sz="quarter" idx="11" hasCustomPrompt="1"/>
          </p:nvPr>
        </p:nvSpPr>
        <p:spPr>
          <a:xfrm>
            <a:off x="3359835" y="1844674"/>
            <a:ext cx="2592388" cy="2089150"/>
          </a:xfrm>
          <a:prstGeom prst="rect">
            <a:avLst/>
          </a:prstGeom>
        </p:spPr>
        <p:txBody>
          <a:bodyPr lIns="72000" tIns="36000"/>
          <a:lstStyle>
            <a:lvl1pPr>
              <a:defRPr sz="2000">
                <a:solidFill>
                  <a:schemeClr val="tx1"/>
                </a:solidFill>
              </a:defRPr>
            </a:lvl1pPr>
            <a:lvl2pPr>
              <a:defRPr sz="2000">
                <a:solidFill>
                  <a:schemeClr val="tx1"/>
                </a:solidFill>
              </a:defRPr>
            </a:lvl2pPr>
            <a:lvl3pPr>
              <a:defRPr sz="2000"/>
            </a:lvl3pPr>
            <a:lvl4pPr>
              <a:defRPr sz="2000"/>
            </a:lvl4pPr>
            <a:lvl5pPr>
              <a:defRPr sz="2000"/>
            </a:lvl5pPr>
          </a:lstStyle>
          <a:p>
            <a:pPr lvl="0"/>
            <a:r>
              <a:rPr lang="en-US"/>
              <a:t>For heading, use Ericsson Hilda in bold. For copy and bullets, use E.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8" name="Content Placeholder 6"/>
          <p:cNvSpPr>
            <a:spLocks noGrp="1"/>
          </p:cNvSpPr>
          <p:nvPr>
            <p:ph sz="quarter" idx="10" hasCustomPrompt="1"/>
          </p:nvPr>
        </p:nvSpPr>
        <p:spPr>
          <a:xfrm>
            <a:off x="3361288" y="4151861"/>
            <a:ext cx="2592387" cy="2087563"/>
          </a:xfrm>
          <a:prstGeom prst="rect">
            <a:avLst/>
          </a:prstGeom>
        </p:spPr>
        <p:txBody>
          <a:bodyPr lIns="72000" tIns="36000"/>
          <a:lstStyle>
            <a:lvl1pPr>
              <a:defRPr sz="2000">
                <a:solidFill>
                  <a:schemeClr val="tx1"/>
                </a:solidFill>
              </a:defRPr>
            </a:lvl1pPr>
            <a:lvl2pPr>
              <a:defRPr sz="2000">
                <a:solidFill>
                  <a:schemeClr val="tx1"/>
                </a:solidFill>
              </a:defRPr>
            </a:lvl2pPr>
            <a:lvl3pPr>
              <a:defRPr sz="2000"/>
            </a:lvl3pPr>
            <a:lvl4pPr>
              <a:defRPr sz="2000"/>
            </a:lvl4pPr>
            <a:lvl5pPr>
              <a:defRPr sz="2000"/>
            </a:lvl5pPr>
          </a:lstStyle>
          <a:p>
            <a:pPr lvl="0"/>
            <a:r>
              <a:rPr lang="en-US"/>
              <a:t>For heading, use Ericsson Hilda in bold. For copy and bullets, use E.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11" name="Content Placeholder 7"/>
          <p:cNvSpPr>
            <a:spLocks noGrp="1"/>
          </p:cNvSpPr>
          <p:nvPr>
            <p:ph sz="quarter" idx="13" hasCustomPrompt="1"/>
          </p:nvPr>
        </p:nvSpPr>
        <p:spPr>
          <a:xfrm>
            <a:off x="9122324" y="1844674"/>
            <a:ext cx="2592387" cy="2089151"/>
          </a:xfrm>
          <a:prstGeom prst="rect">
            <a:avLst/>
          </a:prstGeom>
        </p:spPr>
        <p:txBody>
          <a:bodyPr lIns="72000" tIns="36000"/>
          <a:lstStyle>
            <a:lvl1pPr>
              <a:defRPr sz="2000">
                <a:solidFill>
                  <a:schemeClr val="tx1"/>
                </a:solidFill>
              </a:defRPr>
            </a:lvl1pPr>
            <a:lvl2pPr>
              <a:defRPr sz="2000">
                <a:solidFill>
                  <a:schemeClr val="tx1"/>
                </a:solidFill>
              </a:defRPr>
            </a:lvl2pPr>
            <a:lvl3pPr>
              <a:defRPr sz="2000"/>
            </a:lvl3pPr>
            <a:lvl4pPr>
              <a:defRPr sz="2000">
                <a:solidFill>
                  <a:schemeClr val="tx1"/>
                </a:solidFill>
              </a:defRPr>
            </a:lvl4pPr>
            <a:lvl5pPr>
              <a:defRPr sz="2000"/>
            </a:lvl5pPr>
          </a:lstStyle>
          <a:p>
            <a:pPr lvl="0"/>
            <a:r>
              <a:rPr lang="en-US"/>
              <a:t>For heading, use Ericsson Hilda in bold. For copy and bullets, use E.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3"/>
            <a:endParaRPr lang="en-US"/>
          </a:p>
        </p:txBody>
      </p:sp>
      <p:sp>
        <p:nvSpPr>
          <p:cNvPr id="10" name="Content Placeholder 8"/>
          <p:cNvSpPr>
            <a:spLocks noGrp="1"/>
          </p:cNvSpPr>
          <p:nvPr>
            <p:ph sz="quarter" idx="12" hasCustomPrompt="1"/>
          </p:nvPr>
        </p:nvSpPr>
        <p:spPr>
          <a:xfrm>
            <a:off x="9122324" y="4151861"/>
            <a:ext cx="2592387" cy="2087562"/>
          </a:xfrm>
          <a:prstGeom prst="rect">
            <a:avLst/>
          </a:prstGeom>
        </p:spPr>
        <p:txBody>
          <a:bodyPr lIns="72000" tIns="36000"/>
          <a:lstStyle>
            <a:lvl1pPr>
              <a:defRPr sz="2000">
                <a:solidFill>
                  <a:schemeClr val="tx1"/>
                </a:solidFill>
              </a:defRPr>
            </a:lvl1pPr>
            <a:lvl2pPr>
              <a:defRPr sz="2000">
                <a:solidFill>
                  <a:schemeClr val="tx1"/>
                </a:solidFill>
              </a:defRPr>
            </a:lvl2pPr>
            <a:lvl3pPr>
              <a:defRPr sz="2000"/>
            </a:lvl3pPr>
            <a:lvl4pPr>
              <a:defRPr sz="2000"/>
            </a:lvl4pPr>
            <a:lvl5pPr>
              <a:defRPr sz="2000"/>
            </a:lvl5pPr>
          </a:lstStyle>
          <a:p>
            <a:pPr lvl="0"/>
            <a:r>
              <a:rPr lang="en-US"/>
              <a:t>For heading, use Ericsson Hilda in bold. For copy and bullets, use E.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14" name="txtfooterCopy" descr="{&#10; &quot;SkabelonDesign&quot;: {&#10; &quot;textualValue&quot;: &quot;&lt;key1/&gt;&quot;,&#10; &quot;bindingCollection&quot;: {&#10; &quot;key1&quot;: {&quot;SkabelonDesign&quot;:{&quot;type&quot;:&quot;Text&quot;,&quot;binding&quot;:&quot;Module.FooterText&quot;}}&#10; }&#10; }&#10;}">
            <a:extLst>
              <a:ext uri="{FF2B5EF4-FFF2-40B4-BE49-F238E27FC236}">
                <a16:creationId xmlns:a16="http://schemas.microsoft.com/office/drawing/2014/main" id="{089CBEB5-348B-49F3-8F8B-FDEE08950E37}"/>
              </a:ext>
            </a:extLst>
          </p:cNvPr>
          <p:cNvSpPr txBox="1"/>
          <p:nvPr userDrawn="1"/>
        </p:nvSpPr>
        <p:spPr>
          <a:xfrm>
            <a:off x="421638" y="6524625"/>
            <a:ext cx="65" cy="123111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marL="0" indent="0" algn="l">
              <a:buFontTx/>
              <a:buNone/>
            </a:pPr>
            <a:endParaRPr lang="en-US" sz="800" b="0" i="0" u="none">
              <a:solidFill>
                <a:schemeClr val="tx1"/>
              </a:solidFill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3919202735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Black Title and 8 Content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ckground">
            <a:extLst>
              <a:ext uri="{FF2B5EF4-FFF2-40B4-BE49-F238E27FC236}">
                <a16:creationId xmlns:a16="http://schemas.microsoft.com/office/drawing/2014/main" id="{3573FEDA-98AE-F7E3-43DF-75A830443C4A}"/>
              </a:ext>
            </a:extLst>
          </p:cNvPr>
          <p:cNvSpPr/>
          <p:nvPr userDrawn="1"/>
        </p:nvSpPr>
        <p:spPr bwMode="auto">
          <a:xfrm>
            <a:off x="0" y="0"/>
            <a:ext cx="12192000" cy="6858000"/>
          </a:xfrm>
          <a:prstGeom prst="rect">
            <a:avLst/>
          </a:prstGeom>
          <a:solidFill>
            <a:schemeClr val="bg2">
              <a:alpha val="0"/>
            </a:schemeClr>
          </a:solidFill>
          <a:ln w="1270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rot="0" spcFirstLastPara="0" vertOverflow="overflow" horzOverflow="overflow" vert="horz" wrap="square" lIns="72000" tIns="36000" rIns="73152" bIns="36576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marL="180000" indent="-180000" algn="l">
              <a:spcBef>
                <a:spcPts val="800"/>
              </a:spcBef>
              <a:buFont typeface="Ericsson Hilda" panose="00000500000000000000" pitchFamily="2" charset="0"/>
              <a:buChar char="●"/>
            </a:pPr>
            <a:endParaRPr lang="en-US">
              <a:solidFill>
                <a:schemeClr val="bg1"/>
              </a:solidFill>
              <a:latin typeface="+mn-lt"/>
            </a:endParaRPr>
          </a:p>
        </p:txBody>
      </p:sp>
      <p:pic>
        <p:nvPicPr>
          <p:cNvPr id="7" name="Logo">
            <a:extLst>
              <a:ext uri="{FF2B5EF4-FFF2-40B4-BE49-F238E27FC236}">
                <a16:creationId xmlns:a16="http://schemas.microsoft.com/office/drawing/2014/main" id="{AFF8CACC-7FD5-4CBA-651F-A83C83174BD1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379841" y="429421"/>
            <a:ext cx="482228" cy="482439"/>
          </a:xfrm>
          <a:prstGeom prst="rect">
            <a:avLst/>
          </a:prstGeom>
        </p:spPr>
      </p:pic>
      <p:sp>
        <p:nvSpPr>
          <p:cNvPr id="13" name="Title_SM">
            <a:extLst>
              <a:ext uri="{FF2B5EF4-FFF2-40B4-BE49-F238E27FC236}">
                <a16:creationId xmlns:a16="http://schemas.microsoft.com/office/drawing/2014/main" id="{99858DC4-E787-41D2-A613-961D60F89117}"/>
              </a:ext>
            </a:extLst>
          </p:cNvPr>
          <p:cNvSpPr>
            <a:spLocks noGrp="1" noChangeArrowheads="1"/>
          </p:cNvSpPr>
          <p:nvPr>
            <p:ph type="title" hasCustomPrompt="1"/>
          </p:nvPr>
        </p:nvSpPr>
        <p:spPr bwMode="auto">
          <a:xfrm>
            <a:off x="479425" y="476250"/>
            <a:ext cx="8353426" cy="10810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72000" tIns="36000" rIns="73152" bIns="36576" numCol="1" anchor="t" anchorCtr="0" compatLnSpc="1">
            <a:prstTxWarp prst="textNoShape">
              <a:avLst/>
            </a:prstTxWarp>
            <a:noAutofit/>
          </a:bodyPr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Slide title, Ericsson Hilda Light 40pt, Ericsson Black, max 2-lines</a:t>
            </a:r>
          </a:p>
        </p:txBody>
      </p:sp>
      <p:sp>
        <p:nvSpPr>
          <p:cNvPr id="3" name="Content Placeholder 1"/>
          <p:cNvSpPr>
            <a:spLocks noGrp="1"/>
          </p:cNvSpPr>
          <p:nvPr>
            <p:ph sz="quarter" idx="1" hasCustomPrompt="1"/>
          </p:nvPr>
        </p:nvSpPr>
        <p:spPr>
          <a:xfrm>
            <a:off x="481560" y="1844675"/>
            <a:ext cx="2592389" cy="2089150"/>
          </a:xfrm>
          <a:prstGeom prst="rect">
            <a:avLst/>
          </a:prstGeom>
        </p:spPr>
        <p:txBody>
          <a:bodyPr lIns="72000" tIns="36000"/>
          <a:lstStyle>
            <a:lvl1pPr>
              <a:defRPr sz="2000">
                <a:solidFill>
                  <a:schemeClr val="tx1"/>
                </a:solidFill>
              </a:defRPr>
            </a:lvl1pPr>
            <a:lvl2pPr>
              <a:defRPr sz="2000">
                <a:solidFill>
                  <a:schemeClr val="tx1"/>
                </a:solidFill>
              </a:defRPr>
            </a:lvl2pPr>
            <a:lvl3pPr>
              <a:defRPr sz="2000"/>
            </a:lvl3pPr>
            <a:lvl4pPr>
              <a:defRPr sz="2000"/>
            </a:lvl4pPr>
            <a:lvl5pPr>
              <a:defRPr sz="2000"/>
            </a:lvl5pPr>
          </a:lstStyle>
          <a:p>
            <a:pPr lvl="0"/>
            <a:r>
              <a:rPr lang="en-US"/>
              <a:t>For heading, use Ericsson Hilda in bold. For copy and bullets, use E.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4" name="Content Placeholder 2"/>
          <p:cNvSpPr>
            <a:spLocks noGrp="1"/>
          </p:cNvSpPr>
          <p:nvPr>
            <p:ph sz="quarter" idx="2" hasCustomPrompt="1"/>
          </p:nvPr>
        </p:nvSpPr>
        <p:spPr>
          <a:xfrm>
            <a:off x="6243216" y="1844674"/>
            <a:ext cx="2592387" cy="2089150"/>
          </a:xfrm>
          <a:prstGeom prst="rect">
            <a:avLst/>
          </a:prstGeom>
        </p:spPr>
        <p:txBody>
          <a:bodyPr lIns="72000" tIns="36000"/>
          <a:lstStyle>
            <a:lvl1pPr>
              <a:defRPr sz="2000">
                <a:solidFill>
                  <a:schemeClr val="tx1"/>
                </a:solidFill>
              </a:defRPr>
            </a:lvl1pPr>
            <a:lvl2pPr>
              <a:defRPr sz="2000">
                <a:solidFill>
                  <a:schemeClr val="tx1"/>
                </a:solidFill>
              </a:defRPr>
            </a:lvl2pPr>
            <a:lvl3pPr>
              <a:defRPr sz="2000"/>
            </a:lvl3pPr>
            <a:lvl4pPr>
              <a:defRPr sz="2000">
                <a:solidFill>
                  <a:schemeClr val="tx1"/>
                </a:solidFill>
              </a:defRPr>
            </a:lvl4pPr>
            <a:lvl5pPr>
              <a:defRPr sz="2000"/>
            </a:lvl5pPr>
          </a:lstStyle>
          <a:p>
            <a:pPr lvl="0"/>
            <a:r>
              <a:rPr lang="en-US"/>
              <a:t>For heading, use Ericsson Hilda in bold. For copy and bullets, use E.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3"/>
            <a:endParaRPr lang="en-US"/>
          </a:p>
        </p:txBody>
      </p:sp>
      <p:sp>
        <p:nvSpPr>
          <p:cNvPr id="5" name="Content Placeholder 3"/>
          <p:cNvSpPr>
            <a:spLocks noGrp="1"/>
          </p:cNvSpPr>
          <p:nvPr>
            <p:ph sz="quarter" idx="3" hasCustomPrompt="1"/>
          </p:nvPr>
        </p:nvSpPr>
        <p:spPr>
          <a:xfrm>
            <a:off x="481561" y="4151134"/>
            <a:ext cx="2592389" cy="2087563"/>
          </a:xfrm>
          <a:prstGeom prst="rect">
            <a:avLst/>
          </a:prstGeom>
        </p:spPr>
        <p:txBody>
          <a:bodyPr lIns="72000" tIns="36000"/>
          <a:lstStyle>
            <a:lvl1pPr>
              <a:defRPr sz="2000">
                <a:solidFill>
                  <a:schemeClr val="tx1"/>
                </a:solidFill>
              </a:defRPr>
            </a:lvl1pPr>
            <a:lvl2pPr>
              <a:defRPr sz="2000">
                <a:solidFill>
                  <a:schemeClr val="tx1"/>
                </a:solidFill>
              </a:defRPr>
            </a:lvl2pPr>
            <a:lvl3pPr>
              <a:defRPr sz="2000"/>
            </a:lvl3pPr>
            <a:lvl4pPr>
              <a:defRPr sz="2000"/>
            </a:lvl4pPr>
            <a:lvl5pPr>
              <a:defRPr sz="2000"/>
            </a:lvl5pPr>
          </a:lstStyle>
          <a:p>
            <a:pPr lvl="0"/>
            <a:r>
              <a:rPr lang="en-US"/>
              <a:t>For heading, use Ericsson Hilda in bold. For copy and bullets, use E.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6" name="Content Placeholder 4"/>
          <p:cNvSpPr>
            <a:spLocks noGrp="1"/>
          </p:cNvSpPr>
          <p:nvPr>
            <p:ph sz="quarter" idx="4" hasCustomPrompt="1"/>
          </p:nvPr>
        </p:nvSpPr>
        <p:spPr>
          <a:xfrm>
            <a:off x="6243152" y="4151245"/>
            <a:ext cx="2592387" cy="2086292"/>
          </a:xfrm>
          <a:prstGeom prst="rect">
            <a:avLst/>
          </a:prstGeom>
        </p:spPr>
        <p:txBody>
          <a:bodyPr lIns="72000" tIns="36000"/>
          <a:lstStyle>
            <a:lvl1pPr>
              <a:defRPr sz="2000">
                <a:solidFill>
                  <a:schemeClr val="tx1"/>
                </a:solidFill>
              </a:defRPr>
            </a:lvl1pPr>
            <a:lvl2pPr>
              <a:defRPr sz="2000">
                <a:solidFill>
                  <a:schemeClr val="tx1"/>
                </a:solidFill>
              </a:defRPr>
            </a:lvl2pPr>
            <a:lvl3pPr>
              <a:defRPr sz="2000"/>
            </a:lvl3pPr>
            <a:lvl4pPr>
              <a:defRPr sz="2000"/>
            </a:lvl4pPr>
            <a:lvl5pPr marL="1028700" indent="0">
              <a:buNone/>
              <a:defRPr sz="2000"/>
            </a:lvl5pPr>
          </a:lstStyle>
          <a:p>
            <a:pPr lvl="0"/>
            <a:r>
              <a:rPr lang="en-US"/>
              <a:t>For heading, use Ericsson Hilda in bold. For copy and bullets, use E.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9" name="Content Placeholder 5"/>
          <p:cNvSpPr>
            <a:spLocks noGrp="1"/>
          </p:cNvSpPr>
          <p:nvPr>
            <p:ph sz="quarter" idx="11" hasCustomPrompt="1"/>
          </p:nvPr>
        </p:nvSpPr>
        <p:spPr>
          <a:xfrm>
            <a:off x="3359835" y="1844674"/>
            <a:ext cx="2592388" cy="2089150"/>
          </a:xfrm>
          <a:prstGeom prst="rect">
            <a:avLst/>
          </a:prstGeom>
        </p:spPr>
        <p:txBody>
          <a:bodyPr lIns="72000" tIns="36000"/>
          <a:lstStyle>
            <a:lvl1pPr>
              <a:defRPr sz="2000">
                <a:solidFill>
                  <a:schemeClr val="tx1"/>
                </a:solidFill>
              </a:defRPr>
            </a:lvl1pPr>
            <a:lvl2pPr>
              <a:defRPr sz="2000">
                <a:solidFill>
                  <a:schemeClr val="tx1"/>
                </a:solidFill>
              </a:defRPr>
            </a:lvl2pPr>
            <a:lvl3pPr>
              <a:defRPr sz="2000"/>
            </a:lvl3pPr>
            <a:lvl4pPr>
              <a:defRPr sz="2000"/>
            </a:lvl4pPr>
            <a:lvl5pPr>
              <a:defRPr sz="2000"/>
            </a:lvl5pPr>
          </a:lstStyle>
          <a:p>
            <a:pPr lvl="0"/>
            <a:r>
              <a:rPr lang="en-US"/>
              <a:t>For heading, use Ericsson Hilda in bold. For copy and bullets, use E.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8" name="Content Placeholder 6"/>
          <p:cNvSpPr>
            <a:spLocks noGrp="1"/>
          </p:cNvSpPr>
          <p:nvPr>
            <p:ph sz="quarter" idx="10" hasCustomPrompt="1"/>
          </p:nvPr>
        </p:nvSpPr>
        <p:spPr>
          <a:xfrm>
            <a:off x="3361288" y="4151861"/>
            <a:ext cx="2592387" cy="2087563"/>
          </a:xfrm>
          <a:prstGeom prst="rect">
            <a:avLst/>
          </a:prstGeom>
        </p:spPr>
        <p:txBody>
          <a:bodyPr lIns="72000" tIns="36000"/>
          <a:lstStyle>
            <a:lvl1pPr>
              <a:defRPr sz="2000">
                <a:solidFill>
                  <a:schemeClr val="tx1"/>
                </a:solidFill>
              </a:defRPr>
            </a:lvl1pPr>
            <a:lvl2pPr>
              <a:defRPr sz="2000">
                <a:solidFill>
                  <a:schemeClr val="tx1"/>
                </a:solidFill>
              </a:defRPr>
            </a:lvl2pPr>
            <a:lvl3pPr>
              <a:defRPr sz="2000"/>
            </a:lvl3pPr>
            <a:lvl4pPr>
              <a:defRPr sz="2000"/>
            </a:lvl4pPr>
            <a:lvl5pPr>
              <a:defRPr sz="2000"/>
            </a:lvl5pPr>
          </a:lstStyle>
          <a:p>
            <a:pPr lvl="0"/>
            <a:r>
              <a:rPr lang="en-US"/>
              <a:t>For heading, use Ericsson Hilda in bold. For copy and bullets, use E.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11" name="Content Placeholder 7"/>
          <p:cNvSpPr>
            <a:spLocks noGrp="1"/>
          </p:cNvSpPr>
          <p:nvPr>
            <p:ph sz="quarter" idx="13" hasCustomPrompt="1"/>
          </p:nvPr>
        </p:nvSpPr>
        <p:spPr>
          <a:xfrm>
            <a:off x="9122324" y="1844674"/>
            <a:ext cx="2592387" cy="2089151"/>
          </a:xfrm>
          <a:prstGeom prst="rect">
            <a:avLst/>
          </a:prstGeom>
        </p:spPr>
        <p:txBody>
          <a:bodyPr lIns="72000" tIns="36000"/>
          <a:lstStyle>
            <a:lvl1pPr>
              <a:defRPr sz="2000">
                <a:solidFill>
                  <a:schemeClr val="tx1"/>
                </a:solidFill>
              </a:defRPr>
            </a:lvl1pPr>
            <a:lvl2pPr>
              <a:defRPr sz="2000">
                <a:solidFill>
                  <a:schemeClr val="tx1"/>
                </a:solidFill>
              </a:defRPr>
            </a:lvl2pPr>
            <a:lvl3pPr>
              <a:defRPr sz="2000"/>
            </a:lvl3pPr>
            <a:lvl4pPr>
              <a:defRPr sz="2000">
                <a:solidFill>
                  <a:schemeClr val="tx1"/>
                </a:solidFill>
              </a:defRPr>
            </a:lvl4pPr>
            <a:lvl5pPr>
              <a:defRPr sz="2000"/>
            </a:lvl5pPr>
          </a:lstStyle>
          <a:p>
            <a:pPr lvl="0"/>
            <a:r>
              <a:rPr lang="en-US"/>
              <a:t>For heading, use Ericsson Hilda in bold. For copy and bullets, use E.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3"/>
            <a:endParaRPr lang="en-US"/>
          </a:p>
        </p:txBody>
      </p:sp>
      <p:sp>
        <p:nvSpPr>
          <p:cNvPr id="10" name="Content Placeholder 8"/>
          <p:cNvSpPr>
            <a:spLocks noGrp="1"/>
          </p:cNvSpPr>
          <p:nvPr>
            <p:ph sz="quarter" idx="12" hasCustomPrompt="1"/>
          </p:nvPr>
        </p:nvSpPr>
        <p:spPr>
          <a:xfrm>
            <a:off x="9122324" y="4151861"/>
            <a:ext cx="2592387" cy="2087562"/>
          </a:xfrm>
          <a:prstGeom prst="rect">
            <a:avLst/>
          </a:prstGeom>
        </p:spPr>
        <p:txBody>
          <a:bodyPr lIns="72000" tIns="36000"/>
          <a:lstStyle>
            <a:lvl1pPr>
              <a:defRPr sz="2000">
                <a:solidFill>
                  <a:schemeClr val="tx1"/>
                </a:solidFill>
              </a:defRPr>
            </a:lvl1pPr>
            <a:lvl2pPr>
              <a:defRPr sz="2000">
                <a:solidFill>
                  <a:schemeClr val="tx1"/>
                </a:solidFill>
              </a:defRPr>
            </a:lvl2pPr>
            <a:lvl3pPr>
              <a:defRPr sz="2000"/>
            </a:lvl3pPr>
            <a:lvl4pPr>
              <a:defRPr sz="2000"/>
            </a:lvl4pPr>
            <a:lvl5pPr>
              <a:defRPr sz="2000"/>
            </a:lvl5pPr>
          </a:lstStyle>
          <a:p>
            <a:pPr lvl="0"/>
            <a:r>
              <a:rPr lang="en-US"/>
              <a:t>For heading, use Ericsson Hilda in bold. For copy and bullets, use E.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14" name="txtfooterCopy" descr="{&#10; &quot;SkabelonDesign&quot;: {&#10; &quot;textualValue&quot;: &quot;&lt;key1/&gt;&quot;,&#10; &quot;bindingCollection&quot;: {&#10; &quot;key1&quot;: {&quot;SkabelonDesign&quot;:{&quot;type&quot;:&quot;Text&quot;,&quot;binding&quot;:&quot;Module.FooterText&quot;}}&#10; }&#10; }&#10;}">
            <a:extLst>
              <a:ext uri="{FF2B5EF4-FFF2-40B4-BE49-F238E27FC236}">
                <a16:creationId xmlns:a16="http://schemas.microsoft.com/office/drawing/2014/main" id="{089CBEB5-348B-49F3-8F8B-FDEE08950E37}"/>
              </a:ext>
            </a:extLst>
          </p:cNvPr>
          <p:cNvSpPr txBox="1"/>
          <p:nvPr userDrawn="1"/>
        </p:nvSpPr>
        <p:spPr>
          <a:xfrm>
            <a:off x="421638" y="6524625"/>
            <a:ext cx="65" cy="123111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marL="0" indent="0" algn="l">
              <a:buFontTx/>
              <a:buNone/>
            </a:pPr>
            <a:endParaRPr lang="en-US" sz="800" b="0" i="0" u="none">
              <a:solidFill>
                <a:schemeClr val="tx1"/>
              </a:solidFill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4070093983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itle P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31" name="Title_TM"/>
          <p:cNvSpPr>
            <a:spLocks noGrp="1" noChangeArrowheads="1"/>
          </p:cNvSpPr>
          <p:nvPr>
            <p:ph type="ctrTitle" hasCustomPrompt="1"/>
          </p:nvPr>
        </p:nvSpPr>
        <p:spPr>
          <a:xfrm>
            <a:off x="479425" y="476250"/>
            <a:ext cx="8353426" cy="3457576"/>
          </a:xfrm>
        </p:spPr>
        <p:txBody>
          <a:bodyPr/>
          <a:lstStyle>
            <a:lvl1pPr>
              <a:lnSpc>
                <a:spcPct val="85000"/>
              </a:lnSpc>
              <a:defRPr sz="8000" b="0" kern="1400" spc="-160" baseline="0">
                <a:solidFill>
                  <a:schemeClr val="tx1"/>
                </a:solidFill>
                <a:latin typeface="+mj-lt"/>
              </a:defRPr>
            </a:lvl1pPr>
          </a:lstStyle>
          <a:p>
            <a:r>
              <a:rPr lang="en-US"/>
              <a:t>Title/cover page,   Ericsson Hilda Light 80pt, max 3-lines</a:t>
            </a:r>
          </a:p>
        </p:txBody>
      </p:sp>
      <p:sp>
        <p:nvSpPr>
          <p:cNvPr id="22530" name="SubTitle_TM"/>
          <p:cNvSpPr>
            <a:spLocks noGrp="1" noChangeArrowheads="1"/>
          </p:cNvSpPr>
          <p:nvPr>
            <p:ph type="subTitle" idx="1" hasCustomPrompt="1"/>
          </p:nvPr>
        </p:nvSpPr>
        <p:spPr>
          <a:xfrm>
            <a:off x="479425" y="4149725"/>
            <a:ext cx="5472114" cy="2087563"/>
          </a:xfrm>
          <a:prstGeom prst="rect">
            <a:avLst/>
          </a:prstGeom>
        </p:spPr>
        <p:txBody>
          <a:bodyPr lIns="72000" anchor="t"/>
          <a:lstStyle>
            <a:lvl1pPr marL="0" indent="0">
              <a:lnSpc>
                <a:spcPct val="100000"/>
              </a:lnSpc>
              <a:spcBef>
                <a:spcPts val="0"/>
              </a:spcBef>
              <a:buFont typeface="Ericsson Hilda Light" charset="0"/>
              <a:buNone/>
              <a:defRPr sz="2000" baseline="0">
                <a:solidFill>
                  <a:schemeClr val="tx1"/>
                </a:solidFill>
                <a:latin typeface="+mn-lt"/>
              </a:defRPr>
            </a:lvl1pPr>
          </a:lstStyle>
          <a:p>
            <a:r>
              <a:rPr lang="en-US"/>
              <a:t>Description/subtitle/speaker…</a:t>
            </a:r>
            <a:br>
              <a:rPr lang="en-US"/>
            </a:br>
            <a:r>
              <a:rPr lang="en-US"/>
              <a:t>Ericsson Hilda Black 20pt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quarter" idx="10" hasCustomPrompt="1"/>
          </p:nvPr>
        </p:nvSpPr>
        <p:spPr>
          <a:xfrm>
            <a:off x="6240463" y="6264000"/>
            <a:ext cx="1910479" cy="262800"/>
          </a:xfrm>
          <a:prstGeom prst="rect">
            <a:avLst/>
          </a:prstGeom>
        </p:spPr>
        <p:txBody>
          <a:bodyPr wrap="none" tIns="0" bIns="0" anchor="ctr" anchorCtr="0"/>
          <a:lstStyle>
            <a:lvl1pPr marL="0" indent="0" algn="r">
              <a:buNone/>
              <a:defRPr sz="1200">
                <a:solidFill>
                  <a:schemeClr val="tx1"/>
                </a:solidFill>
                <a:latin typeface="+mn-lt"/>
              </a:defRPr>
            </a:lvl1pPr>
          </a:lstStyle>
          <a:p>
            <a:r>
              <a:rPr lang="en-US"/>
              <a:t>Speaker name</a:t>
            </a:r>
          </a:p>
        </p:txBody>
      </p:sp>
      <p:sp>
        <p:nvSpPr>
          <p:cNvPr id="12" name="Content Placeholder 11"/>
          <p:cNvSpPr>
            <a:spLocks noGrp="1"/>
          </p:cNvSpPr>
          <p:nvPr>
            <p:ph sz="quarter" idx="11" hasCustomPrompt="1"/>
          </p:nvPr>
        </p:nvSpPr>
        <p:spPr>
          <a:xfrm>
            <a:off x="8229600" y="6264000"/>
            <a:ext cx="2515041" cy="2628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tIns="0" rIns="0" bIns="0" anchor="ctr" anchorCtr="0"/>
          <a:lstStyle>
            <a:lvl1pPr marL="0" indent="0" algn="ctr">
              <a:buNone/>
              <a:defRPr lang="en-US" sz="1200" dirty="0">
                <a:solidFill>
                  <a:schemeClr val="tx1"/>
                </a:solidFill>
                <a:latin typeface="+mn-lt"/>
              </a:defRPr>
            </a:lvl1pPr>
          </a:lstStyle>
          <a:p>
            <a:r>
              <a:rPr lang="en-US"/>
              <a:t>Organization</a:t>
            </a:r>
          </a:p>
        </p:txBody>
      </p:sp>
      <p:sp>
        <p:nvSpPr>
          <p:cNvPr id="15" name="Content Placeholder 11"/>
          <p:cNvSpPr>
            <a:spLocks noGrp="1"/>
          </p:cNvSpPr>
          <p:nvPr>
            <p:ph sz="quarter" idx="12" hasCustomPrompt="1"/>
          </p:nvPr>
        </p:nvSpPr>
        <p:spPr>
          <a:xfrm>
            <a:off x="10811951" y="6264000"/>
            <a:ext cx="897503" cy="2628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 tIns="0" rIns="0" bIns="0" anchor="ctr" anchorCtr="0"/>
          <a:lstStyle>
            <a:lvl1pPr marL="0" indent="0" algn="ctr">
              <a:buNone/>
              <a:defRPr lang="en-US" sz="1200" dirty="0">
                <a:solidFill>
                  <a:schemeClr val="tx1"/>
                </a:solidFill>
                <a:latin typeface="+mn-lt"/>
              </a:defRPr>
            </a:lvl1pPr>
          </a:lstStyle>
          <a:p>
            <a:pPr lvl="0"/>
            <a:r>
              <a:rPr lang="en-US"/>
              <a:t>YYYY-MM-DD</a:t>
            </a:r>
          </a:p>
        </p:txBody>
      </p:sp>
      <p:sp>
        <p:nvSpPr>
          <p:cNvPr id="9" name="txtfooterCopy" descr="{&#10; &quot;SkabelonDesign&quot;: {&#10; &quot;textualValue&quot;: &quot;&lt;key1/&gt;&quot;,&#10; &quot;bindingCollection&quot;: {&#10; &quot;key1&quot;: {&quot;SkabelonDesign&quot;:{&quot;type&quot;:&quot;Text&quot;,&quot;binding&quot;:&quot;Module.FooterText&quot;}}&#10; }&#10; }&#10;}">
            <a:extLst>
              <a:ext uri="{FF2B5EF4-FFF2-40B4-BE49-F238E27FC236}">
                <a16:creationId xmlns:a16="http://schemas.microsoft.com/office/drawing/2014/main" id="{72C1EE1F-EF94-4EBA-A010-8BC3D2F38C39}"/>
              </a:ext>
            </a:extLst>
          </p:cNvPr>
          <p:cNvSpPr txBox="1"/>
          <p:nvPr userDrawn="1"/>
        </p:nvSpPr>
        <p:spPr>
          <a:xfrm>
            <a:off x="421638" y="6524625"/>
            <a:ext cx="65" cy="123111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marL="0" indent="0" algn="l">
              <a:buFontTx/>
              <a:buNone/>
            </a:pPr>
            <a:endParaRPr lang="en-US" sz="800" b="0" i="0" u="none">
              <a:solidFill>
                <a:schemeClr val="tx1"/>
              </a:solidFill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447892329"/>
      </p:ext>
    </p:extLst>
  </p:cSld>
  <p:clrMapOvr>
    <a:masterClrMapping/>
  </p:clrMapOvr>
  <p:hf sldNum="0" hdr="0" ftr="0"/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1_Black Title Page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Background">
            <a:extLst>
              <a:ext uri="{FF2B5EF4-FFF2-40B4-BE49-F238E27FC236}">
                <a16:creationId xmlns:a16="http://schemas.microsoft.com/office/drawing/2014/main" id="{A103FF1A-D345-1C56-590F-D823A889B028}"/>
              </a:ext>
            </a:extLst>
          </p:cNvPr>
          <p:cNvSpPr/>
          <p:nvPr userDrawn="1"/>
        </p:nvSpPr>
        <p:spPr bwMode="auto">
          <a:xfrm>
            <a:off x="0" y="0"/>
            <a:ext cx="12192000" cy="6858000"/>
          </a:xfrm>
          <a:prstGeom prst="rect">
            <a:avLst/>
          </a:prstGeom>
          <a:solidFill>
            <a:schemeClr val="bg2">
              <a:alpha val="0"/>
            </a:schemeClr>
          </a:solidFill>
          <a:ln w="1270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rot="0" spcFirstLastPara="0" vertOverflow="overflow" horzOverflow="overflow" vert="horz" wrap="square" lIns="72000" tIns="36000" rIns="73152" bIns="36576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marL="180000" indent="-180000" algn="l">
              <a:spcBef>
                <a:spcPts val="800"/>
              </a:spcBef>
              <a:buFont typeface="Ericsson Hilda" panose="00000500000000000000" pitchFamily="2" charset="0"/>
              <a:buChar char="●"/>
            </a:pPr>
            <a:endParaRPr lang="en-US">
              <a:solidFill>
                <a:schemeClr val="bg1"/>
              </a:solidFill>
              <a:latin typeface="+mn-lt"/>
            </a:endParaRPr>
          </a:p>
        </p:txBody>
      </p:sp>
      <p:sp>
        <p:nvSpPr>
          <p:cNvPr id="22531" name="Title_TM"/>
          <p:cNvSpPr>
            <a:spLocks noGrp="1" noChangeArrowheads="1"/>
          </p:cNvSpPr>
          <p:nvPr>
            <p:ph type="ctrTitle" hasCustomPrompt="1"/>
          </p:nvPr>
        </p:nvSpPr>
        <p:spPr>
          <a:xfrm>
            <a:off x="479425" y="476250"/>
            <a:ext cx="8353426" cy="3457576"/>
          </a:xfrm>
        </p:spPr>
        <p:txBody>
          <a:bodyPr/>
          <a:lstStyle>
            <a:lvl1pPr>
              <a:lnSpc>
                <a:spcPct val="85000"/>
              </a:lnSpc>
              <a:defRPr sz="8000" b="0" kern="1400" spc="-160" baseline="0">
                <a:solidFill>
                  <a:schemeClr val="tx1"/>
                </a:solidFill>
                <a:latin typeface="+mj-lt"/>
              </a:defRPr>
            </a:lvl1pPr>
          </a:lstStyle>
          <a:p>
            <a:r>
              <a:rPr lang="en-US"/>
              <a:t>Title/cover page,   Ericsson Hilda Light 80pt, max 3-lines</a:t>
            </a:r>
          </a:p>
        </p:txBody>
      </p:sp>
      <p:sp>
        <p:nvSpPr>
          <p:cNvPr id="22530" name="SubTitle_TM"/>
          <p:cNvSpPr>
            <a:spLocks noGrp="1" noChangeArrowheads="1"/>
          </p:cNvSpPr>
          <p:nvPr>
            <p:ph type="subTitle" idx="1" hasCustomPrompt="1"/>
          </p:nvPr>
        </p:nvSpPr>
        <p:spPr>
          <a:xfrm>
            <a:off x="479425" y="4149725"/>
            <a:ext cx="5472114" cy="2087563"/>
          </a:xfrm>
          <a:prstGeom prst="rect">
            <a:avLst/>
          </a:prstGeom>
        </p:spPr>
        <p:txBody>
          <a:bodyPr lIns="72000" anchor="t"/>
          <a:lstStyle>
            <a:lvl1pPr marL="0" indent="0">
              <a:lnSpc>
                <a:spcPct val="100000"/>
              </a:lnSpc>
              <a:spcBef>
                <a:spcPts val="0"/>
              </a:spcBef>
              <a:buFont typeface="Ericsson Hilda Light" charset="0"/>
              <a:buNone/>
              <a:defRPr sz="2000" baseline="0">
                <a:solidFill>
                  <a:schemeClr val="tx1"/>
                </a:solidFill>
                <a:latin typeface="+mn-lt"/>
              </a:defRPr>
            </a:lvl1pPr>
          </a:lstStyle>
          <a:p>
            <a:r>
              <a:rPr lang="en-US"/>
              <a:t>Description/subtitle/speaker…</a:t>
            </a:r>
            <a:br>
              <a:rPr lang="en-US"/>
            </a:br>
            <a:r>
              <a:rPr lang="en-US"/>
              <a:t>Ericsson Hilda Black 20pt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quarter" idx="10" hasCustomPrompt="1"/>
          </p:nvPr>
        </p:nvSpPr>
        <p:spPr>
          <a:xfrm>
            <a:off x="6240463" y="6264000"/>
            <a:ext cx="1910479" cy="262800"/>
          </a:xfrm>
          <a:prstGeom prst="rect">
            <a:avLst/>
          </a:prstGeom>
        </p:spPr>
        <p:txBody>
          <a:bodyPr wrap="none" tIns="0" bIns="0" anchor="ctr" anchorCtr="0"/>
          <a:lstStyle>
            <a:lvl1pPr marL="0" indent="0" algn="r">
              <a:buNone/>
              <a:defRPr sz="1200">
                <a:solidFill>
                  <a:schemeClr val="tx1"/>
                </a:solidFill>
                <a:latin typeface="+mn-lt"/>
              </a:defRPr>
            </a:lvl1pPr>
          </a:lstStyle>
          <a:p>
            <a:r>
              <a:rPr lang="en-US"/>
              <a:t>Speaker name</a:t>
            </a:r>
          </a:p>
        </p:txBody>
      </p:sp>
      <p:sp>
        <p:nvSpPr>
          <p:cNvPr id="12" name="Content Placeholder 11"/>
          <p:cNvSpPr>
            <a:spLocks noGrp="1"/>
          </p:cNvSpPr>
          <p:nvPr>
            <p:ph sz="quarter" idx="11" hasCustomPrompt="1"/>
          </p:nvPr>
        </p:nvSpPr>
        <p:spPr>
          <a:xfrm>
            <a:off x="8229600" y="6264000"/>
            <a:ext cx="2515041" cy="2628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tIns="0" rIns="0" bIns="0" anchor="ctr" anchorCtr="0"/>
          <a:lstStyle>
            <a:lvl1pPr marL="0" indent="0" algn="ctr">
              <a:buNone/>
              <a:defRPr lang="en-US" sz="1200" dirty="0">
                <a:solidFill>
                  <a:schemeClr val="tx1"/>
                </a:solidFill>
                <a:latin typeface="+mn-lt"/>
              </a:defRPr>
            </a:lvl1pPr>
          </a:lstStyle>
          <a:p>
            <a:r>
              <a:rPr lang="en-US"/>
              <a:t>Organization</a:t>
            </a:r>
          </a:p>
        </p:txBody>
      </p:sp>
      <p:sp>
        <p:nvSpPr>
          <p:cNvPr id="15" name="Content Placeholder 11"/>
          <p:cNvSpPr>
            <a:spLocks noGrp="1"/>
          </p:cNvSpPr>
          <p:nvPr>
            <p:ph sz="quarter" idx="12" hasCustomPrompt="1"/>
          </p:nvPr>
        </p:nvSpPr>
        <p:spPr>
          <a:xfrm>
            <a:off x="10811951" y="6264000"/>
            <a:ext cx="897503" cy="2628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 tIns="0" rIns="0" bIns="0" anchor="ctr" anchorCtr="0"/>
          <a:lstStyle>
            <a:lvl1pPr marL="0" indent="0" algn="ctr">
              <a:buNone/>
              <a:defRPr lang="en-US" sz="1200" dirty="0">
                <a:solidFill>
                  <a:schemeClr val="tx1"/>
                </a:solidFill>
                <a:latin typeface="+mn-lt"/>
              </a:defRPr>
            </a:lvl1pPr>
          </a:lstStyle>
          <a:p>
            <a:pPr lvl="0"/>
            <a:r>
              <a:rPr lang="en-US"/>
              <a:t>YYYY-MM-DD</a:t>
            </a:r>
          </a:p>
        </p:txBody>
      </p:sp>
      <p:sp>
        <p:nvSpPr>
          <p:cNvPr id="9" name="txtfooterCopy" descr="{&#10; &quot;SkabelonDesign&quot;: {&#10; &quot;textualValue&quot;: &quot;&lt;key1/&gt;&quot;,&#10; &quot;bindingCollection&quot;: {&#10; &quot;key1&quot;: {&quot;SkabelonDesign&quot;:{&quot;type&quot;:&quot;Text&quot;,&quot;binding&quot;:&quot;Module.FooterText&quot;}}&#10; }&#10; }&#10;}">
            <a:extLst>
              <a:ext uri="{FF2B5EF4-FFF2-40B4-BE49-F238E27FC236}">
                <a16:creationId xmlns:a16="http://schemas.microsoft.com/office/drawing/2014/main" id="{72C1EE1F-EF94-4EBA-A010-8BC3D2F38C39}"/>
              </a:ext>
            </a:extLst>
          </p:cNvPr>
          <p:cNvSpPr txBox="1"/>
          <p:nvPr userDrawn="1"/>
        </p:nvSpPr>
        <p:spPr>
          <a:xfrm>
            <a:off x="421638" y="6524625"/>
            <a:ext cx="65" cy="123111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marL="0" indent="0" algn="l">
              <a:buFontTx/>
              <a:buNone/>
            </a:pPr>
            <a:endParaRPr lang="en-US" sz="800" b="0" i="0" u="none">
              <a:solidFill>
                <a:schemeClr val="tx1"/>
              </a:solidFill>
              <a:latin typeface="+mn-lt"/>
            </a:endParaRPr>
          </a:p>
        </p:txBody>
      </p:sp>
      <p:pic>
        <p:nvPicPr>
          <p:cNvPr id="2" name="Logo">
            <a:extLst>
              <a:ext uri="{FF2B5EF4-FFF2-40B4-BE49-F238E27FC236}">
                <a16:creationId xmlns:a16="http://schemas.microsoft.com/office/drawing/2014/main" id="{0EAB151C-EA5D-17DC-B535-00FFB9FD8193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379841" y="429421"/>
            <a:ext cx="482228" cy="48243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94039696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hf sldNum="0" hdr="0" ftr="0"/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1_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xtfooterCopy" descr="{&#10; &quot;SkabelonDesign&quot;: {&#10; &quot;textualValue&quot;: &quot;&lt;key1/&gt;&quot;,&#10; &quot;bindingCollection&quot;: {&#10; &quot;key1&quot;: {&quot;SkabelonDesign&quot;:{&quot;type&quot;:&quot;Text&quot;,&quot;binding&quot;:&quot;Module.FooterText&quot;}}&#10; }&#10; }&#10;}">
            <a:extLst>
              <a:ext uri="{FF2B5EF4-FFF2-40B4-BE49-F238E27FC236}">
                <a16:creationId xmlns:a16="http://schemas.microsoft.com/office/drawing/2014/main" id="{69F42FFA-3DFB-4DB2-A942-F02200203C82}"/>
              </a:ext>
            </a:extLst>
          </p:cNvPr>
          <p:cNvSpPr txBox="1"/>
          <p:nvPr userDrawn="1"/>
        </p:nvSpPr>
        <p:spPr>
          <a:xfrm>
            <a:off x="421638" y="6524625"/>
            <a:ext cx="65" cy="123111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marL="0" indent="0" algn="l">
              <a:buFontTx/>
              <a:buNone/>
            </a:pPr>
            <a:endParaRPr lang="en-US" sz="800" b="0" i="0" u="none">
              <a:solidFill>
                <a:schemeClr val="tx1"/>
              </a:solidFill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3064491068"/>
      </p:ext>
    </p:extLst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1_Black blank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ackground">
            <a:extLst>
              <a:ext uri="{FF2B5EF4-FFF2-40B4-BE49-F238E27FC236}">
                <a16:creationId xmlns:a16="http://schemas.microsoft.com/office/drawing/2014/main" id="{E6869961-F931-4F1E-9FB3-8587EBA3F36F}"/>
              </a:ext>
            </a:extLst>
          </p:cNvPr>
          <p:cNvSpPr/>
          <p:nvPr userDrawn="1"/>
        </p:nvSpPr>
        <p:spPr bwMode="auto">
          <a:xfrm>
            <a:off x="0" y="0"/>
            <a:ext cx="12192000" cy="6858000"/>
          </a:xfrm>
          <a:prstGeom prst="rect">
            <a:avLst/>
          </a:prstGeom>
          <a:solidFill>
            <a:schemeClr val="bg2">
              <a:alpha val="0"/>
            </a:schemeClr>
          </a:solidFill>
          <a:ln w="1270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rot="0" spcFirstLastPara="0" vertOverflow="overflow" horzOverflow="overflow" vert="horz" wrap="square" lIns="72000" tIns="36000" rIns="73152" bIns="36576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marL="180000" indent="-180000" algn="l">
              <a:spcBef>
                <a:spcPts val="800"/>
              </a:spcBef>
              <a:buFont typeface="Ericsson Hilda" panose="00000500000000000000" pitchFamily="2" charset="0"/>
              <a:buChar char="●"/>
            </a:pPr>
            <a:endParaRPr lang="en-US">
              <a:solidFill>
                <a:schemeClr val="bg1"/>
              </a:solidFill>
              <a:latin typeface="+mn-lt"/>
            </a:endParaRPr>
          </a:p>
        </p:txBody>
      </p:sp>
      <p:sp>
        <p:nvSpPr>
          <p:cNvPr id="5" name="txtfooterCopy" descr="{&#10; &quot;SkabelonDesign&quot;: {&#10; &quot;textualValue&quot;: &quot;&lt;key1/&gt;&quot;,&#10; &quot;bindingCollection&quot;: {&#10; &quot;key1&quot;: {&quot;SkabelonDesign&quot;:{&quot;type&quot;:&quot;Text&quot;,&quot;binding&quot;:&quot;Module.FooterText&quot;}}&#10; }&#10; }&#10;}">
            <a:extLst>
              <a:ext uri="{FF2B5EF4-FFF2-40B4-BE49-F238E27FC236}">
                <a16:creationId xmlns:a16="http://schemas.microsoft.com/office/drawing/2014/main" id="{203FD5EF-20DB-46AB-B412-DF9112353719}"/>
              </a:ext>
            </a:extLst>
          </p:cNvPr>
          <p:cNvSpPr txBox="1"/>
          <p:nvPr userDrawn="1"/>
        </p:nvSpPr>
        <p:spPr>
          <a:xfrm>
            <a:off x="421638" y="6524625"/>
            <a:ext cx="65" cy="123111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marL="0" indent="0" algn="l">
              <a:buFontTx/>
              <a:buNone/>
            </a:pPr>
            <a:endParaRPr lang="en-US" sz="800" b="0" i="0" u="none">
              <a:solidFill>
                <a:schemeClr val="tx1"/>
              </a:solidFill>
              <a:latin typeface="+mn-lt"/>
            </a:endParaRPr>
          </a:p>
        </p:txBody>
      </p:sp>
      <p:pic>
        <p:nvPicPr>
          <p:cNvPr id="2" name="Logo">
            <a:extLst>
              <a:ext uri="{FF2B5EF4-FFF2-40B4-BE49-F238E27FC236}">
                <a16:creationId xmlns:a16="http://schemas.microsoft.com/office/drawing/2014/main" id="{78DD11F5-924D-4907-D01E-DCB632C069B7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379841" y="429421"/>
            <a:ext cx="482228" cy="48243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9930946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_SM"/>
          <p:cNvSpPr>
            <a:spLocks noGrp="1" noChangeArrowheads="1"/>
          </p:cNvSpPr>
          <p:nvPr>
            <p:ph type="title" hasCustomPrompt="1"/>
          </p:nvPr>
        </p:nvSpPr>
        <p:spPr bwMode="auto">
          <a:xfrm>
            <a:off x="479424" y="476250"/>
            <a:ext cx="8353425" cy="10810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72000" tIns="36000" rIns="0" bIns="0" numCol="1" anchor="t" anchorCtr="0" compatLnSpc="1">
            <a:prstTxWarp prst="textNoShape">
              <a:avLst/>
            </a:prstTxWarp>
            <a:noAutofit/>
          </a:bodyPr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Slide title, Ericsson Hilda Light 40pt, Ericsson Black, max 2-lines</a:t>
            </a:r>
          </a:p>
        </p:txBody>
      </p:sp>
      <p:sp>
        <p:nvSpPr>
          <p:cNvPr id="3" name="txtfooterCopy" descr="{&#10; &quot;SkabelonDesign&quot;: {&#10; &quot;textualValue&quot;: &quot;&lt;key1/&gt;&quot;,&#10; &quot;bindingCollection&quot;: {&#10; &quot;key1&quot;: {&quot;SkabelonDesign&quot;:{&quot;type&quot;:&quot;Text&quot;,&quot;binding&quot;:&quot;Module.FooterText&quot;}}&#10; }&#10; }&#10;}">
            <a:extLst>
              <a:ext uri="{FF2B5EF4-FFF2-40B4-BE49-F238E27FC236}">
                <a16:creationId xmlns:a16="http://schemas.microsoft.com/office/drawing/2014/main" id="{C44ECCE6-4D94-443E-8C20-CA233A5C0572}"/>
              </a:ext>
            </a:extLst>
          </p:cNvPr>
          <p:cNvSpPr txBox="1"/>
          <p:nvPr userDrawn="1"/>
        </p:nvSpPr>
        <p:spPr>
          <a:xfrm>
            <a:off x="421638" y="6524625"/>
            <a:ext cx="65" cy="123111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marL="0" indent="0" algn="l">
              <a:buFontTx/>
              <a:buNone/>
            </a:pPr>
            <a:endParaRPr lang="en-US" sz="800" b="0" i="0" u="none">
              <a:solidFill>
                <a:schemeClr val="tx1"/>
              </a:solidFill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3768819628"/>
      </p:ext>
    </p:extLst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1_Black Title Only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ckground">
            <a:extLst>
              <a:ext uri="{FF2B5EF4-FFF2-40B4-BE49-F238E27FC236}">
                <a16:creationId xmlns:a16="http://schemas.microsoft.com/office/drawing/2014/main" id="{D9A6888F-AC26-BA8F-0055-E808E294C9D7}"/>
              </a:ext>
            </a:extLst>
          </p:cNvPr>
          <p:cNvSpPr/>
          <p:nvPr userDrawn="1"/>
        </p:nvSpPr>
        <p:spPr bwMode="auto">
          <a:xfrm>
            <a:off x="0" y="0"/>
            <a:ext cx="12192000" cy="6858000"/>
          </a:xfrm>
          <a:prstGeom prst="rect">
            <a:avLst/>
          </a:prstGeom>
          <a:solidFill>
            <a:schemeClr val="bg2">
              <a:alpha val="0"/>
            </a:schemeClr>
          </a:solidFill>
          <a:ln w="1270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rot="0" spcFirstLastPara="0" vertOverflow="overflow" horzOverflow="overflow" vert="horz" wrap="square" lIns="72000" tIns="36000" rIns="73152" bIns="36576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marL="180000" indent="-180000" algn="l">
              <a:spcBef>
                <a:spcPts val="800"/>
              </a:spcBef>
              <a:buFont typeface="Ericsson Hilda" panose="00000500000000000000" pitchFamily="2" charset="0"/>
              <a:buChar char="●"/>
            </a:pPr>
            <a:endParaRPr lang="en-US">
              <a:solidFill>
                <a:schemeClr val="bg1"/>
              </a:solidFill>
              <a:latin typeface="+mn-lt"/>
            </a:endParaRPr>
          </a:p>
        </p:txBody>
      </p:sp>
      <p:pic>
        <p:nvPicPr>
          <p:cNvPr id="5" name="Logo">
            <a:extLst>
              <a:ext uri="{FF2B5EF4-FFF2-40B4-BE49-F238E27FC236}">
                <a16:creationId xmlns:a16="http://schemas.microsoft.com/office/drawing/2014/main" id="{561136CD-F1DB-03FC-F814-EFB439777257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379841" y="429421"/>
            <a:ext cx="482228" cy="482439"/>
          </a:xfrm>
          <a:prstGeom prst="rect">
            <a:avLst/>
          </a:prstGeom>
        </p:spPr>
      </p:pic>
      <p:sp>
        <p:nvSpPr>
          <p:cNvPr id="4" name="Title_SM"/>
          <p:cNvSpPr>
            <a:spLocks noGrp="1" noChangeArrowheads="1"/>
          </p:cNvSpPr>
          <p:nvPr>
            <p:ph type="title" hasCustomPrompt="1"/>
          </p:nvPr>
        </p:nvSpPr>
        <p:spPr bwMode="auto">
          <a:xfrm>
            <a:off x="479424" y="476250"/>
            <a:ext cx="8353425" cy="10810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72000" tIns="36000" rIns="0" bIns="0" numCol="1" anchor="t" anchorCtr="0" compatLnSpc="1">
            <a:prstTxWarp prst="textNoShape">
              <a:avLst/>
            </a:prstTxWarp>
            <a:noAutofit/>
          </a:bodyPr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Slide title, Ericsson Hilda Light 40pt, Ericsson Black, max 2-lines</a:t>
            </a:r>
          </a:p>
        </p:txBody>
      </p:sp>
      <p:sp>
        <p:nvSpPr>
          <p:cNvPr id="3" name="txtfooterCopy" descr="{&#10; &quot;SkabelonDesign&quot;: {&#10; &quot;textualValue&quot;: &quot;&lt;key1/&gt;&quot;,&#10; &quot;bindingCollection&quot;: {&#10; &quot;key1&quot;: {&quot;SkabelonDesign&quot;:{&quot;type&quot;:&quot;Text&quot;,&quot;binding&quot;:&quot;Module.FooterText&quot;}}&#10; }&#10; }&#10;}">
            <a:extLst>
              <a:ext uri="{FF2B5EF4-FFF2-40B4-BE49-F238E27FC236}">
                <a16:creationId xmlns:a16="http://schemas.microsoft.com/office/drawing/2014/main" id="{C44ECCE6-4D94-443E-8C20-CA233A5C0572}"/>
              </a:ext>
            </a:extLst>
          </p:cNvPr>
          <p:cNvSpPr txBox="1"/>
          <p:nvPr userDrawn="1"/>
        </p:nvSpPr>
        <p:spPr>
          <a:xfrm>
            <a:off x="421638" y="6524625"/>
            <a:ext cx="65" cy="123111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marL="0" indent="0" algn="l">
              <a:buFontTx/>
              <a:buNone/>
            </a:pPr>
            <a:endParaRPr lang="en-US" sz="800" b="0" i="0" u="none">
              <a:solidFill>
                <a:schemeClr val="tx1"/>
              </a:solidFill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175013666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itle and 1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_SM"/>
          <p:cNvSpPr>
            <a:spLocks noGrp="1" noChangeArrowheads="1"/>
          </p:cNvSpPr>
          <p:nvPr>
            <p:ph type="title" hasCustomPrompt="1"/>
          </p:nvPr>
        </p:nvSpPr>
        <p:spPr bwMode="auto">
          <a:xfrm>
            <a:off x="479425" y="476250"/>
            <a:ext cx="10521950" cy="10810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72000" tIns="36000" rIns="73152" bIns="36576" numCol="1" anchor="t" anchorCtr="0" compatLnSpc="1">
            <a:prstTxWarp prst="textNoShape">
              <a:avLst/>
            </a:prstTxWarp>
            <a:noAutofit/>
          </a:bodyPr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Use this layout for document slides when you need space for a long heading and big content area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10CFEFC-6AC8-4817-A0D3-6029D48BD293}"/>
              </a:ext>
            </a:extLst>
          </p:cNvPr>
          <p:cNvSpPr>
            <a:spLocks noGrp="1"/>
          </p:cNvSpPr>
          <p:nvPr>
            <p:ph sz="quarter" idx="10" hasCustomPrompt="1"/>
          </p:nvPr>
        </p:nvSpPr>
        <p:spPr>
          <a:xfrm>
            <a:off x="479425" y="1844675"/>
            <a:ext cx="11233150" cy="4392612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/>
            </a:lvl5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8" name="txtfooterCopy" descr="{&#10; &quot;SkabelonDesign&quot;: {&#10; &quot;textualValue&quot;: &quot;&lt;key1/&gt;&quot;,&#10; &quot;bindingCollection&quot;: {&#10; &quot;key1&quot;: {&quot;SkabelonDesign&quot;:{&quot;type&quot;:&quot;Text&quot;,&quot;binding&quot;:&quot;Module.FooterText&quot;}}&#10; }&#10; }&#10;}">
            <a:extLst>
              <a:ext uri="{FF2B5EF4-FFF2-40B4-BE49-F238E27FC236}">
                <a16:creationId xmlns:a16="http://schemas.microsoft.com/office/drawing/2014/main" id="{C2AD0284-E6BA-49D8-AB3F-D94DBB1D54F0}"/>
              </a:ext>
            </a:extLst>
          </p:cNvPr>
          <p:cNvSpPr txBox="1"/>
          <p:nvPr userDrawn="1"/>
        </p:nvSpPr>
        <p:spPr>
          <a:xfrm>
            <a:off x="421638" y="6524625"/>
            <a:ext cx="65" cy="123111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marL="0" indent="0" algn="l">
              <a:buFontTx/>
              <a:buNone/>
            </a:pPr>
            <a:endParaRPr lang="en-US" sz="800" b="0" i="0" u="none">
              <a:solidFill>
                <a:schemeClr val="tx1"/>
              </a:solidFill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1690175656"/>
      </p:ext>
    </p:extLst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1_Black Title and 1 column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ckground">
            <a:extLst>
              <a:ext uri="{FF2B5EF4-FFF2-40B4-BE49-F238E27FC236}">
                <a16:creationId xmlns:a16="http://schemas.microsoft.com/office/drawing/2014/main" id="{17697191-0A85-B8C8-9EEC-2BBBCA05BA94}"/>
              </a:ext>
            </a:extLst>
          </p:cNvPr>
          <p:cNvSpPr/>
          <p:nvPr userDrawn="1"/>
        </p:nvSpPr>
        <p:spPr bwMode="auto">
          <a:xfrm>
            <a:off x="0" y="0"/>
            <a:ext cx="12192000" cy="6858000"/>
          </a:xfrm>
          <a:prstGeom prst="rect">
            <a:avLst/>
          </a:prstGeom>
          <a:solidFill>
            <a:schemeClr val="bg2">
              <a:alpha val="0"/>
            </a:schemeClr>
          </a:solidFill>
          <a:ln w="1270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rot="0" spcFirstLastPara="0" vertOverflow="overflow" horzOverflow="overflow" vert="horz" wrap="square" lIns="72000" tIns="36000" rIns="73152" bIns="36576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marL="180000" indent="-180000" algn="l">
              <a:spcBef>
                <a:spcPts val="800"/>
              </a:spcBef>
              <a:buFont typeface="Ericsson Hilda" panose="00000500000000000000" pitchFamily="2" charset="0"/>
              <a:buChar char="●"/>
            </a:pPr>
            <a:endParaRPr lang="en-US">
              <a:solidFill>
                <a:schemeClr val="bg1"/>
              </a:solidFill>
              <a:latin typeface="+mn-lt"/>
            </a:endParaRPr>
          </a:p>
        </p:txBody>
      </p:sp>
      <p:pic>
        <p:nvPicPr>
          <p:cNvPr id="4" name="Logo">
            <a:extLst>
              <a:ext uri="{FF2B5EF4-FFF2-40B4-BE49-F238E27FC236}">
                <a16:creationId xmlns:a16="http://schemas.microsoft.com/office/drawing/2014/main" id="{74D3F1FB-D06C-DBD1-2450-16F10900A585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379841" y="429421"/>
            <a:ext cx="482228" cy="482439"/>
          </a:xfrm>
          <a:prstGeom prst="rect">
            <a:avLst/>
          </a:prstGeom>
        </p:spPr>
      </p:pic>
      <p:sp>
        <p:nvSpPr>
          <p:cNvPr id="5" name="Title_SM"/>
          <p:cNvSpPr>
            <a:spLocks noGrp="1" noChangeArrowheads="1"/>
          </p:cNvSpPr>
          <p:nvPr>
            <p:ph type="title" hasCustomPrompt="1"/>
          </p:nvPr>
        </p:nvSpPr>
        <p:spPr bwMode="auto">
          <a:xfrm>
            <a:off x="479425" y="476250"/>
            <a:ext cx="10521950" cy="10810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72000" tIns="36000" rIns="73152" bIns="36576" numCol="1" anchor="t" anchorCtr="0" compatLnSpc="1">
            <a:prstTxWarp prst="textNoShape">
              <a:avLst/>
            </a:prstTxWarp>
            <a:noAutofit/>
          </a:bodyPr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Use this layout for document slides when you need space for a long heading and big content area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10CFEFC-6AC8-4817-A0D3-6029D48BD293}"/>
              </a:ext>
            </a:extLst>
          </p:cNvPr>
          <p:cNvSpPr>
            <a:spLocks noGrp="1"/>
          </p:cNvSpPr>
          <p:nvPr>
            <p:ph sz="quarter" idx="10" hasCustomPrompt="1"/>
          </p:nvPr>
        </p:nvSpPr>
        <p:spPr>
          <a:xfrm>
            <a:off x="479425" y="1844675"/>
            <a:ext cx="11233150" cy="4392612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/>
            </a:lvl5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8" name="txtfooterCopy" descr="{&#10; &quot;SkabelonDesign&quot;: {&#10; &quot;textualValue&quot;: &quot;&lt;key1/&gt;&quot;,&#10; &quot;bindingCollection&quot;: {&#10; &quot;key1&quot;: {&quot;SkabelonDesign&quot;:{&quot;type&quot;:&quot;Text&quot;,&quot;binding&quot;:&quot;Module.FooterText&quot;}}&#10; }&#10; }&#10;}">
            <a:extLst>
              <a:ext uri="{FF2B5EF4-FFF2-40B4-BE49-F238E27FC236}">
                <a16:creationId xmlns:a16="http://schemas.microsoft.com/office/drawing/2014/main" id="{C2AD0284-E6BA-49D8-AB3F-D94DBB1D54F0}"/>
              </a:ext>
            </a:extLst>
          </p:cNvPr>
          <p:cNvSpPr txBox="1"/>
          <p:nvPr userDrawn="1"/>
        </p:nvSpPr>
        <p:spPr>
          <a:xfrm>
            <a:off x="421638" y="6524625"/>
            <a:ext cx="65" cy="123111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marL="0" indent="0" algn="l">
              <a:buFontTx/>
              <a:buNone/>
            </a:pPr>
            <a:endParaRPr lang="en-US" sz="800" b="0" i="0" u="none">
              <a:solidFill>
                <a:schemeClr val="tx1"/>
              </a:solidFill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3134092768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itle and 1 smaller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_SM">
            <a:extLst>
              <a:ext uri="{FF2B5EF4-FFF2-40B4-BE49-F238E27FC236}">
                <a16:creationId xmlns:a16="http://schemas.microsoft.com/office/drawing/2014/main" id="{3F4EF873-DC0F-4698-BEC2-502DB043AA5C}"/>
              </a:ext>
            </a:extLst>
          </p:cNvPr>
          <p:cNvSpPr>
            <a:spLocks noGrp="1" noChangeArrowheads="1"/>
          </p:cNvSpPr>
          <p:nvPr>
            <p:ph type="title" hasCustomPrompt="1"/>
          </p:nvPr>
        </p:nvSpPr>
        <p:spPr bwMode="auto">
          <a:xfrm>
            <a:off x="479425" y="476250"/>
            <a:ext cx="8353426" cy="10810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72000" tIns="36000" rIns="73152" bIns="36576" numCol="1" anchor="t" anchorCtr="0" compatLnSpc="1">
            <a:prstTxWarp prst="textNoShape">
              <a:avLst/>
            </a:prstTxWarp>
            <a:noAutofit/>
          </a:bodyPr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Use this layout for presentations using short and crisp headings</a:t>
            </a: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784F54AF-EED6-486A-9ACA-42061F4AAE9A}"/>
              </a:ext>
            </a:extLst>
          </p:cNvPr>
          <p:cNvSpPr>
            <a:spLocks noGrp="1"/>
          </p:cNvSpPr>
          <p:nvPr>
            <p:ph sz="quarter" idx="11" hasCustomPrompt="1"/>
          </p:nvPr>
        </p:nvSpPr>
        <p:spPr>
          <a:xfrm>
            <a:off x="479425" y="1844675"/>
            <a:ext cx="8353426" cy="4392612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/>
            </a:lvl5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7" name="txtfooterCopy" descr="{&#10; &quot;SkabelonDesign&quot;: {&#10; &quot;textualValue&quot;: &quot;&lt;key1/&gt;&quot;,&#10; &quot;bindingCollection&quot;: {&#10; &quot;key1&quot;: {&quot;SkabelonDesign&quot;:{&quot;type&quot;:&quot;Text&quot;,&quot;binding&quot;:&quot;Module.FooterText&quot;}}&#10; }&#10; }&#10;}">
            <a:extLst>
              <a:ext uri="{FF2B5EF4-FFF2-40B4-BE49-F238E27FC236}">
                <a16:creationId xmlns:a16="http://schemas.microsoft.com/office/drawing/2014/main" id="{DB8BC610-C1B0-4C6A-B5C2-80DA487CE5DE}"/>
              </a:ext>
            </a:extLst>
          </p:cNvPr>
          <p:cNvSpPr txBox="1"/>
          <p:nvPr userDrawn="1"/>
        </p:nvSpPr>
        <p:spPr>
          <a:xfrm>
            <a:off x="421638" y="6524625"/>
            <a:ext cx="65" cy="123111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marL="0" indent="0" algn="l">
              <a:buFontTx/>
              <a:buNone/>
            </a:pPr>
            <a:endParaRPr lang="en-US" sz="800" b="0" i="0" u="none">
              <a:solidFill>
                <a:schemeClr val="tx1"/>
              </a:solidFill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2758115800"/>
      </p:ext>
    </p:extLst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1_Black Title and 1 smaller column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ckground">
            <a:extLst>
              <a:ext uri="{FF2B5EF4-FFF2-40B4-BE49-F238E27FC236}">
                <a16:creationId xmlns:a16="http://schemas.microsoft.com/office/drawing/2014/main" id="{C8FC9BDE-AACF-FAD9-0569-2308D75B1812}"/>
              </a:ext>
            </a:extLst>
          </p:cNvPr>
          <p:cNvSpPr/>
          <p:nvPr userDrawn="1"/>
        </p:nvSpPr>
        <p:spPr bwMode="auto">
          <a:xfrm>
            <a:off x="0" y="0"/>
            <a:ext cx="12192000" cy="6858000"/>
          </a:xfrm>
          <a:prstGeom prst="rect">
            <a:avLst/>
          </a:prstGeom>
          <a:solidFill>
            <a:schemeClr val="bg2">
              <a:alpha val="0"/>
            </a:schemeClr>
          </a:solidFill>
          <a:ln w="1270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rot="0" spcFirstLastPara="0" vertOverflow="overflow" horzOverflow="overflow" vert="horz" wrap="square" lIns="72000" tIns="36000" rIns="73152" bIns="36576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marL="180000" indent="-180000" algn="l">
              <a:spcBef>
                <a:spcPts val="800"/>
              </a:spcBef>
              <a:buFont typeface="Ericsson Hilda" panose="00000500000000000000" pitchFamily="2" charset="0"/>
              <a:buChar char="●"/>
            </a:pPr>
            <a:endParaRPr lang="en-US">
              <a:solidFill>
                <a:schemeClr val="bg1"/>
              </a:solidFill>
              <a:latin typeface="+mn-lt"/>
            </a:endParaRPr>
          </a:p>
        </p:txBody>
      </p:sp>
      <p:pic>
        <p:nvPicPr>
          <p:cNvPr id="3" name="Logo">
            <a:extLst>
              <a:ext uri="{FF2B5EF4-FFF2-40B4-BE49-F238E27FC236}">
                <a16:creationId xmlns:a16="http://schemas.microsoft.com/office/drawing/2014/main" id="{3989B81D-94DE-1159-ADB9-A5A03B074BB4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379841" y="429421"/>
            <a:ext cx="482228" cy="482439"/>
          </a:xfrm>
          <a:prstGeom prst="rect">
            <a:avLst/>
          </a:prstGeom>
        </p:spPr>
      </p:pic>
      <p:sp>
        <p:nvSpPr>
          <p:cNvPr id="6" name="Title_SM">
            <a:extLst>
              <a:ext uri="{FF2B5EF4-FFF2-40B4-BE49-F238E27FC236}">
                <a16:creationId xmlns:a16="http://schemas.microsoft.com/office/drawing/2014/main" id="{3F4EF873-DC0F-4698-BEC2-502DB043AA5C}"/>
              </a:ext>
            </a:extLst>
          </p:cNvPr>
          <p:cNvSpPr>
            <a:spLocks noGrp="1" noChangeArrowheads="1"/>
          </p:cNvSpPr>
          <p:nvPr>
            <p:ph type="title" hasCustomPrompt="1"/>
          </p:nvPr>
        </p:nvSpPr>
        <p:spPr bwMode="auto">
          <a:xfrm>
            <a:off x="479425" y="476250"/>
            <a:ext cx="8353426" cy="10810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72000" tIns="36000" rIns="73152" bIns="36576" numCol="1" anchor="t" anchorCtr="0" compatLnSpc="1">
            <a:prstTxWarp prst="textNoShape">
              <a:avLst/>
            </a:prstTxWarp>
            <a:noAutofit/>
          </a:bodyPr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Use this layout for presentations using short and crisp headings</a:t>
            </a: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784F54AF-EED6-486A-9ACA-42061F4AAE9A}"/>
              </a:ext>
            </a:extLst>
          </p:cNvPr>
          <p:cNvSpPr>
            <a:spLocks noGrp="1"/>
          </p:cNvSpPr>
          <p:nvPr>
            <p:ph sz="quarter" idx="11" hasCustomPrompt="1"/>
          </p:nvPr>
        </p:nvSpPr>
        <p:spPr>
          <a:xfrm>
            <a:off x="479425" y="1844675"/>
            <a:ext cx="8353426" cy="4392612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/>
            </a:lvl5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7" name="txtfooterCopy" descr="{&#10; &quot;SkabelonDesign&quot;: {&#10; &quot;textualValue&quot;: &quot;&lt;key1/&gt;&quot;,&#10; &quot;bindingCollection&quot;: {&#10; &quot;key1&quot;: {&quot;SkabelonDesign&quot;:{&quot;type&quot;:&quot;Text&quot;,&quot;binding&quot;:&quot;Module.FooterText&quot;}}&#10; }&#10; }&#10;}">
            <a:extLst>
              <a:ext uri="{FF2B5EF4-FFF2-40B4-BE49-F238E27FC236}">
                <a16:creationId xmlns:a16="http://schemas.microsoft.com/office/drawing/2014/main" id="{DB8BC610-C1B0-4C6A-B5C2-80DA487CE5DE}"/>
              </a:ext>
            </a:extLst>
          </p:cNvPr>
          <p:cNvSpPr txBox="1"/>
          <p:nvPr userDrawn="1"/>
        </p:nvSpPr>
        <p:spPr>
          <a:xfrm>
            <a:off x="421638" y="6524625"/>
            <a:ext cx="65" cy="123111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marL="0" indent="0" algn="l">
              <a:buFontTx/>
              <a:buNone/>
            </a:pPr>
            <a:endParaRPr lang="en-US" sz="800" b="0" i="0" u="none">
              <a:solidFill>
                <a:schemeClr val="tx1"/>
              </a:solidFill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505215066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itle and 2 colum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_SM">
            <a:extLst>
              <a:ext uri="{FF2B5EF4-FFF2-40B4-BE49-F238E27FC236}">
                <a16:creationId xmlns:a16="http://schemas.microsoft.com/office/drawing/2014/main" id="{891BF4C4-9DF9-4D9F-A738-37FBCD45AA68}"/>
              </a:ext>
            </a:extLst>
          </p:cNvPr>
          <p:cNvSpPr>
            <a:spLocks noGrp="1" noChangeArrowheads="1"/>
          </p:cNvSpPr>
          <p:nvPr>
            <p:ph type="title" hasCustomPrompt="1"/>
          </p:nvPr>
        </p:nvSpPr>
        <p:spPr bwMode="auto">
          <a:xfrm>
            <a:off x="479425" y="476250"/>
            <a:ext cx="8353426" cy="10810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72000" tIns="36000" rIns="73152" bIns="36576" numCol="1" anchor="t" anchorCtr="0" compatLnSpc="1">
            <a:prstTxWarp prst="textNoShape">
              <a:avLst/>
            </a:prstTxWarp>
            <a:noAutofit/>
          </a:bodyPr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Slide title, Ericsson Hilda Light 40pt, Ericsson Black, max 2-lines</a:t>
            </a:r>
          </a:p>
        </p:txBody>
      </p:sp>
      <p:sp>
        <p:nvSpPr>
          <p:cNvPr id="3" name="Content Placeholder 1"/>
          <p:cNvSpPr>
            <a:spLocks noGrp="1"/>
          </p:cNvSpPr>
          <p:nvPr>
            <p:ph sz="half" idx="1" hasCustomPrompt="1"/>
          </p:nvPr>
        </p:nvSpPr>
        <p:spPr>
          <a:xfrm>
            <a:off x="479425" y="1844675"/>
            <a:ext cx="5472113" cy="4392612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/>
            </a:lvl5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5" name="Content Placeholder 3"/>
          <p:cNvSpPr>
            <a:spLocks noGrp="1"/>
          </p:cNvSpPr>
          <p:nvPr>
            <p:ph sz="quarter" idx="3" hasCustomPrompt="1"/>
          </p:nvPr>
        </p:nvSpPr>
        <p:spPr>
          <a:xfrm>
            <a:off x="6240463" y="1844674"/>
            <a:ext cx="5472112" cy="4392613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/>
            </a:lvl5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8" name="txtfooterCopy" descr="{&#10; &quot;SkabelonDesign&quot;: {&#10; &quot;textualValue&quot;: &quot;&lt;key1/&gt;&quot;,&#10; &quot;bindingCollection&quot;: {&#10; &quot;key1&quot;: {&quot;SkabelonDesign&quot;:{&quot;type&quot;:&quot;Text&quot;,&quot;binding&quot;:&quot;Module.FooterText&quot;}}&#10; }&#10; }&#10;}">
            <a:extLst>
              <a:ext uri="{FF2B5EF4-FFF2-40B4-BE49-F238E27FC236}">
                <a16:creationId xmlns:a16="http://schemas.microsoft.com/office/drawing/2014/main" id="{53797230-5A6C-4718-8C90-CB9F2709B382}"/>
              </a:ext>
            </a:extLst>
          </p:cNvPr>
          <p:cNvSpPr txBox="1"/>
          <p:nvPr userDrawn="1"/>
        </p:nvSpPr>
        <p:spPr>
          <a:xfrm>
            <a:off x="421638" y="6524625"/>
            <a:ext cx="65" cy="123111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marL="0" indent="0" algn="l">
              <a:buFontTx/>
              <a:buNone/>
            </a:pPr>
            <a:endParaRPr lang="en-US" sz="800" b="0" i="0" u="none">
              <a:solidFill>
                <a:schemeClr val="tx1"/>
              </a:solidFill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3728555630"/>
      </p:ext>
    </p:extLst>
  </p:cSld>
  <p:clrMapOvr>
    <a:masterClrMapping/>
  </p:clrMapOvr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1_Black Title and 2 columns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ckground">
            <a:extLst>
              <a:ext uri="{FF2B5EF4-FFF2-40B4-BE49-F238E27FC236}">
                <a16:creationId xmlns:a16="http://schemas.microsoft.com/office/drawing/2014/main" id="{105FD79D-9BC3-0408-DF33-0CA55CC3DCDA}"/>
              </a:ext>
            </a:extLst>
          </p:cNvPr>
          <p:cNvSpPr/>
          <p:nvPr userDrawn="1"/>
        </p:nvSpPr>
        <p:spPr bwMode="auto">
          <a:xfrm>
            <a:off x="0" y="0"/>
            <a:ext cx="12192000" cy="6858000"/>
          </a:xfrm>
          <a:prstGeom prst="rect">
            <a:avLst/>
          </a:prstGeom>
          <a:solidFill>
            <a:schemeClr val="bg2">
              <a:alpha val="0"/>
            </a:schemeClr>
          </a:solidFill>
          <a:ln w="1270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rot="0" spcFirstLastPara="0" vertOverflow="overflow" horzOverflow="overflow" vert="horz" wrap="square" lIns="72000" tIns="36000" rIns="73152" bIns="36576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marL="180000" indent="-180000" algn="l">
              <a:spcBef>
                <a:spcPts val="800"/>
              </a:spcBef>
              <a:buFont typeface="Ericsson Hilda" panose="00000500000000000000" pitchFamily="2" charset="0"/>
              <a:buChar char="●"/>
            </a:pPr>
            <a:endParaRPr lang="en-US">
              <a:solidFill>
                <a:schemeClr val="bg1"/>
              </a:solidFill>
              <a:latin typeface="+mn-lt"/>
            </a:endParaRPr>
          </a:p>
        </p:txBody>
      </p:sp>
      <p:pic>
        <p:nvPicPr>
          <p:cNvPr id="4" name="Logo">
            <a:extLst>
              <a:ext uri="{FF2B5EF4-FFF2-40B4-BE49-F238E27FC236}">
                <a16:creationId xmlns:a16="http://schemas.microsoft.com/office/drawing/2014/main" id="{D355044D-CD56-AB10-6CA0-CA0669B90600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379841" y="429421"/>
            <a:ext cx="482228" cy="482439"/>
          </a:xfrm>
          <a:prstGeom prst="rect">
            <a:avLst/>
          </a:prstGeom>
        </p:spPr>
      </p:pic>
      <p:sp>
        <p:nvSpPr>
          <p:cNvPr id="6" name="Title_SM">
            <a:extLst>
              <a:ext uri="{FF2B5EF4-FFF2-40B4-BE49-F238E27FC236}">
                <a16:creationId xmlns:a16="http://schemas.microsoft.com/office/drawing/2014/main" id="{891BF4C4-9DF9-4D9F-A738-37FBCD45AA68}"/>
              </a:ext>
            </a:extLst>
          </p:cNvPr>
          <p:cNvSpPr>
            <a:spLocks noGrp="1" noChangeArrowheads="1"/>
          </p:cNvSpPr>
          <p:nvPr>
            <p:ph type="title" hasCustomPrompt="1"/>
          </p:nvPr>
        </p:nvSpPr>
        <p:spPr bwMode="auto">
          <a:xfrm>
            <a:off x="479425" y="476250"/>
            <a:ext cx="8353426" cy="10810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72000" tIns="36000" rIns="73152" bIns="36576" numCol="1" anchor="t" anchorCtr="0" compatLnSpc="1">
            <a:prstTxWarp prst="textNoShape">
              <a:avLst/>
            </a:prstTxWarp>
            <a:noAutofit/>
          </a:bodyPr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Slide title, Ericsson Hilda Light 40pt, Ericsson Black, max 2-lines</a:t>
            </a:r>
          </a:p>
        </p:txBody>
      </p:sp>
      <p:sp>
        <p:nvSpPr>
          <p:cNvPr id="3" name="Content Placeholder 1"/>
          <p:cNvSpPr>
            <a:spLocks noGrp="1"/>
          </p:cNvSpPr>
          <p:nvPr>
            <p:ph sz="half" idx="1" hasCustomPrompt="1"/>
          </p:nvPr>
        </p:nvSpPr>
        <p:spPr>
          <a:xfrm>
            <a:off x="479425" y="1844675"/>
            <a:ext cx="5472113" cy="4392612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/>
            </a:lvl5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5" name="Content Placeholder 3"/>
          <p:cNvSpPr>
            <a:spLocks noGrp="1"/>
          </p:cNvSpPr>
          <p:nvPr>
            <p:ph sz="quarter" idx="3" hasCustomPrompt="1"/>
          </p:nvPr>
        </p:nvSpPr>
        <p:spPr>
          <a:xfrm>
            <a:off x="6240463" y="1844674"/>
            <a:ext cx="5472112" cy="4392613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/>
            </a:lvl5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8" name="txtfooterCopy" descr="{&#10; &quot;SkabelonDesign&quot;: {&#10; &quot;textualValue&quot;: &quot;&lt;key1/&gt;&quot;,&#10; &quot;bindingCollection&quot;: {&#10; &quot;key1&quot;: {&quot;SkabelonDesign&quot;:{&quot;type&quot;:&quot;Text&quot;,&quot;binding&quot;:&quot;Module.FooterText&quot;}}&#10; }&#10; }&#10;}">
            <a:extLst>
              <a:ext uri="{FF2B5EF4-FFF2-40B4-BE49-F238E27FC236}">
                <a16:creationId xmlns:a16="http://schemas.microsoft.com/office/drawing/2014/main" id="{53797230-5A6C-4718-8C90-CB9F2709B382}"/>
              </a:ext>
            </a:extLst>
          </p:cNvPr>
          <p:cNvSpPr txBox="1"/>
          <p:nvPr userDrawn="1"/>
        </p:nvSpPr>
        <p:spPr>
          <a:xfrm>
            <a:off x="421638" y="6524625"/>
            <a:ext cx="65" cy="123111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marL="0" indent="0" algn="l">
              <a:buFontTx/>
              <a:buNone/>
            </a:pPr>
            <a:endParaRPr lang="en-US" sz="800" b="0" i="0" u="none">
              <a:solidFill>
                <a:schemeClr val="tx1"/>
              </a:solidFill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4024642936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itle and 3 colum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_SM">
            <a:extLst>
              <a:ext uri="{FF2B5EF4-FFF2-40B4-BE49-F238E27FC236}">
                <a16:creationId xmlns:a16="http://schemas.microsoft.com/office/drawing/2014/main" id="{6B686A21-AA96-4B0A-B7CE-F4C6D5D31B32}"/>
              </a:ext>
            </a:extLst>
          </p:cNvPr>
          <p:cNvSpPr>
            <a:spLocks noGrp="1" noChangeArrowheads="1"/>
          </p:cNvSpPr>
          <p:nvPr>
            <p:ph type="title" hasCustomPrompt="1"/>
          </p:nvPr>
        </p:nvSpPr>
        <p:spPr bwMode="auto">
          <a:xfrm>
            <a:off x="479425" y="476250"/>
            <a:ext cx="8353426" cy="10810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72000" tIns="36000" rIns="73152" bIns="36576" numCol="1" anchor="t" anchorCtr="0" compatLnSpc="1">
            <a:prstTxWarp prst="textNoShape">
              <a:avLst/>
            </a:prstTxWarp>
            <a:noAutofit/>
          </a:bodyPr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Slide title, Ericsson Hilda Light 40pt, Ericsson Black, max 2-lines</a:t>
            </a:r>
          </a:p>
        </p:txBody>
      </p:sp>
      <p:sp>
        <p:nvSpPr>
          <p:cNvPr id="6" name="Content Placeholder 1"/>
          <p:cNvSpPr>
            <a:spLocks noGrp="1"/>
          </p:cNvSpPr>
          <p:nvPr>
            <p:ph sz="quarter" idx="11" hasCustomPrompt="1"/>
          </p:nvPr>
        </p:nvSpPr>
        <p:spPr>
          <a:xfrm>
            <a:off x="481052" y="1846580"/>
            <a:ext cx="3528000" cy="4392613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/>
            </a:lvl4pPr>
            <a:lvl5pPr>
              <a:defRPr/>
            </a:lvl5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8" name="Content Placeholder 2"/>
          <p:cNvSpPr>
            <a:spLocks noGrp="1"/>
          </p:cNvSpPr>
          <p:nvPr>
            <p:ph sz="quarter" idx="12" hasCustomPrompt="1"/>
          </p:nvPr>
        </p:nvSpPr>
        <p:spPr>
          <a:xfrm>
            <a:off x="4332814" y="1844674"/>
            <a:ext cx="3528000" cy="4392613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/>
            </a:lvl4pPr>
            <a:lvl5pPr>
              <a:defRPr/>
            </a:lvl5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7" name="Content Placeholder 3">
            <a:extLst>
              <a:ext uri="{FF2B5EF4-FFF2-40B4-BE49-F238E27FC236}">
                <a16:creationId xmlns:a16="http://schemas.microsoft.com/office/drawing/2014/main" id="{8E3794F8-471D-4987-945F-3C29BB03AB49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8184575" y="1846580"/>
            <a:ext cx="3528000" cy="4392613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/>
            </a:lvl4pPr>
            <a:lvl5pPr>
              <a:defRPr/>
            </a:lvl5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9" name="txtfooterCopy" descr="{&#10; &quot;SkabelonDesign&quot;: {&#10; &quot;textualValue&quot;: &quot;&lt;key1/&gt;&quot;,&#10; &quot;bindingCollection&quot;: {&#10; &quot;key1&quot;: {&quot;SkabelonDesign&quot;:{&quot;type&quot;:&quot;Text&quot;,&quot;binding&quot;:&quot;Module.FooterText&quot;}}&#10; }&#10; }&#10;}">
            <a:extLst>
              <a:ext uri="{FF2B5EF4-FFF2-40B4-BE49-F238E27FC236}">
                <a16:creationId xmlns:a16="http://schemas.microsoft.com/office/drawing/2014/main" id="{2C8570FA-FAA3-4EFA-A4F1-01C285AE39DE}"/>
              </a:ext>
            </a:extLst>
          </p:cNvPr>
          <p:cNvSpPr txBox="1"/>
          <p:nvPr userDrawn="1"/>
        </p:nvSpPr>
        <p:spPr>
          <a:xfrm>
            <a:off x="421638" y="6524625"/>
            <a:ext cx="65" cy="123111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marL="0" indent="0" algn="l">
              <a:buFontTx/>
              <a:buNone/>
            </a:pPr>
            <a:endParaRPr lang="en-US" sz="800" b="0" i="0" u="none">
              <a:solidFill>
                <a:schemeClr val="tx1"/>
              </a:solidFill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470806255"/>
      </p:ext>
    </p:extLst>
  </p:cSld>
  <p:clrMapOvr>
    <a:masterClrMapping/>
  </p:clrMapOvr>
</p:sldLayout>
</file>

<file path=ppt/slideLayouts/slideLayout4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Black Title and 3 columns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ckground">
            <a:extLst>
              <a:ext uri="{FF2B5EF4-FFF2-40B4-BE49-F238E27FC236}">
                <a16:creationId xmlns:a16="http://schemas.microsoft.com/office/drawing/2014/main" id="{09FDE7F6-BBC9-8CC3-CB40-B28724FF07BC}"/>
              </a:ext>
            </a:extLst>
          </p:cNvPr>
          <p:cNvSpPr/>
          <p:nvPr userDrawn="1"/>
        </p:nvSpPr>
        <p:spPr bwMode="auto">
          <a:xfrm>
            <a:off x="0" y="0"/>
            <a:ext cx="12192000" cy="6858000"/>
          </a:xfrm>
          <a:prstGeom prst="rect">
            <a:avLst/>
          </a:prstGeom>
          <a:solidFill>
            <a:schemeClr val="bg2">
              <a:alpha val="0"/>
            </a:schemeClr>
          </a:solidFill>
          <a:ln w="1270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rot="0" spcFirstLastPara="0" vertOverflow="overflow" horzOverflow="overflow" vert="horz" wrap="square" lIns="72000" tIns="36000" rIns="73152" bIns="36576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marL="180000" indent="-180000" algn="l">
              <a:spcBef>
                <a:spcPts val="800"/>
              </a:spcBef>
              <a:buFont typeface="Ericsson Hilda" panose="00000500000000000000" pitchFamily="2" charset="0"/>
              <a:buChar char="●"/>
            </a:pPr>
            <a:endParaRPr lang="en-US">
              <a:solidFill>
                <a:schemeClr val="bg1"/>
              </a:solidFill>
              <a:latin typeface="+mn-lt"/>
            </a:endParaRPr>
          </a:p>
        </p:txBody>
      </p:sp>
      <p:pic>
        <p:nvPicPr>
          <p:cNvPr id="3" name="Logo">
            <a:extLst>
              <a:ext uri="{FF2B5EF4-FFF2-40B4-BE49-F238E27FC236}">
                <a16:creationId xmlns:a16="http://schemas.microsoft.com/office/drawing/2014/main" id="{D6BED84F-1648-A661-5267-B4AD41FD9C1B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379841" y="429421"/>
            <a:ext cx="482228" cy="482439"/>
          </a:xfrm>
          <a:prstGeom prst="rect">
            <a:avLst/>
          </a:prstGeom>
        </p:spPr>
      </p:pic>
      <p:sp>
        <p:nvSpPr>
          <p:cNvPr id="10" name="Title_SM">
            <a:extLst>
              <a:ext uri="{FF2B5EF4-FFF2-40B4-BE49-F238E27FC236}">
                <a16:creationId xmlns:a16="http://schemas.microsoft.com/office/drawing/2014/main" id="{6B686A21-AA96-4B0A-B7CE-F4C6D5D31B32}"/>
              </a:ext>
            </a:extLst>
          </p:cNvPr>
          <p:cNvSpPr>
            <a:spLocks noGrp="1" noChangeArrowheads="1"/>
          </p:cNvSpPr>
          <p:nvPr>
            <p:ph type="title" hasCustomPrompt="1"/>
          </p:nvPr>
        </p:nvSpPr>
        <p:spPr bwMode="auto">
          <a:xfrm>
            <a:off x="479425" y="476250"/>
            <a:ext cx="8353426" cy="10810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72000" tIns="36000" rIns="73152" bIns="36576" numCol="1" anchor="t" anchorCtr="0" compatLnSpc="1">
            <a:prstTxWarp prst="textNoShape">
              <a:avLst/>
            </a:prstTxWarp>
            <a:noAutofit/>
          </a:bodyPr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Slide title, Ericsson Hilda Light 40pt, Ericsson Black, max 2-lines</a:t>
            </a:r>
          </a:p>
        </p:txBody>
      </p:sp>
      <p:sp>
        <p:nvSpPr>
          <p:cNvPr id="6" name="Content Placeholder 1"/>
          <p:cNvSpPr>
            <a:spLocks noGrp="1"/>
          </p:cNvSpPr>
          <p:nvPr>
            <p:ph sz="quarter" idx="11" hasCustomPrompt="1"/>
          </p:nvPr>
        </p:nvSpPr>
        <p:spPr>
          <a:xfrm>
            <a:off x="481052" y="1846580"/>
            <a:ext cx="3528000" cy="4392613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/>
            </a:lvl4pPr>
            <a:lvl5pPr>
              <a:defRPr/>
            </a:lvl5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8" name="Content Placeholder 2"/>
          <p:cNvSpPr>
            <a:spLocks noGrp="1"/>
          </p:cNvSpPr>
          <p:nvPr>
            <p:ph sz="quarter" idx="12" hasCustomPrompt="1"/>
          </p:nvPr>
        </p:nvSpPr>
        <p:spPr>
          <a:xfrm>
            <a:off x="4332814" y="1844674"/>
            <a:ext cx="3528000" cy="4392613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/>
            </a:lvl4pPr>
            <a:lvl5pPr>
              <a:defRPr/>
            </a:lvl5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7" name="Content Placeholder 3">
            <a:extLst>
              <a:ext uri="{FF2B5EF4-FFF2-40B4-BE49-F238E27FC236}">
                <a16:creationId xmlns:a16="http://schemas.microsoft.com/office/drawing/2014/main" id="{8E3794F8-471D-4987-945F-3C29BB03AB49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8184575" y="1846580"/>
            <a:ext cx="3528000" cy="4392613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/>
            </a:lvl4pPr>
            <a:lvl5pPr>
              <a:defRPr/>
            </a:lvl5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9" name="txtfooterCopy" descr="{&#10; &quot;SkabelonDesign&quot;: {&#10; &quot;textualValue&quot;: &quot;&lt;key1/&gt;&quot;,&#10; &quot;bindingCollection&quot;: {&#10; &quot;key1&quot;: {&quot;SkabelonDesign&quot;:{&quot;type&quot;:&quot;Text&quot;,&quot;binding&quot;:&quot;Module.FooterText&quot;}}&#10; }&#10; }&#10;}">
            <a:extLst>
              <a:ext uri="{FF2B5EF4-FFF2-40B4-BE49-F238E27FC236}">
                <a16:creationId xmlns:a16="http://schemas.microsoft.com/office/drawing/2014/main" id="{2C8570FA-FAA3-4EFA-A4F1-01C285AE39DE}"/>
              </a:ext>
            </a:extLst>
          </p:cNvPr>
          <p:cNvSpPr txBox="1"/>
          <p:nvPr userDrawn="1"/>
        </p:nvSpPr>
        <p:spPr>
          <a:xfrm>
            <a:off x="421638" y="6524625"/>
            <a:ext cx="65" cy="123111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marL="0" indent="0" algn="l">
              <a:buFontTx/>
              <a:buNone/>
            </a:pPr>
            <a:endParaRPr lang="en-US" sz="800" b="0" i="0" u="none">
              <a:solidFill>
                <a:schemeClr val="tx1"/>
              </a:solidFill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1928735028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4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itle and 4 colum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_SM">
            <a:extLst>
              <a:ext uri="{FF2B5EF4-FFF2-40B4-BE49-F238E27FC236}">
                <a16:creationId xmlns:a16="http://schemas.microsoft.com/office/drawing/2014/main" id="{F4D71A67-F349-4E68-B7B8-D53CE323A764}"/>
              </a:ext>
            </a:extLst>
          </p:cNvPr>
          <p:cNvSpPr>
            <a:spLocks noGrp="1" noChangeArrowheads="1"/>
          </p:cNvSpPr>
          <p:nvPr>
            <p:ph type="title" hasCustomPrompt="1"/>
          </p:nvPr>
        </p:nvSpPr>
        <p:spPr bwMode="auto">
          <a:xfrm>
            <a:off x="479425" y="476250"/>
            <a:ext cx="8353426" cy="10810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72000" tIns="36000" rIns="73152" bIns="36576" numCol="1" anchor="t" anchorCtr="0" compatLnSpc="1">
            <a:prstTxWarp prst="textNoShape">
              <a:avLst/>
            </a:prstTxWarp>
            <a:noAutofit/>
          </a:bodyPr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Slide title, Ericsson Hilda Light 40pt, Ericsson Black, max 2-lines</a:t>
            </a:r>
          </a:p>
        </p:txBody>
      </p:sp>
      <p:sp>
        <p:nvSpPr>
          <p:cNvPr id="4" name="Content Placeholder 1"/>
          <p:cNvSpPr>
            <a:spLocks noGrp="1"/>
          </p:cNvSpPr>
          <p:nvPr>
            <p:ph sz="quarter" idx="10" hasCustomPrompt="1"/>
          </p:nvPr>
        </p:nvSpPr>
        <p:spPr>
          <a:xfrm>
            <a:off x="479425" y="1844674"/>
            <a:ext cx="2592388" cy="4392613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/>
            </a:lvl4pPr>
            <a:lvl5pPr>
              <a:defRPr/>
            </a:lvl5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6" name="Content Placeholder 2"/>
          <p:cNvSpPr>
            <a:spLocks noGrp="1"/>
          </p:cNvSpPr>
          <p:nvPr>
            <p:ph sz="quarter" idx="11" hasCustomPrompt="1"/>
          </p:nvPr>
        </p:nvSpPr>
        <p:spPr>
          <a:xfrm>
            <a:off x="3359149" y="1844674"/>
            <a:ext cx="2592389" cy="4392613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/>
            </a:lvl4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8" name="Content Placeholder 3"/>
          <p:cNvSpPr>
            <a:spLocks noGrp="1"/>
          </p:cNvSpPr>
          <p:nvPr>
            <p:ph sz="quarter" idx="12" hasCustomPrompt="1"/>
          </p:nvPr>
        </p:nvSpPr>
        <p:spPr>
          <a:xfrm>
            <a:off x="6240463" y="1844674"/>
            <a:ext cx="2592388" cy="4392614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/>
            </a:lvl4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9" name="Content Placeholder 4"/>
          <p:cNvSpPr>
            <a:spLocks noGrp="1"/>
          </p:cNvSpPr>
          <p:nvPr>
            <p:ph sz="quarter" idx="13" hasCustomPrompt="1"/>
          </p:nvPr>
        </p:nvSpPr>
        <p:spPr>
          <a:xfrm>
            <a:off x="9120188" y="1844674"/>
            <a:ext cx="2592387" cy="4392613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/>
            </a:lvl4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11" name="txtfooterCopy" descr="{&#10; &quot;SkabelonDesign&quot;: {&#10; &quot;textualValue&quot;: &quot;&lt;key1/&gt;&quot;,&#10; &quot;bindingCollection&quot;: {&#10; &quot;key1&quot;: {&quot;SkabelonDesign&quot;:{&quot;type&quot;:&quot;Text&quot;,&quot;binding&quot;:&quot;Module.FooterText&quot;}}&#10; }&#10; }&#10;}">
            <a:extLst>
              <a:ext uri="{FF2B5EF4-FFF2-40B4-BE49-F238E27FC236}">
                <a16:creationId xmlns:a16="http://schemas.microsoft.com/office/drawing/2014/main" id="{A55C34B4-681E-4FDA-A9BB-6BC31D94C8D6}"/>
              </a:ext>
            </a:extLst>
          </p:cNvPr>
          <p:cNvSpPr txBox="1"/>
          <p:nvPr userDrawn="1"/>
        </p:nvSpPr>
        <p:spPr>
          <a:xfrm>
            <a:off x="421638" y="6524625"/>
            <a:ext cx="65" cy="123111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marL="0" indent="0" algn="l">
              <a:buFontTx/>
              <a:buNone/>
            </a:pPr>
            <a:endParaRPr lang="en-US" sz="800" b="0" i="0" u="none">
              <a:solidFill>
                <a:schemeClr val="tx1"/>
              </a:solidFill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2768652261"/>
      </p:ext>
    </p:extLst>
  </p:cSld>
  <p:clrMapOvr>
    <a:masterClrMapping/>
  </p:clrMapOvr>
</p:sldLayout>
</file>

<file path=ppt/slideLayouts/slideLayout4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1_Black Title and 4 columns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ckground">
            <a:extLst>
              <a:ext uri="{FF2B5EF4-FFF2-40B4-BE49-F238E27FC236}">
                <a16:creationId xmlns:a16="http://schemas.microsoft.com/office/drawing/2014/main" id="{D44FC84B-7E22-F949-A48C-665D3900E6CC}"/>
              </a:ext>
            </a:extLst>
          </p:cNvPr>
          <p:cNvSpPr/>
          <p:nvPr userDrawn="1"/>
        </p:nvSpPr>
        <p:spPr bwMode="auto">
          <a:xfrm>
            <a:off x="0" y="0"/>
            <a:ext cx="12192000" cy="6858000"/>
          </a:xfrm>
          <a:prstGeom prst="rect">
            <a:avLst/>
          </a:prstGeom>
          <a:solidFill>
            <a:schemeClr val="bg2">
              <a:alpha val="0"/>
            </a:schemeClr>
          </a:solidFill>
          <a:ln w="1270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rot="0" spcFirstLastPara="0" vertOverflow="overflow" horzOverflow="overflow" vert="horz" wrap="square" lIns="72000" tIns="36000" rIns="73152" bIns="36576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marL="180000" indent="-180000" algn="l">
              <a:spcBef>
                <a:spcPts val="800"/>
              </a:spcBef>
              <a:buFont typeface="Ericsson Hilda" panose="00000500000000000000" pitchFamily="2" charset="0"/>
              <a:buChar char="●"/>
            </a:pPr>
            <a:endParaRPr lang="en-US">
              <a:solidFill>
                <a:schemeClr val="bg1"/>
              </a:solidFill>
              <a:latin typeface="+mn-lt"/>
            </a:endParaRPr>
          </a:p>
        </p:txBody>
      </p:sp>
      <p:pic>
        <p:nvPicPr>
          <p:cNvPr id="3" name="Logo">
            <a:extLst>
              <a:ext uri="{FF2B5EF4-FFF2-40B4-BE49-F238E27FC236}">
                <a16:creationId xmlns:a16="http://schemas.microsoft.com/office/drawing/2014/main" id="{E1FC2882-E07D-F2B8-C050-E922C4080D23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379841" y="429421"/>
            <a:ext cx="482228" cy="482439"/>
          </a:xfrm>
          <a:prstGeom prst="rect">
            <a:avLst/>
          </a:prstGeom>
        </p:spPr>
      </p:pic>
      <p:sp>
        <p:nvSpPr>
          <p:cNvPr id="7" name="Title_SM">
            <a:extLst>
              <a:ext uri="{FF2B5EF4-FFF2-40B4-BE49-F238E27FC236}">
                <a16:creationId xmlns:a16="http://schemas.microsoft.com/office/drawing/2014/main" id="{F4D71A67-F349-4E68-B7B8-D53CE323A764}"/>
              </a:ext>
            </a:extLst>
          </p:cNvPr>
          <p:cNvSpPr>
            <a:spLocks noGrp="1" noChangeArrowheads="1"/>
          </p:cNvSpPr>
          <p:nvPr>
            <p:ph type="title" hasCustomPrompt="1"/>
          </p:nvPr>
        </p:nvSpPr>
        <p:spPr bwMode="auto">
          <a:xfrm>
            <a:off x="479425" y="476250"/>
            <a:ext cx="8353426" cy="10810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72000" tIns="36000" rIns="73152" bIns="36576" numCol="1" anchor="t" anchorCtr="0" compatLnSpc="1">
            <a:prstTxWarp prst="textNoShape">
              <a:avLst/>
            </a:prstTxWarp>
            <a:noAutofit/>
          </a:bodyPr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Slide title, Ericsson Hilda Light 40pt, Ericsson Black, max 2-lines</a:t>
            </a:r>
          </a:p>
        </p:txBody>
      </p:sp>
      <p:sp>
        <p:nvSpPr>
          <p:cNvPr id="4" name="Content Placeholder 1"/>
          <p:cNvSpPr>
            <a:spLocks noGrp="1"/>
          </p:cNvSpPr>
          <p:nvPr>
            <p:ph sz="quarter" idx="10" hasCustomPrompt="1"/>
          </p:nvPr>
        </p:nvSpPr>
        <p:spPr>
          <a:xfrm>
            <a:off x="479425" y="1844674"/>
            <a:ext cx="2592388" cy="4392613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/>
            </a:lvl4pPr>
            <a:lvl5pPr>
              <a:defRPr/>
            </a:lvl5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6" name="Content Placeholder 2"/>
          <p:cNvSpPr>
            <a:spLocks noGrp="1"/>
          </p:cNvSpPr>
          <p:nvPr>
            <p:ph sz="quarter" idx="11" hasCustomPrompt="1"/>
          </p:nvPr>
        </p:nvSpPr>
        <p:spPr>
          <a:xfrm>
            <a:off x="3359149" y="1844674"/>
            <a:ext cx="2592389" cy="4392613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/>
            </a:lvl4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8" name="Content Placeholder 3"/>
          <p:cNvSpPr>
            <a:spLocks noGrp="1"/>
          </p:cNvSpPr>
          <p:nvPr>
            <p:ph sz="quarter" idx="12" hasCustomPrompt="1"/>
          </p:nvPr>
        </p:nvSpPr>
        <p:spPr>
          <a:xfrm>
            <a:off x="6240463" y="1844674"/>
            <a:ext cx="2592388" cy="4392614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/>
            </a:lvl4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9" name="Content Placeholder 4"/>
          <p:cNvSpPr>
            <a:spLocks noGrp="1"/>
          </p:cNvSpPr>
          <p:nvPr>
            <p:ph sz="quarter" idx="13" hasCustomPrompt="1"/>
          </p:nvPr>
        </p:nvSpPr>
        <p:spPr>
          <a:xfrm>
            <a:off x="9120188" y="1844674"/>
            <a:ext cx="2592387" cy="4392613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/>
            </a:lvl4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11" name="txtfooterCopy" descr="{&#10; &quot;SkabelonDesign&quot;: {&#10; &quot;textualValue&quot;: &quot;&lt;key1/&gt;&quot;,&#10; &quot;bindingCollection&quot;: {&#10; &quot;key1&quot;: {&quot;SkabelonDesign&quot;:{&quot;type&quot;:&quot;Text&quot;,&quot;binding&quot;:&quot;Module.FooterText&quot;}}&#10; }&#10; }&#10;}">
            <a:extLst>
              <a:ext uri="{FF2B5EF4-FFF2-40B4-BE49-F238E27FC236}">
                <a16:creationId xmlns:a16="http://schemas.microsoft.com/office/drawing/2014/main" id="{A55C34B4-681E-4FDA-A9BB-6BC31D94C8D6}"/>
              </a:ext>
            </a:extLst>
          </p:cNvPr>
          <p:cNvSpPr txBox="1"/>
          <p:nvPr userDrawn="1"/>
        </p:nvSpPr>
        <p:spPr>
          <a:xfrm>
            <a:off x="421638" y="6524625"/>
            <a:ext cx="65" cy="123111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marL="0" indent="0" algn="l">
              <a:buFontTx/>
              <a:buNone/>
            </a:pPr>
            <a:endParaRPr lang="en-US" sz="800" b="0" i="0" u="none">
              <a:solidFill>
                <a:schemeClr val="tx1"/>
              </a:solidFill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1593248984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4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itle and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_SM">
            <a:extLst>
              <a:ext uri="{FF2B5EF4-FFF2-40B4-BE49-F238E27FC236}">
                <a16:creationId xmlns:a16="http://schemas.microsoft.com/office/drawing/2014/main" id="{2C948968-FB06-45CC-8259-6BDE4430EACB}"/>
              </a:ext>
            </a:extLst>
          </p:cNvPr>
          <p:cNvSpPr>
            <a:spLocks noGrp="1" noChangeArrowheads="1"/>
          </p:cNvSpPr>
          <p:nvPr>
            <p:ph type="title" hasCustomPrompt="1"/>
          </p:nvPr>
        </p:nvSpPr>
        <p:spPr bwMode="auto">
          <a:xfrm>
            <a:off x="479425" y="476250"/>
            <a:ext cx="8353426" cy="10810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72000" tIns="36000" rIns="73152" bIns="36576" numCol="1" anchor="t" anchorCtr="0" compatLnSpc="1">
            <a:prstTxWarp prst="textNoShape">
              <a:avLst/>
            </a:prstTxWarp>
            <a:noAutofit/>
          </a:bodyPr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Slide title, Ericsson Hilda Light 40pt, Ericsson Black, max 2-lines</a:t>
            </a:r>
          </a:p>
        </p:txBody>
      </p:sp>
      <p:sp>
        <p:nvSpPr>
          <p:cNvPr id="3" name="Content Placeholder 1"/>
          <p:cNvSpPr>
            <a:spLocks noGrp="1"/>
          </p:cNvSpPr>
          <p:nvPr>
            <p:ph sz="quarter" idx="1" hasCustomPrompt="1"/>
          </p:nvPr>
        </p:nvSpPr>
        <p:spPr>
          <a:xfrm>
            <a:off x="481655" y="1844674"/>
            <a:ext cx="5472113" cy="2089151"/>
          </a:xfrm>
          <a:prstGeom prst="rect">
            <a:avLst/>
          </a:prstGeom>
        </p:spPr>
        <p:txBody>
          <a:bodyPr lIns="72000" tIns="36000"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/>
            </a:lvl5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4" name="Content Placeholder 2"/>
          <p:cNvSpPr>
            <a:spLocks noGrp="1"/>
          </p:cNvSpPr>
          <p:nvPr>
            <p:ph sz="quarter" idx="2" hasCustomPrompt="1"/>
          </p:nvPr>
        </p:nvSpPr>
        <p:spPr>
          <a:xfrm>
            <a:off x="6242694" y="1847723"/>
            <a:ext cx="5472113" cy="2089151"/>
          </a:xfrm>
          <a:prstGeom prst="rect">
            <a:avLst/>
          </a:prstGeom>
        </p:spPr>
        <p:txBody>
          <a:bodyPr lIns="72000" tIns="36000"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/>
            </a:lvl5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6" name="Content Placeholder 3"/>
          <p:cNvSpPr>
            <a:spLocks noGrp="1"/>
          </p:cNvSpPr>
          <p:nvPr>
            <p:ph sz="quarter" idx="4" hasCustomPrompt="1"/>
          </p:nvPr>
        </p:nvSpPr>
        <p:spPr>
          <a:xfrm>
            <a:off x="6242694" y="4151955"/>
            <a:ext cx="5472113" cy="2087564"/>
          </a:xfrm>
          <a:prstGeom prst="rect">
            <a:avLst/>
          </a:prstGeom>
        </p:spPr>
        <p:txBody>
          <a:bodyPr lIns="72000" tIns="36000"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/>
            </a:lvl5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7" name="Content Placeholder 4">
            <a:extLst>
              <a:ext uri="{FF2B5EF4-FFF2-40B4-BE49-F238E27FC236}">
                <a16:creationId xmlns:a16="http://schemas.microsoft.com/office/drawing/2014/main" id="{5BD2C41D-0700-4885-AB77-25AFFE4E1FDA}"/>
              </a:ext>
            </a:extLst>
          </p:cNvPr>
          <p:cNvSpPr>
            <a:spLocks noGrp="1"/>
          </p:cNvSpPr>
          <p:nvPr>
            <p:ph sz="quarter" idx="10" hasCustomPrompt="1"/>
          </p:nvPr>
        </p:nvSpPr>
        <p:spPr>
          <a:xfrm>
            <a:off x="481655" y="4152597"/>
            <a:ext cx="5472113" cy="2089151"/>
          </a:xfrm>
          <a:prstGeom prst="rect">
            <a:avLst/>
          </a:prstGeom>
        </p:spPr>
        <p:txBody>
          <a:bodyPr lIns="72000" tIns="36000"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/>
            </a:lvl5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0" name="txtfooterCopy" descr="{&#10; &quot;SkabelonDesign&quot;: {&#10; &quot;textualValue&quot;: &quot;&lt;key1/&gt;&quot;,&#10; &quot;bindingCollection&quot;: {&#10; &quot;key1&quot;: {&quot;SkabelonDesign&quot;:{&quot;type&quot;:&quot;Text&quot;,&quot;binding&quot;:&quot;Module.FooterText&quot;}}&#10; }&#10; }&#10;}">
            <a:extLst>
              <a:ext uri="{FF2B5EF4-FFF2-40B4-BE49-F238E27FC236}">
                <a16:creationId xmlns:a16="http://schemas.microsoft.com/office/drawing/2014/main" id="{549048C1-340D-44C4-857B-1B201EC9A7E7}"/>
              </a:ext>
            </a:extLst>
          </p:cNvPr>
          <p:cNvSpPr txBox="1"/>
          <p:nvPr userDrawn="1"/>
        </p:nvSpPr>
        <p:spPr>
          <a:xfrm>
            <a:off x="421638" y="6524625"/>
            <a:ext cx="65" cy="123111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marL="0" indent="0" algn="l">
              <a:buFontTx/>
              <a:buNone/>
            </a:pPr>
            <a:endParaRPr lang="en-US" sz="800" b="0" i="0" u="none">
              <a:solidFill>
                <a:schemeClr val="tx1"/>
              </a:solidFill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2836670689"/>
      </p:ext>
    </p:extLst>
  </p:cSld>
  <p:clrMapOvr>
    <a:masterClrMapping/>
  </p:clrMapOvr>
</p:sldLayout>
</file>

<file path=ppt/slideLayouts/slideLayout4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1_Black Title and 4 Content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ckground">
            <a:extLst>
              <a:ext uri="{FF2B5EF4-FFF2-40B4-BE49-F238E27FC236}">
                <a16:creationId xmlns:a16="http://schemas.microsoft.com/office/drawing/2014/main" id="{DCFC6A99-DACF-36D5-6C3E-4DC5345A9049}"/>
              </a:ext>
            </a:extLst>
          </p:cNvPr>
          <p:cNvSpPr/>
          <p:nvPr userDrawn="1"/>
        </p:nvSpPr>
        <p:spPr bwMode="auto">
          <a:xfrm>
            <a:off x="0" y="0"/>
            <a:ext cx="12192000" cy="6858000"/>
          </a:xfrm>
          <a:prstGeom prst="rect">
            <a:avLst/>
          </a:prstGeom>
          <a:solidFill>
            <a:schemeClr val="bg2">
              <a:alpha val="0"/>
            </a:schemeClr>
          </a:solidFill>
          <a:ln w="1270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rot="0" spcFirstLastPara="0" vertOverflow="overflow" horzOverflow="overflow" vert="horz" wrap="square" lIns="72000" tIns="36000" rIns="73152" bIns="36576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marL="180000" indent="-180000" algn="l">
              <a:spcBef>
                <a:spcPts val="800"/>
              </a:spcBef>
              <a:buFont typeface="Ericsson Hilda" panose="00000500000000000000" pitchFamily="2" charset="0"/>
              <a:buChar char="●"/>
            </a:pPr>
            <a:endParaRPr lang="en-US">
              <a:solidFill>
                <a:schemeClr val="bg1"/>
              </a:solidFill>
              <a:latin typeface="+mn-lt"/>
            </a:endParaRPr>
          </a:p>
        </p:txBody>
      </p:sp>
      <p:pic>
        <p:nvPicPr>
          <p:cNvPr id="5" name="Logo">
            <a:extLst>
              <a:ext uri="{FF2B5EF4-FFF2-40B4-BE49-F238E27FC236}">
                <a16:creationId xmlns:a16="http://schemas.microsoft.com/office/drawing/2014/main" id="{7AA30C5B-96B9-3D1E-B8FE-49DE04E53877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379841" y="429421"/>
            <a:ext cx="482228" cy="482439"/>
          </a:xfrm>
          <a:prstGeom prst="rect">
            <a:avLst/>
          </a:prstGeom>
        </p:spPr>
      </p:pic>
      <p:sp>
        <p:nvSpPr>
          <p:cNvPr id="9" name="Title_SM">
            <a:extLst>
              <a:ext uri="{FF2B5EF4-FFF2-40B4-BE49-F238E27FC236}">
                <a16:creationId xmlns:a16="http://schemas.microsoft.com/office/drawing/2014/main" id="{2C948968-FB06-45CC-8259-6BDE4430EACB}"/>
              </a:ext>
            </a:extLst>
          </p:cNvPr>
          <p:cNvSpPr>
            <a:spLocks noGrp="1" noChangeArrowheads="1"/>
          </p:cNvSpPr>
          <p:nvPr>
            <p:ph type="title" hasCustomPrompt="1"/>
          </p:nvPr>
        </p:nvSpPr>
        <p:spPr bwMode="auto">
          <a:xfrm>
            <a:off x="479425" y="476250"/>
            <a:ext cx="8353426" cy="10810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72000" tIns="36000" rIns="73152" bIns="36576" numCol="1" anchor="t" anchorCtr="0" compatLnSpc="1">
            <a:prstTxWarp prst="textNoShape">
              <a:avLst/>
            </a:prstTxWarp>
            <a:noAutofit/>
          </a:bodyPr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Slide title, Ericsson Hilda Light 40pt, Ericsson Black, max 2-lines</a:t>
            </a:r>
          </a:p>
        </p:txBody>
      </p:sp>
      <p:sp>
        <p:nvSpPr>
          <p:cNvPr id="3" name="Content Placeholder 1"/>
          <p:cNvSpPr>
            <a:spLocks noGrp="1"/>
          </p:cNvSpPr>
          <p:nvPr>
            <p:ph sz="quarter" idx="1" hasCustomPrompt="1"/>
          </p:nvPr>
        </p:nvSpPr>
        <p:spPr>
          <a:xfrm>
            <a:off x="481655" y="1844674"/>
            <a:ext cx="5472113" cy="2089151"/>
          </a:xfrm>
          <a:prstGeom prst="rect">
            <a:avLst/>
          </a:prstGeom>
        </p:spPr>
        <p:txBody>
          <a:bodyPr lIns="72000" tIns="36000"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/>
            </a:lvl5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4" name="Content Placeholder 2"/>
          <p:cNvSpPr>
            <a:spLocks noGrp="1"/>
          </p:cNvSpPr>
          <p:nvPr>
            <p:ph sz="quarter" idx="2" hasCustomPrompt="1"/>
          </p:nvPr>
        </p:nvSpPr>
        <p:spPr>
          <a:xfrm>
            <a:off x="6242694" y="1847723"/>
            <a:ext cx="5472113" cy="2089151"/>
          </a:xfrm>
          <a:prstGeom prst="rect">
            <a:avLst/>
          </a:prstGeom>
        </p:spPr>
        <p:txBody>
          <a:bodyPr lIns="72000" tIns="36000"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/>
            </a:lvl5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6" name="Content Placeholder 3"/>
          <p:cNvSpPr>
            <a:spLocks noGrp="1"/>
          </p:cNvSpPr>
          <p:nvPr>
            <p:ph sz="quarter" idx="4" hasCustomPrompt="1"/>
          </p:nvPr>
        </p:nvSpPr>
        <p:spPr>
          <a:xfrm>
            <a:off x="6242694" y="4151955"/>
            <a:ext cx="5472113" cy="2087564"/>
          </a:xfrm>
          <a:prstGeom prst="rect">
            <a:avLst/>
          </a:prstGeom>
        </p:spPr>
        <p:txBody>
          <a:bodyPr lIns="72000" tIns="36000"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/>
            </a:lvl5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7" name="Content Placeholder 4">
            <a:extLst>
              <a:ext uri="{FF2B5EF4-FFF2-40B4-BE49-F238E27FC236}">
                <a16:creationId xmlns:a16="http://schemas.microsoft.com/office/drawing/2014/main" id="{5BD2C41D-0700-4885-AB77-25AFFE4E1FDA}"/>
              </a:ext>
            </a:extLst>
          </p:cNvPr>
          <p:cNvSpPr>
            <a:spLocks noGrp="1"/>
          </p:cNvSpPr>
          <p:nvPr>
            <p:ph sz="quarter" idx="10" hasCustomPrompt="1"/>
          </p:nvPr>
        </p:nvSpPr>
        <p:spPr>
          <a:xfrm>
            <a:off x="481655" y="4152597"/>
            <a:ext cx="5472113" cy="2089151"/>
          </a:xfrm>
          <a:prstGeom prst="rect">
            <a:avLst/>
          </a:prstGeom>
        </p:spPr>
        <p:txBody>
          <a:bodyPr lIns="72000" tIns="36000"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/>
            </a:lvl5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0" name="txtfooterCopy" descr="{&#10; &quot;SkabelonDesign&quot;: {&#10; &quot;textualValue&quot;: &quot;&lt;key1/&gt;&quot;,&#10; &quot;bindingCollection&quot;: {&#10; &quot;key1&quot;: {&quot;SkabelonDesign&quot;:{&quot;type&quot;:&quot;Text&quot;,&quot;binding&quot;:&quot;Module.FooterText&quot;}}&#10; }&#10; }&#10;}">
            <a:extLst>
              <a:ext uri="{FF2B5EF4-FFF2-40B4-BE49-F238E27FC236}">
                <a16:creationId xmlns:a16="http://schemas.microsoft.com/office/drawing/2014/main" id="{549048C1-340D-44C4-857B-1B201EC9A7E7}"/>
              </a:ext>
            </a:extLst>
          </p:cNvPr>
          <p:cNvSpPr txBox="1"/>
          <p:nvPr userDrawn="1"/>
        </p:nvSpPr>
        <p:spPr>
          <a:xfrm>
            <a:off x="421638" y="6524625"/>
            <a:ext cx="65" cy="123111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marL="0" indent="0" algn="l">
              <a:buFontTx/>
              <a:buNone/>
            </a:pPr>
            <a:endParaRPr lang="en-US" sz="800" b="0" i="0" u="none">
              <a:solidFill>
                <a:schemeClr val="tx1"/>
              </a:solidFill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393518926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4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itle and 8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itle_SM">
            <a:extLst>
              <a:ext uri="{FF2B5EF4-FFF2-40B4-BE49-F238E27FC236}">
                <a16:creationId xmlns:a16="http://schemas.microsoft.com/office/drawing/2014/main" id="{99858DC4-E787-41D2-A613-961D60F89117}"/>
              </a:ext>
            </a:extLst>
          </p:cNvPr>
          <p:cNvSpPr>
            <a:spLocks noGrp="1" noChangeArrowheads="1"/>
          </p:cNvSpPr>
          <p:nvPr>
            <p:ph type="title" hasCustomPrompt="1"/>
          </p:nvPr>
        </p:nvSpPr>
        <p:spPr bwMode="auto">
          <a:xfrm>
            <a:off x="479425" y="476250"/>
            <a:ext cx="8353426" cy="10810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72000" tIns="36000" rIns="73152" bIns="36576" numCol="1" anchor="t" anchorCtr="0" compatLnSpc="1">
            <a:prstTxWarp prst="textNoShape">
              <a:avLst/>
            </a:prstTxWarp>
            <a:noAutofit/>
          </a:bodyPr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Slide title, Ericsson Hilda Light 40pt, Ericsson Black, max 2-lines</a:t>
            </a:r>
          </a:p>
        </p:txBody>
      </p:sp>
      <p:sp>
        <p:nvSpPr>
          <p:cNvPr id="3" name="Content Placeholder 1"/>
          <p:cNvSpPr>
            <a:spLocks noGrp="1"/>
          </p:cNvSpPr>
          <p:nvPr>
            <p:ph sz="quarter" idx="1" hasCustomPrompt="1"/>
          </p:nvPr>
        </p:nvSpPr>
        <p:spPr>
          <a:xfrm>
            <a:off x="481560" y="1844675"/>
            <a:ext cx="2592389" cy="2089150"/>
          </a:xfrm>
          <a:prstGeom prst="rect">
            <a:avLst/>
          </a:prstGeom>
        </p:spPr>
        <p:txBody>
          <a:bodyPr lIns="72000" tIns="36000"/>
          <a:lstStyle>
            <a:lvl1pPr>
              <a:defRPr sz="2000">
                <a:solidFill>
                  <a:schemeClr val="tx1"/>
                </a:solidFill>
              </a:defRPr>
            </a:lvl1pPr>
            <a:lvl2pPr>
              <a:defRPr sz="2000">
                <a:solidFill>
                  <a:schemeClr val="tx1"/>
                </a:solidFill>
              </a:defRPr>
            </a:lvl2pPr>
            <a:lvl3pPr>
              <a:defRPr sz="2000"/>
            </a:lvl3pPr>
            <a:lvl4pPr>
              <a:defRPr sz="2000"/>
            </a:lvl4pPr>
            <a:lvl5pPr>
              <a:defRPr sz="2000"/>
            </a:lvl5pPr>
          </a:lstStyle>
          <a:p>
            <a:pPr lvl="0"/>
            <a:r>
              <a:rPr lang="en-US"/>
              <a:t>For heading, use Ericsson Hilda in bold. For copy and bullets, use E.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4" name="Content Placeholder 2"/>
          <p:cNvSpPr>
            <a:spLocks noGrp="1"/>
          </p:cNvSpPr>
          <p:nvPr>
            <p:ph sz="quarter" idx="2" hasCustomPrompt="1"/>
          </p:nvPr>
        </p:nvSpPr>
        <p:spPr>
          <a:xfrm>
            <a:off x="6243216" y="1844674"/>
            <a:ext cx="2592387" cy="2089150"/>
          </a:xfrm>
          <a:prstGeom prst="rect">
            <a:avLst/>
          </a:prstGeom>
        </p:spPr>
        <p:txBody>
          <a:bodyPr lIns="72000" tIns="36000"/>
          <a:lstStyle>
            <a:lvl1pPr>
              <a:defRPr sz="2000">
                <a:solidFill>
                  <a:schemeClr val="tx1"/>
                </a:solidFill>
              </a:defRPr>
            </a:lvl1pPr>
            <a:lvl2pPr>
              <a:defRPr sz="2000">
                <a:solidFill>
                  <a:schemeClr val="tx1"/>
                </a:solidFill>
              </a:defRPr>
            </a:lvl2pPr>
            <a:lvl3pPr>
              <a:defRPr sz="2000"/>
            </a:lvl3pPr>
            <a:lvl4pPr>
              <a:defRPr sz="2000">
                <a:solidFill>
                  <a:schemeClr val="tx1"/>
                </a:solidFill>
              </a:defRPr>
            </a:lvl4pPr>
            <a:lvl5pPr>
              <a:defRPr sz="2000"/>
            </a:lvl5pPr>
          </a:lstStyle>
          <a:p>
            <a:pPr lvl="0"/>
            <a:r>
              <a:rPr lang="en-US"/>
              <a:t>For heading, use Ericsson Hilda in bold. For copy and bullets, use E.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3"/>
            <a:endParaRPr lang="en-US"/>
          </a:p>
        </p:txBody>
      </p:sp>
      <p:sp>
        <p:nvSpPr>
          <p:cNvPr id="5" name="Content Placeholder 3"/>
          <p:cNvSpPr>
            <a:spLocks noGrp="1"/>
          </p:cNvSpPr>
          <p:nvPr>
            <p:ph sz="quarter" idx="3" hasCustomPrompt="1"/>
          </p:nvPr>
        </p:nvSpPr>
        <p:spPr>
          <a:xfrm>
            <a:off x="481561" y="4151134"/>
            <a:ext cx="2592389" cy="2087563"/>
          </a:xfrm>
          <a:prstGeom prst="rect">
            <a:avLst/>
          </a:prstGeom>
        </p:spPr>
        <p:txBody>
          <a:bodyPr lIns="72000" tIns="36000"/>
          <a:lstStyle>
            <a:lvl1pPr>
              <a:defRPr sz="2000">
                <a:solidFill>
                  <a:schemeClr val="tx1"/>
                </a:solidFill>
              </a:defRPr>
            </a:lvl1pPr>
            <a:lvl2pPr>
              <a:defRPr sz="2000">
                <a:solidFill>
                  <a:schemeClr val="tx1"/>
                </a:solidFill>
              </a:defRPr>
            </a:lvl2pPr>
            <a:lvl3pPr>
              <a:defRPr sz="2000"/>
            </a:lvl3pPr>
            <a:lvl4pPr>
              <a:defRPr sz="2000"/>
            </a:lvl4pPr>
            <a:lvl5pPr>
              <a:defRPr sz="2000"/>
            </a:lvl5pPr>
          </a:lstStyle>
          <a:p>
            <a:pPr lvl="0"/>
            <a:r>
              <a:rPr lang="en-US"/>
              <a:t>For heading, use Ericsson Hilda in bold. For copy and bullets, use E.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6" name="Content Placeholder 4"/>
          <p:cNvSpPr>
            <a:spLocks noGrp="1"/>
          </p:cNvSpPr>
          <p:nvPr>
            <p:ph sz="quarter" idx="4" hasCustomPrompt="1"/>
          </p:nvPr>
        </p:nvSpPr>
        <p:spPr>
          <a:xfrm>
            <a:off x="6243152" y="4151245"/>
            <a:ext cx="2592387" cy="2086292"/>
          </a:xfrm>
          <a:prstGeom prst="rect">
            <a:avLst/>
          </a:prstGeom>
        </p:spPr>
        <p:txBody>
          <a:bodyPr lIns="72000" tIns="36000"/>
          <a:lstStyle>
            <a:lvl1pPr>
              <a:defRPr sz="2000">
                <a:solidFill>
                  <a:schemeClr val="tx1"/>
                </a:solidFill>
              </a:defRPr>
            </a:lvl1pPr>
            <a:lvl2pPr>
              <a:defRPr sz="2000">
                <a:solidFill>
                  <a:schemeClr val="tx1"/>
                </a:solidFill>
              </a:defRPr>
            </a:lvl2pPr>
            <a:lvl3pPr>
              <a:defRPr sz="2000"/>
            </a:lvl3pPr>
            <a:lvl4pPr>
              <a:defRPr sz="2000"/>
            </a:lvl4pPr>
            <a:lvl5pPr marL="1028700" indent="0">
              <a:buNone/>
              <a:defRPr sz="2000"/>
            </a:lvl5pPr>
          </a:lstStyle>
          <a:p>
            <a:pPr lvl="0"/>
            <a:r>
              <a:rPr lang="en-US"/>
              <a:t>For heading, use Ericsson Hilda in bold. For copy and bullets, use E.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9" name="Content Placeholder 5"/>
          <p:cNvSpPr>
            <a:spLocks noGrp="1"/>
          </p:cNvSpPr>
          <p:nvPr>
            <p:ph sz="quarter" idx="11" hasCustomPrompt="1"/>
          </p:nvPr>
        </p:nvSpPr>
        <p:spPr>
          <a:xfrm>
            <a:off x="3359835" y="1844674"/>
            <a:ext cx="2592388" cy="2089150"/>
          </a:xfrm>
          <a:prstGeom prst="rect">
            <a:avLst/>
          </a:prstGeom>
        </p:spPr>
        <p:txBody>
          <a:bodyPr lIns="72000" tIns="36000"/>
          <a:lstStyle>
            <a:lvl1pPr>
              <a:defRPr sz="2000">
                <a:solidFill>
                  <a:schemeClr val="tx1"/>
                </a:solidFill>
              </a:defRPr>
            </a:lvl1pPr>
            <a:lvl2pPr>
              <a:defRPr sz="2000">
                <a:solidFill>
                  <a:schemeClr val="tx1"/>
                </a:solidFill>
              </a:defRPr>
            </a:lvl2pPr>
            <a:lvl3pPr>
              <a:defRPr sz="2000"/>
            </a:lvl3pPr>
            <a:lvl4pPr>
              <a:defRPr sz="2000"/>
            </a:lvl4pPr>
            <a:lvl5pPr>
              <a:defRPr sz="2000"/>
            </a:lvl5pPr>
          </a:lstStyle>
          <a:p>
            <a:pPr lvl="0"/>
            <a:r>
              <a:rPr lang="en-US"/>
              <a:t>For heading, use Ericsson Hilda in bold. For copy and bullets, use E.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8" name="Content Placeholder 6"/>
          <p:cNvSpPr>
            <a:spLocks noGrp="1"/>
          </p:cNvSpPr>
          <p:nvPr>
            <p:ph sz="quarter" idx="10" hasCustomPrompt="1"/>
          </p:nvPr>
        </p:nvSpPr>
        <p:spPr>
          <a:xfrm>
            <a:off x="3361288" y="4151861"/>
            <a:ext cx="2592387" cy="2087563"/>
          </a:xfrm>
          <a:prstGeom prst="rect">
            <a:avLst/>
          </a:prstGeom>
        </p:spPr>
        <p:txBody>
          <a:bodyPr lIns="72000" tIns="36000"/>
          <a:lstStyle>
            <a:lvl1pPr>
              <a:defRPr sz="2000">
                <a:solidFill>
                  <a:schemeClr val="tx1"/>
                </a:solidFill>
              </a:defRPr>
            </a:lvl1pPr>
            <a:lvl2pPr>
              <a:defRPr sz="2000">
                <a:solidFill>
                  <a:schemeClr val="tx1"/>
                </a:solidFill>
              </a:defRPr>
            </a:lvl2pPr>
            <a:lvl3pPr>
              <a:defRPr sz="2000"/>
            </a:lvl3pPr>
            <a:lvl4pPr>
              <a:defRPr sz="2000"/>
            </a:lvl4pPr>
            <a:lvl5pPr>
              <a:defRPr sz="2000"/>
            </a:lvl5pPr>
          </a:lstStyle>
          <a:p>
            <a:pPr lvl="0"/>
            <a:r>
              <a:rPr lang="en-US"/>
              <a:t>For heading, use Ericsson Hilda in bold. For copy and bullets, use E.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11" name="Content Placeholder 7"/>
          <p:cNvSpPr>
            <a:spLocks noGrp="1"/>
          </p:cNvSpPr>
          <p:nvPr>
            <p:ph sz="quarter" idx="13" hasCustomPrompt="1"/>
          </p:nvPr>
        </p:nvSpPr>
        <p:spPr>
          <a:xfrm>
            <a:off x="9122324" y="1844674"/>
            <a:ext cx="2592387" cy="2089151"/>
          </a:xfrm>
          <a:prstGeom prst="rect">
            <a:avLst/>
          </a:prstGeom>
        </p:spPr>
        <p:txBody>
          <a:bodyPr lIns="72000" tIns="36000"/>
          <a:lstStyle>
            <a:lvl1pPr>
              <a:defRPr sz="2000">
                <a:solidFill>
                  <a:schemeClr val="tx1"/>
                </a:solidFill>
              </a:defRPr>
            </a:lvl1pPr>
            <a:lvl2pPr>
              <a:defRPr sz="2000">
                <a:solidFill>
                  <a:schemeClr val="tx1"/>
                </a:solidFill>
              </a:defRPr>
            </a:lvl2pPr>
            <a:lvl3pPr>
              <a:defRPr sz="2000"/>
            </a:lvl3pPr>
            <a:lvl4pPr>
              <a:defRPr sz="2000">
                <a:solidFill>
                  <a:schemeClr val="tx1"/>
                </a:solidFill>
              </a:defRPr>
            </a:lvl4pPr>
            <a:lvl5pPr>
              <a:defRPr sz="2000"/>
            </a:lvl5pPr>
          </a:lstStyle>
          <a:p>
            <a:pPr lvl="0"/>
            <a:r>
              <a:rPr lang="en-US"/>
              <a:t>For heading, use Ericsson Hilda in bold. For copy and bullets, use E.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3"/>
            <a:endParaRPr lang="en-US"/>
          </a:p>
        </p:txBody>
      </p:sp>
      <p:sp>
        <p:nvSpPr>
          <p:cNvPr id="10" name="Content Placeholder 8"/>
          <p:cNvSpPr>
            <a:spLocks noGrp="1"/>
          </p:cNvSpPr>
          <p:nvPr>
            <p:ph sz="quarter" idx="12" hasCustomPrompt="1"/>
          </p:nvPr>
        </p:nvSpPr>
        <p:spPr>
          <a:xfrm>
            <a:off x="9122324" y="4151861"/>
            <a:ext cx="2592387" cy="2087562"/>
          </a:xfrm>
          <a:prstGeom prst="rect">
            <a:avLst/>
          </a:prstGeom>
        </p:spPr>
        <p:txBody>
          <a:bodyPr lIns="72000" tIns="36000"/>
          <a:lstStyle>
            <a:lvl1pPr>
              <a:defRPr sz="2000">
                <a:solidFill>
                  <a:schemeClr val="tx1"/>
                </a:solidFill>
              </a:defRPr>
            </a:lvl1pPr>
            <a:lvl2pPr>
              <a:defRPr sz="2000">
                <a:solidFill>
                  <a:schemeClr val="tx1"/>
                </a:solidFill>
              </a:defRPr>
            </a:lvl2pPr>
            <a:lvl3pPr>
              <a:defRPr sz="2000"/>
            </a:lvl3pPr>
            <a:lvl4pPr>
              <a:defRPr sz="2000"/>
            </a:lvl4pPr>
            <a:lvl5pPr>
              <a:defRPr sz="2000"/>
            </a:lvl5pPr>
          </a:lstStyle>
          <a:p>
            <a:pPr lvl="0"/>
            <a:r>
              <a:rPr lang="en-US"/>
              <a:t>For heading, use Ericsson Hilda in bold. For copy and bullets, use E.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14" name="txtfooterCopy" descr="{&#10; &quot;SkabelonDesign&quot;: {&#10; &quot;textualValue&quot;: &quot;&lt;key1/&gt;&quot;,&#10; &quot;bindingCollection&quot;: {&#10; &quot;key1&quot;: {&quot;SkabelonDesign&quot;:{&quot;type&quot;:&quot;Text&quot;,&quot;binding&quot;:&quot;Module.FooterText&quot;}}&#10; }&#10; }&#10;}">
            <a:extLst>
              <a:ext uri="{FF2B5EF4-FFF2-40B4-BE49-F238E27FC236}">
                <a16:creationId xmlns:a16="http://schemas.microsoft.com/office/drawing/2014/main" id="{089CBEB5-348B-49F3-8F8B-FDEE08950E37}"/>
              </a:ext>
            </a:extLst>
          </p:cNvPr>
          <p:cNvSpPr txBox="1"/>
          <p:nvPr userDrawn="1"/>
        </p:nvSpPr>
        <p:spPr>
          <a:xfrm>
            <a:off x="421638" y="6524625"/>
            <a:ext cx="65" cy="123111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marL="0" indent="0" algn="l">
              <a:buFontTx/>
              <a:buNone/>
            </a:pPr>
            <a:endParaRPr lang="en-US" sz="800" b="0" i="0" u="none">
              <a:solidFill>
                <a:schemeClr val="tx1"/>
              </a:solidFill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3949249512"/>
      </p:ext>
    </p:extLst>
  </p:cSld>
  <p:clrMapOvr>
    <a:masterClrMapping/>
  </p:clrMapOvr>
</p:sldLayout>
</file>

<file path=ppt/slideLayouts/slideLayout4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1_Black Title and 8 Content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ckground">
            <a:extLst>
              <a:ext uri="{FF2B5EF4-FFF2-40B4-BE49-F238E27FC236}">
                <a16:creationId xmlns:a16="http://schemas.microsoft.com/office/drawing/2014/main" id="{3573FEDA-98AE-F7E3-43DF-75A830443C4A}"/>
              </a:ext>
            </a:extLst>
          </p:cNvPr>
          <p:cNvSpPr/>
          <p:nvPr userDrawn="1"/>
        </p:nvSpPr>
        <p:spPr bwMode="auto">
          <a:xfrm>
            <a:off x="0" y="0"/>
            <a:ext cx="12192000" cy="6858000"/>
          </a:xfrm>
          <a:prstGeom prst="rect">
            <a:avLst/>
          </a:prstGeom>
          <a:solidFill>
            <a:schemeClr val="bg2">
              <a:alpha val="0"/>
            </a:schemeClr>
          </a:solidFill>
          <a:ln w="1270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rot="0" spcFirstLastPara="0" vertOverflow="overflow" horzOverflow="overflow" vert="horz" wrap="square" lIns="72000" tIns="36000" rIns="73152" bIns="36576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marL="180000" indent="-180000" algn="l">
              <a:spcBef>
                <a:spcPts val="800"/>
              </a:spcBef>
              <a:buFont typeface="Ericsson Hilda" panose="00000500000000000000" pitchFamily="2" charset="0"/>
              <a:buChar char="●"/>
            </a:pPr>
            <a:endParaRPr lang="en-US">
              <a:solidFill>
                <a:schemeClr val="bg1"/>
              </a:solidFill>
              <a:latin typeface="+mn-lt"/>
            </a:endParaRPr>
          </a:p>
        </p:txBody>
      </p:sp>
      <p:pic>
        <p:nvPicPr>
          <p:cNvPr id="7" name="Logo">
            <a:extLst>
              <a:ext uri="{FF2B5EF4-FFF2-40B4-BE49-F238E27FC236}">
                <a16:creationId xmlns:a16="http://schemas.microsoft.com/office/drawing/2014/main" id="{AFF8CACC-7FD5-4CBA-651F-A83C83174BD1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379841" y="429421"/>
            <a:ext cx="482228" cy="482439"/>
          </a:xfrm>
          <a:prstGeom prst="rect">
            <a:avLst/>
          </a:prstGeom>
        </p:spPr>
      </p:pic>
      <p:sp>
        <p:nvSpPr>
          <p:cNvPr id="13" name="Title_SM">
            <a:extLst>
              <a:ext uri="{FF2B5EF4-FFF2-40B4-BE49-F238E27FC236}">
                <a16:creationId xmlns:a16="http://schemas.microsoft.com/office/drawing/2014/main" id="{99858DC4-E787-41D2-A613-961D60F89117}"/>
              </a:ext>
            </a:extLst>
          </p:cNvPr>
          <p:cNvSpPr>
            <a:spLocks noGrp="1" noChangeArrowheads="1"/>
          </p:cNvSpPr>
          <p:nvPr>
            <p:ph type="title" hasCustomPrompt="1"/>
          </p:nvPr>
        </p:nvSpPr>
        <p:spPr bwMode="auto">
          <a:xfrm>
            <a:off x="479425" y="476250"/>
            <a:ext cx="8353426" cy="10810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72000" tIns="36000" rIns="73152" bIns="36576" numCol="1" anchor="t" anchorCtr="0" compatLnSpc="1">
            <a:prstTxWarp prst="textNoShape">
              <a:avLst/>
            </a:prstTxWarp>
            <a:noAutofit/>
          </a:bodyPr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Slide title, Ericsson Hilda Light 40pt, Ericsson Black, max 2-lines</a:t>
            </a:r>
          </a:p>
        </p:txBody>
      </p:sp>
      <p:sp>
        <p:nvSpPr>
          <p:cNvPr id="3" name="Content Placeholder 1"/>
          <p:cNvSpPr>
            <a:spLocks noGrp="1"/>
          </p:cNvSpPr>
          <p:nvPr>
            <p:ph sz="quarter" idx="1" hasCustomPrompt="1"/>
          </p:nvPr>
        </p:nvSpPr>
        <p:spPr>
          <a:xfrm>
            <a:off x="481560" y="1844675"/>
            <a:ext cx="2592389" cy="2089150"/>
          </a:xfrm>
          <a:prstGeom prst="rect">
            <a:avLst/>
          </a:prstGeom>
        </p:spPr>
        <p:txBody>
          <a:bodyPr lIns="72000" tIns="36000"/>
          <a:lstStyle>
            <a:lvl1pPr>
              <a:defRPr sz="2000">
                <a:solidFill>
                  <a:schemeClr val="tx1"/>
                </a:solidFill>
              </a:defRPr>
            </a:lvl1pPr>
            <a:lvl2pPr>
              <a:defRPr sz="2000">
                <a:solidFill>
                  <a:schemeClr val="tx1"/>
                </a:solidFill>
              </a:defRPr>
            </a:lvl2pPr>
            <a:lvl3pPr>
              <a:defRPr sz="2000"/>
            </a:lvl3pPr>
            <a:lvl4pPr>
              <a:defRPr sz="2000"/>
            </a:lvl4pPr>
            <a:lvl5pPr>
              <a:defRPr sz="2000"/>
            </a:lvl5pPr>
          </a:lstStyle>
          <a:p>
            <a:pPr lvl="0"/>
            <a:r>
              <a:rPr lang="en-US"/>
              <a:t>For heading, use Ericsson Hilda in bold. For copy and bullets, use E.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4" name="Content Placeholder 2"/>
          <p:cNvSpPr>
            <a:spLocks noGrp="1"/>
          </p:cNvSpPr>
          <p:nvPr>
            <p:ph sz="quarter" idx="2" hasCustomPrompt="1"/>
          </p:nvPr>
        </p:nvSpPr>
        <p:spPr>
          <a:xfrm>
            <a:off x="6243216" y="1844674"/>
            <a:ext cx="2592387" cy="2089150"/>
          </a:xfrm>
          <a:prstGeom prst="rect">
            <a:avLst/>
          </a:prstGeom>
        </p:spPr>
        <p:txBody>
          <a:bodyPr lIns="72000" tIns="36000"/>
          <a:lstStyle>
            <a:lvl1pPr>
              <a:defRPr sz="2000">
                <a:solidFill>
                  <a:schemeClr val="tx1"/>
                </a:solidFill>
              </a:defRPr>
            </a:lvl1pPr>
            <a:lvl2pPr>
              <a:defRPr sz="2000">
                <a:solidFill>
                  <a:schemeClr val="tx1"/>
                </a:solidFill>
              </a:defRPr>
            </a:lvl2pPr>
            <a:lvl3pPr>
              <a:defRPr sz="2000"/>
            </a:lvl3pPr>
            <a:lvl4pPr>
              <a:defRPr sz="2000">
                <a:solidFill>
                  <a:schemeClr val="tx1"/>
                </a:solidFill>
              </a:defRPr>
            </a:lvl4pPr>
            <a:lvl5pPr>
              <a:defRPr sz="2000"/>
            </a:lvl5pPr>
          </a:lstStyle>
          <a:p>
            <a:pPr lvl="0"/>
            <a:r>
              <a:rPr lang="en-US"/>
              <a:t>For heading, use Ericsson Hilda in bold. For copy and bullets, use E.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3"/>
            <a:endParaRPr lang="en-US"/>
          </a:p>
        </p:txBody>
      </p:sp>
      <p:sp>
        <p:nvSpPr>
          <p:cNvPr id="5" name="Content Placeholder 3"/>
          <p:cNvSpPr>
            <a:spLocks noGrp="1"/>
          </p:cNvSpPr>
          <p:nvPr>
            <p:ph sz="quarter" idx="3" hasCustomPrompt="1"/>
          </p:nvPr>
        </p:nvSpPr>
        <p:spPr>
          <a:xfrm>
            <a:off x="481561" y="4151134"/>
            <a:ext cx="2592389" cy="2087563"/>
          </a:xfrm>
          <a:prstGeom prst="rect">
            <a:avLst/>
          </a:prstGeom>
        </p:spPr>
        <p:txBody>
          <a:bodyPr lIns="72000" tIns="36000"/>
          <a:lstStyle>
            <a:lvl1pPr>
              <a:defRPr sz="2000">
                <a:solidFill>
                  <a:schemeClr val="tx1"/>
                </a:solidFill>
              </a:defRPr>
            </a:lvl1pPr>
            <a:lvl2pPr>
              <a:defRPr sz="2000">
                <a:solidFill>
                  <a:schemeClr val="tx1"/>
                </a:solidFill>
              </a:defRPr>
            </a:lvl2pPr>
            <a:lvl3pPr>
              <a:defRPr sz="2000"/>
            </a:lvl3pPr>
            <a:lvl4pPr>
              <a:defRPr sz="2000"/>
            </a:lvl4pPr>
            <a:lvl5pPr>
              <a:defRPr sz="2000"/>
            </a:lvl5pPr>
          </a:lstStyle>
          <a:p>
            <a:pPr lvl="0"/>
            <a:r>
              <a:rPr lang="en-US"/>
              <a:t>For heading, use Ericsson Hilda in bold. For copy and bullets, use E.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6" name="Content Placeholder 4"/>
          <p:cNvSpPr>
            <a:spLocks noGrp="1"/>
          </p:cNvSpPr>
          <p:nvPr>
            <p:ph sz="quarter" idx="4" hasCustomPrompt="1"/>
          </p:nvPr>
        </p:nvSpPr>
        <p:spPr>
          <a:xfrm>
            <a:off x="6243152" y="4151245"/>
            <a:ext cx="2592387" cy="2086292"/>
          </a:xfrm>
          <a:prstGeom prst="rect">
            <a:avLst/>
          </a:prstGeom>
        </p:spPr>
        <p:txBody>
          <a:bodyPr lIns="72000" tIns="36000"/>
          <a:lstStyle>
            <a:lvl1pPr>
              <a:defRPr sz="2000">
                <a:solidFill>
                  <a:schemeClr val="tx1"/>
                </a:solidFill>
              </a:defRPr>
            </a:lvl1pPr>
            <a:lvl2pPr>
              <a:defRPr sz="2000">
                <a:solidFill>
                  <a:schemeClr val="tx1"/>
                </a:solidFill>
              </a:defRPr>
            </a:lvl2pPr>
            <a:lvl3pPr>
              <a:defRPr sz="2000"/>
            </a:lvl3pPr>
            <a:lvl4pPr>
              <a:defRPr sz="2000"/>
            </a:lvl4pPr>
            <a:lvl5pPr marL="1028700" indent="0">
              <a:buNone/>
              <a:defRPr sz="2000"/>
            </a:lvl5pPr>
          </a:lstStyle>
          <a:p>
            <a:pPr lvl="0"/>
            <a:r>
              <a:rPr lang="en-US"/>
              <a:t>For heading, use Ericsson Hilda in bold. For copy and bullets, use E.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9" name="Content Placeholder 5"/>
          <p:cNvSpPr>
            <a:spLocks noGrp="1"/>
          </p:cNvSpPr>
          <p:nvPr>
            <p:ph sz="quarter" idx="11" hasCustomPrompt="1"/>
          </p:nvPr>
        </p:nvSpPr>
        <p:spPr>
          <a:xfrm>
            <a:off x="3359835" y="1844674"/>
            <a:ext cx="2592388" cy="2089150"/>
          </a:xfrm>
          <a:prstGeom prst="rect">
            <a:avLst/>
          </a:prstGeom>
        </p:spPr>
        <p:txBody>
          <a:bodyPr lIns="72000" tIns="36000"/>
          <a:lstStyle>
            <a:lvl1pPr>
              <a:defRPr sz="2000">
                <a:solidFill>
                  <a:schemeClr val="tx1"/>
                </a:solidFill>
              </a:defRPr>
            </a:lvl1pPr>
            <a:lvl2pPr>
              <a:defRPr sz="2000">
                <a:solidFill>
                  <a:schemeClr val="tx1"/>
                </a:solidFill>
              </a:defRPr>
            </a:lvl2pPr>
            <a:lvl3pPr>
              <a:defRPr sz="2000"/>
            </a:lvl3pPr>
            <a:lvl4pPr>
              <a:defRPr sz="2000"/>
            </a:lvl4pPr>
            <a:lvl5pPr>
              <a:defRPr sz="2000"/>
            </a:lvl5pPr>
          </a:lstStyle>
          <a:p>
            <a:pPr lvl="0"/>
            <a:r>
              <a:rPr lang="en-US"/>
              <a:t>For heading, use Ericsson Hilda in bold. For copy and bullets, use E.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8" name="Content Placeholder 6"/>
          <p:cNvSpPr>
            <a:spLocks noGrp="1"/>
          </p:cNvSpPr>
          <p:nvPr>
            <p:ph sz="quarter" idx="10" hasCustomPrompt="1"/>
          </p:nvPr>
        </p:nvSpPr>
        <p:spPr>
          <a:xfrm>
            <a:off x="3361288" y="4151861"/>
            <a:ext cx="2592387" cy="2087563"/>
          </a:xfrm>
          <a:prstGeom prst="rect">
            <a:avLst/>
          </a:prstGeom>
        </p:spPr>
        <p:txBody>
          <a:bodyPr lIns="72000" tIns="36000"/>
          <a:lstStyle>
            <a:lvl1pPr>
              <a:defRPr sz="2000">
                <a:solidFill>
                  <a:schemeClr val="tx1"/>
                </a:solidFill>
              </a:defRPr>
            </a:lvl1pPr>
            <a:lvl2pPr>
              <a:defRPr sz="2000">
                <a:solidFill>
                  <a:schemeClr val="tx1"/>
                </a:solidFill>
              </a:defRPr>
            </a:lvl2pPr>
            <a:lvl3pPr>
              <a:defRPr sz="2000"/>
            </a:lvl3pPr>
            <a:lvl4pPr>
              <a:defRPr sz="2000"/>
            </a:lvl4pPr>
            <a:lvl5pPr>
              <a:defRPr sz="2000"/>
            </a:lvl5pPr>
          </a:lstStyle>
          <a:p>
            <a:pPr lvl="0"/>
            <a:r>
              <a:rPr lang="en-US"/>
              <a:t>For heading, use Ericsson Hilda in bold. For copy and bullets, use E.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11" name="Content Placeholder 7"/>
          <p:cNvSpPr>
            <a:spLocks noGrp="1"/>
          </p:cNvSpPr>
          <p:nvPr>
            <p:ph sz="quarter" idx="13" hasCustomPrompt="1"/>
          </p:nvPr>
        </p:nvSpPr>
        <p:spPr>
          <a:xfrm>
            <a:off x="9122324" y="1844674"/>
            <a:ext cx="2592387" cy="2089151"/>
          </a:xfrm>
          <a:prstGeom prst="rect">
            <a:avLst/>
          </a:prstGeom>
        </p:spPr>
        <p:txBody>
          <a:bodyPr lIns="72000" tIns="36000"/>
          <a:lstStyle>
            <a:lvl1pPr>
              <a:defRPr sz="2000">
                <a:solidFill>
                  <a:schemeClr val="tx1"/>
                </a:solidFill>
              </a:defRPr>
            </a:lvl1pPr>
            <a:lvl2pPr>
              <a:defRPr sz="2000">
                <a:solidFill>
                  <a:schemeClr val="tx1"/>
                </a:solidFill>
              </a:defRPr>
            </a:lvl2pPr>
            <a:lvl3pPr>
              <a:defRPr sz="2000"/>
            </a:lvl3pPr>
            <a:lvl4pPr>
              <a:defRPr sz="2000">
                <a:solidFill>
                  <a:schemeClr val="tx1"/>
                </a:solidFill>
              </a:defRPr>
            </a:lvl4pPr>
            <a:lvl5pPr>
              <a:defRPr sz="2000"/>
            </a:lvl5pPr>
          </a:lstStyle>
          <a:p>
            <a:pPr lvl="0"/>
            <a:r>
              <a:rPr lang="en-US"/>
              <a:t>For heading, use Ericsson Hilda in bold. For copy and bullets, use E.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3"/>
            <a:endParaRPr lang="en-US"/>
          </a:p>
        </p:txBody>
      </p:sp>
      <p:sp>
        <p:nvSpPr>
          <p:cNvPr id="10" name="Content Placeholder 8"/>
          <p:cNvSpPr>
            <a:spLocks noGrp="1"/>
          </p:cNvSpPr>
          <p:nvPr>
            <p:ph sz="quarter" idx="12" hasCustomPrompt="1"/>
          </p:nvPr>
        </p:nvSpPr>
        <p:spPr>
          <a:xfrm>
            <a:off x="9122324" y="4151861"/>
            <a:ext cx="2592387" cy="2087562"/>
          </a:xfrm>
          <a:prstGeom prst="rect">
            <a:avLst/>
          </a:prstGeom>
        </p:spPr>
        <p:txBody>
          <a:bodyPr lIns="72000" tIns="36000"/>
          <a:lstStyle>
            <a:lvl1pPr>
              <a:defRPr sz="2000">
                <a:solidFill>
                  <a:schemeClr val="tx1"/>
                </a:solidFill>
              </a:defRPr>
            </a:lvl1pPr>
            <a:lvl2pPr>
              <a:defRPr sz="2000">
                <a:solidFill>
                  <a:schemeClr val="tx1"/>
                </a:solidFill>
              </a:defRPr>
            </a:lvl2pPr>
            <a:lvl3pPr>
              <a:defRPr sz="2000"/>
            </a:lvl3pPr>
            <a:lvl4pPr>
              <a:defRPr sz="2000"/>
            </a:lvl4pPr>
            <a:lvl5pPr>
              <a:defRPr sz="2000"/>
            </a:lvl5pPr>
          </a:lstStyle>
          <a:p>
            <a:pPr lvl="0"/>
            <a:r>
              <a:rPr lang="en-US"/>
              <a:t>For heading, use Ericsson Hilda in bold. For copy and bullets, use E.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14" name="txtfooterCopy" descr="{&#10; &quot;SkabelonDesign&quot;: {&#10; &quot;textualValue&quot;: &quot;&lt;key1/&gt;&quot;,&#10; &quot;bindingCollection&quot;: {&#10; &quot;key1&quot;: {&quot;SkabelonDesign&quot;:{&quot;type&quot;:&quot;Text&quot;,&quot;binding&quot;:&quot;Module.FooterText&quot;}}&#10; }&#10; }&#10;}">
            <a:extLst>
              <a:ext uri="{FF2B5EF4-FFF2-40B4-BE49-F238E27FC236}">
                <a16:creationId xmlns:a16="http://schemas.microsoft.com/office/drawing/2014/main" id="{089CBEB5-348B-49F3-8F8B-FDEE08950E37}"/>
              </a:ext>
            </a:extLst>
          </p:cNvPr>
          <p:cNvSpPr txBox="1"/>
          <p:nvPr userDrawn="1"/>
        </p:nvSpPr>
        <p:spPr>
          <a:xfrm>
            <a:off x="421638" y="6524625"/>
            <a:ext cx="65" cy="123111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marL="0" indent="0" algn="l">
              <a:buFontTx/>
              <a:buNone/>
            </a:pPr>
            <a:endParaRPr lang="en-US" sz="800" b="0" i="0" u="none">
              <a:solidFill>
                <a:schemeClr val="tx1"/>
              </a:solidFill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3527448763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4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Black logo end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SubTitle_TM">
            <a:extLst>
              <a:ext uri="{FF2B5EF4-FFF2-40B4-BE49-F238E27FC236}">
                <a16:creationId xmlns:a16="http://schemas.microsoft.com/office/drawing/2014/main" id="{B200748E-0B61-48E1-8B47-504C30250995}"/>
              </a:ext>
            </a:extLst>
          </p:cNvPr>
          <p:cNvSpPr>
            <a:spLocks noGrp="1" noChangeArrowheads="1"/>
          </p:cNvSpPr>
          <p:nvPr>
            <p:ph type="subTitle" idx="1" hasCustomPrompt="1"/>
          </p:nvPr>
        </p:nvSpPr>
        <p:spPr>
          <a:xfrm>
            <a:off x="3074195" y="5004940"/>
            <a:ext cx="6045994" cy="347472"/>
          </a:xfrm>
          <a:prstGeom prst="rect">
            <a:avLst/>
          </a:prstGeom>
        </p:spPr>
        <p:txBody>
          <a:bodyPr rIns="72000"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Font typeface="Ericsson Hilda Light" charset="0"/>
              <a:buNone/>
              <a:defRPr sz="2000" baseline="0">
                <a:solidFill>
                  <a:schemeClr val="tx1"/>
                </a:solidFill>
                <a:latin typeface="+mn-lt"/>
              </a:defRPr>
            </a:lvl1pPr>
          </a:lstStyle>
          <a:p>
            <a:r>
              <a:rPr lang="en-US"/>
              <a:t>Use this space for relevant Ericsson URLs or hashtags</a:t>
            </a:r>
          </a:p>
        </p:txBody>
      </p:sp>
      <p:pic>
        <p:nvPicPr>
          <p:cNvPr id="2" name="image">
            <a:extLst>
              <a:ext uri="{FF2B5EF4-FFF2-40B4-BE49-F238E27FC236}">
                <a16:creationId xmlns:a16="http://schemas.microsoft.com/office/drawing/2014/main" id="{3DDE3DF2-4191-6EC8-7BFC-F1AAA9CFC1C1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24177" y="2259975"/>
            <a:ext cx="2120176" cy="212110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78930014"/>
      </p:ext>
    </p:extLst>
  </p:cSld>
  <p:clrMapOvr>
    <a:masterClrMapping/>
  </p:clrMapOvr>
</p:sldLayout>
</file>

<file path=ppt/slideLayouts/slideLayout5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White logo end slide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ackground">
            <a:extLst>
              <a:ext uri="{FF2B5EF4-FFF2-40B4-BE49-F238E27FC236}">
                <a16:creationId xmlns:a16="http://schemas.microsoft.com/office/drawing/2014/main" id="{000C8FCC-57E5-3E43-E21A-B3EDA1DB3E60}"/>
              </a:ext>
            </a:extLst>
          </p:cNvPr>
          <p:cNvSpPr/>
          <p:nvPr userDrawn="1"/>
        </p:nvSpPr>
        <p:spPr bwMode="auto">
          <a:xfrm>
            <a:off x="0" y="0"/>
            <a:ext cx="12192000" cy="6858000"/>
          </a:xfrm>
          <a:prstGeom prst="rect">
            <a:avLst/>
          </a:prstGeom>
          <a:solidFill>
            <a:schemeClr val="bg2">
              <a:alpha val="0"/>
            </a:schemeClr>
          </a:solidFill>
          <a:ln w="1270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rot="0" spcFirstLastPara="0" vertOverflow="overflow" horzOverflow="overflow" vert="horz" wrap="square" lIns="72000" tIns="36000" rIns="73152" bIns="36576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marL="180000" indent="-180000" algn="l">
              <a:spcBef>
                <a:spcPts val="800"/>
              </a:spcBef>
              <a:buFont typeface="Ericsson Hilda" panose="00000500000000000000" pitchFamily="2" charset="0"/>
              <a:buChar char="●"/>
            </a:pPr>
            <a:endParaRPr lang="en-US">
              <a:solidFill>
                <a:schemeClr val="bg1"/>
              </a:solidFill>
              <a:latin typeface="+mn-lt"/>
            </a:endParaRPr>
          </a:p>
        </p:txBody>
      </p:sp>
      <p:pic>
        <p:nvPicPr>
          <p:cNvPr id="5" name="Logo">
            <a:extLst>
              <a:ext uri="{FF2B5EF4-FFF2-40B4-BE49-F238E27FC236}">
                <a16:creationId xmlns:a16="http://schemas.microsoft.com/office/drawing/2014/main" id="{6944A971-8DF1-600E-1D36-CB1EC2440F3D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24177" y="2260680"/>
            <a:ext cx="2119473" cy="2120400"/>
          </a:xfrm>
          <a:prstGeom prst="rect">
            <a:avLst/>
          </a:prstGeom>
        </p:spPr>
      </p:pic>
      <p:sp>
        <p:nvSpPr>
          <p:cNvPr id="2" name="SubTitle_TM">
            <a:extLst>
              <a:ext uri="{FF2B5EF4-FFF2-40B4-BE49-F238E27FC236}">
                <a16:creationId xmlns:a16="http://schemas.microsoft.com/office/drawing/2014/main" id="{FCF1ABC6-0A4C-6C18-E8A5-415153FD00B6}"/>
              </a:ext>
            </a:extLst>
          </p:cNvPr>
          <p:cNvSpPr>
            <a:spLocks noGrp="1" noChangeArrowheads="1"/>
          </p:cNvSpPr>
          <p:nvPr>
            <p:ph type="subTitle" idx="1" hasCustomPrompt="1"/>
          </p:nvPr>
        </p:nvSpPr>
        <p:spPr>
          <a:xfrm>
            <a:off x="3074195" y="5004940"/>
            <a:ext cx="6045994" cy="347472"/>
          </a:xfrm>
          <a:prstGeom prst="rect">
            <a:avLst/>
          </a:prstGeom>
        </p:spPr>
        <p:txBody>
          <a:bodyPr rIns="72000"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Font typeface="Ericsson Hilda Light" charset="0"/>
              <a:buNone/>
              <a:defRPr sz="2000" baseline="0">
                <a:solidFill>
                  <a:schemeClr val="tx1"/>
                </a:solidFill>
                <a:latin typeface="+mn-lt"/>
              </a:defRPr>
            </a:lvl1pPr>
          </a:lstStyle>
          <a:p>
            <a:r>
              <a:rPr lang="en-US"/>
              <a:t>Use this space for relevant Ericsson URLs or hashtags</a:t>
            </a:r>
          </a:p>
        </p:txBody>
      </p:sp>
    </p:spTree>
    <p:extLst>
      <p:ext uri="{BB962C8B-B14F-4D97-AF65-F5344CB8AC3E}">
        <p14:creationId xmlns:p14="http://schemas.microsoft.com/office/powerpoint/2010/main" val="2160505789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5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Embedded character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99AF35DD-3E5E-42CB-AFA5-5E09E14F72A4}"/>
              </a:ext>
            </a:extLst>
          </p:cNvPr>
          <p:cNvSpPr txBox="1"/>
          <p:nvPr userDrawn="1"/>
        </p:nvSpPr>
        <p:spPr bwMode="auto">
          <a:xfrm>
            <a:off x="479425" y="142897"/>
            <a:ext cx="11233149" cy="656121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72000" tIns="36000" rIns="0" bIns="0" numCol="1" rtlCol="0" anchor="t" anchorCtr="0" compatLnSpc="1">
            <a:prstTxWarp prst="textNoShape">
              <a:avLst/>
            </a:prstTxWarp>
            <a:spAutoFit/>
          </a:bodyPr>
          <a:lstStyle/>
          <a:p>
            <a:pPr marL="0" indent="0">
              <a:buClr>
                <a:schemeClr val="tx1"/>
              </a:buClr>
              <a:buFont typeface="Ericsson Hilda Light" panose="00000400000000000000" pitchFamily="2" charset="0"/>
              <a:buNone/>
            </a:pPr>
            <a:r>
              <a:rPr lang="en-US" sz="1400" b="1">
                <a:solidFill>
                  <a:schemeClr val="tx1"/>
                </a:solidFill>
                <a:latin typeface="+mn-lt"/>
              </a:rPr>
              <a:t>This Master Slide is to ensure that all our characters are embedded with the presentation. Should not be used in a presentation.</a:t>
            </a:r>
            <a:endParaRPr lang="en-US"/>
          </a:p>
          <a:p>
            <a:pPr marL="0" indent="0">
              <a:buClr>
                <a:schemeClr val="tx1"/>
              </a:buClr>
              <a:buFont typeface="Ericsson Hilda Light" panose="00000400000000000000" pitchFamily="2" charset="0"/>
              <a:buNone/>
            </a:pPr>
            <a:endParaRPr lang="en-US" sz="1400" b="1">
              <a:solidFill>
                <a:schemeClr val="tx1"/>
              </a:solidFill>
              <a:latin typeface="+mn-lt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tx1"/>
              </a:buClr>
              <a:buSzTx/>
              <a:buFont typeface="Ericsson Hilda Light" panose="00000400000000000000" pitchFamily="2" charset="0"/>
              <a:buNone/>
              <a:tabLst/>
              <a:defRPr/>
            </a:pPr>
            <a:r>
              <a:rPr lang="en-US" sz="1200" u="sng" err="1">
                <a:solidFill>
                  <a:schemeClr val="tx1"/>
                </a:solidFill>
                <a:latin typeface="Ericsson Hilda ExtraLight" panose="00000300000000000000" pitchFamily="2" charset="0"/>
              </a:rPr>
              <a:t>EricssonHilda</a:t>
            </a:r>
            <a:r>
              <a:rPr lang="en-US" sz="1200" u="sng">
                <a:solidFill>
                  <a:schemeClr val="tx1"/>
                </a:solidFill>
                <a:latin typeface="Ericsson Hilda ExtraLight" panose="00000300000000000000" pitchFamily="2" charset="0"/>
              </a:rPr>
              <a:t>(</a:t>
            </a:r>
            <a:r>
              <a:rPr lang="en-US" sz="1200" u="sng" err="1">
                <a:solidFill>
                  <a:schemeClr val="tx1"/>
                </a:solidFill>
                <a:latin typeface="Ericsson Hilda ExtraLight" panose="00000300000000000000" pitchFamily="2" charset="0"/>
              </a:rPr>
              <a:t>ExtraLight</a:t>
            </a:r>
            <a:r>
              <a:rPr lang="en-US" sz="1200" u="sng">
                <a:solidFill>
                  <a:schemeClr val="tx1"/>
                </a:solidFill>
                <a:latin typeface="Ericsson Hilda ExtraLight" panose="00000300000000000000" pitchFamily="2" charset="0"/>
              </a:rPr>
              <a:t>):</a:t>
            </a:r>
            <a:r>
              <a:rPr lang="en-US" sz="1200">
                <a:solidFill>
                  <a:schemeClr val="tx1"/>
                </a:solidFill>
                <a:latin typeface="Ericsson Hilda ExtraLight" panose="00000300000000000000" pitchFamily="2" charset="0"/>
              </a:rPr>
              <a:t>!"#$%&amp;'()*+,./0123456789:;&lt;=&gt;?@ABCDEFGHIJKLMNOPQRSTUVWXYZ[\]^_`</a:t>
            </a:r>
            <a:r>
              <a:rPr lang="en-US" sz="1200" err="1">
                <a:solidFill>
                  <a:schemeClr val="tx1"/>
                </a:solidFill>
                <a:latin typeface="Ericsson Hilda ExtraLight" panose="00000300000000000000" pitchFamily="2" charset="0"/>
              </a:rPr>
              <a:t>abcdefghijklmnopqrstuvwxyz</a:t>
            </a:r>
            <a:r>
              <a:rPr lang="en-US" sz="1200">
                <a:solidFill>
                  <a:schemeClr val="tx1"/>
                </a:solidFill>
                <a:latin typeface="Ericsson Hilda ExtraLight" panose="00000300000000000000" pitchFamily="2" charset="0"/>
              </a:rPr>
              <a:t>{|}~¡¢£¤¥¦§¨©ª«¬®¯°±²³´¶·¸¹º»¼½ÀÁÂÃÄÅÆÇÈËÌÍÎÏÐÑÒÓÔÕÖ×ØÙÚÛÜÝÞßàáâãäåæçèéêëìíîïðñòóôõö÷øùúûüýþÿĀāĂăąĆćĊċ</a:t>
            </a:r>
            <a:r>
              <a:rPr lang="en-US" sz="1200" kern="1200">
                <a:solidFill>
                  <a:schemeClr val="tx1"/>
                </a:solidFill>
                <a:latin typeface="Ericsson Hilda ExtraLight" panose="00000300000000000000" pitchFamily="2" charset="0"/>
                <a:ea typeface="+mn-ea"/>
                <a:cs typeface="+mn-cs"/>
              </a:rPr>
              <a:t>Čč</a:t>
            </a:r>
            <a:r>
              <a:rPr lang="en-US" sz="1200">
                <a:solidFill>
                  <a:schemeClr val="tx1"/>
                </a:solidFill>
                <a:latin typeface="Ericsson Hilda ExtraLight" panose="00000300000000000000" pitchFamily="2" charset="0"/>
              </a:rPr>
              <a:t>ĎďĐđĒĖėĘęĚěĞğĠġĢģĪīĮįİıĶķĹĺĻļĽľŁłŃńŅņŇňŌŐőŒœŔŕŖŗŘřŚśŞşŠšŢţŤťŪūŮůŰűŲųŴŵŶŷŸŹźŻżŽžƒȘșˆˇ˘˙˚˛˜˝</a:t>
            </a:r>
            <a:r>
              <a:rPr lang="en-US" sz="1200" err="1">
                <a:solidFill>
                  <a:schemeClr val="tx1"/>
                </a:solidFill>
                <a:latin typeface="Ericsson Hilda ExtraLight" panose="00000300000000000000" pitchFamily="2" charset="0"/>
              </a:rPr>
              <a:t>ẀẁẃẄẅỲỳ</a:t>
            </a:r>
            <a:r>
              <a:rPr lang="en-US" sz="1200">
                <a:solidFill>
                  <a:schemeClr val="tx1"/>
                </a:solidFill>
                <a:latin typeface="Ericsson Hilda ExtraLight" panose="00000300000000000000" pitchFamily="2" charset="0"/>
              </a:rPr>
              <a:t>‘’‚“”„†‡•…‰‹›⁄€™ĀĀĂĂĄĄĆĆĊĊČČĎĎĐĐĒĒĖĖĘĘĚĚĞĞĠĠĢĢĪĪĮĮİĶĶĹĹĻĻĽĽŃŃŅŅŇŇŌŌŐŐŔŔŖŖŘŘŚŚŞŞŢŢŤŤŪŪŮŮŰŰŲŲŴŴŶŶŹŹŻŻȘș−≤≥</a:t>
            </a:r>
            <a:r>
              <a:rPr lang="en-US" sz="1200" err="1">
                <a:solidFill>
                  <a:schemeClr val="tx1"/>
                </a:solidFill>
                <a:latin typeface="Ericsson Hilda ExtraLight" panose="00000300000000000000" pitchFamily="2" charset="0"/>
              </a:rPr>
              <a:t>ﬁﬂΆΈΉΊΌΎΏΐΑΒΓΕΖΗΘΙΚΛΜΝΞΟΠΡΣΤΥΦΧΨΪΫΆΈΉΊΰ</a:t>
            </a:r>
            <a:r>
              <a:rPr lang="en-US" sz="1200">
                <a:solidFill>
                  <a:schemeClr val="tx1"/>
                </a:solidFill>
                <a:latin typeface="Ericsson Hilda ExtraLight" panose="00000300000000000000" pitchFamily="2" charset="0"/>
              </a:rPr>
              <a:t>αβγδεζηθικλνξορςΣΤΥΦΧΨΩΪΫΌΎΏЁЂЃЄЅІЇЈЉЊЋЌЎЏАБВГДЕЖЗИЙКЛМНОПРСТУФХЦЧШЩЪЫЬЭЮЯАБВГДЕЖЗИЙКЛМНОПРСТУФХЦЧШЩЪЫЬЭЮЯЁЂЃЄЅІЇЈЉЊЋЌЎЏѢѢѲѲѴѴҐҐәǽẀẁẂẃẄẅỲỳ№—–-●</a:t>
            </a:r>
            <a:endParaRPr lang="en-US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tx1"/>
              </a:buClr>
              <a:buSzTx/>
              <a:buFont typeface="Ericsson Hilda Light" panose="00000400000000000000" pitchFamily="2" charset="0"/>
              <a:buNone/>
              <a:tabLst/>
              <a:defRPr/>
            </a:pPr>
            <a:r>
              <a:rPr lang="en-US" sz="1200" u="sng" err="1">
                <a:solidFill>
                  <a:schemeClr val="tx1"/>
                </a:solidFill>
                <a:latin typeface="+mj-lt"/>
              </a:rPr>
              <a:t>EricssonHilda</a:t>
            </a:r>
            <a:r>
              <a:rPr lang="en-US" sz="1200" u="sng">
                <a:solidFill>
                  <a:schemeClr val="tx1"/>
                </a:solidFill>
                <a:latin typeface="+mj-lt"/>
              </a:rPr>
              <a:t>(Light):</a:t>
            </a:r>
            <a:r>
              <a:rPr lang="en-US" sz="1200">
                <a:solidFill>
                  <a:schemeClr val="tx1"/>
                </a:solidFill>
                <a:latin typeface="+mj-lt"/>
              </a:rPr>
              <a:t>!"#$%&amp;'()*+,./0123456789:;&lt;=&gt;?@ABCDEFGHIJKLMNOPQRSTUVWXYZ[\]^_`</a:t>
            </a:r>
            <a:r>
              <a:rPr lang="en-US" sz="1200" err="1">
                <a:solidFill>
                  <a:schemeClr val="tx1"/>
                </a:solidFill>
                <a:latin typeface="+mj-lt"/>
              </a:rPr>
              <a:t>abcdefghijklmnopqrstuvwxyz</a:t>
            </a:r>
            <a:r>
              <a:rPr lang="en-US" sz="1200">
                <a:solidFill>
                  <a:schemeClr val="tx1"/>
                </a:solidFill>
                <a:latin typeface="+mj-lt"/>
              </a:rPr>
              <a:t>{|}~¡¢£¤¥¦§¨©ª«¬®¯°±²³´¶·¸¹º»¼½ÀÁÂÃÄÅÆÇÈËÌÍÎÏÐÑÒÓÔÕÖ×ØÙÚÛÜÝÞßàáâãäåæçèéêëìíîïðñòóôõö÷øùúûüýþÿĀāĂăąĆćĊċ</a:t>
            </a:r>
            <a:r>
              <a:rPr lang="en-US" sz="1200" kern="1200">
                <a:solidFill>
                  <a:schemeClr val="tx1"/>
                </a:solidFill>
                <a:latin typeface="+mn-lt"/>
                <a:ea typeface="+mn-ea"/>
                <a:cs typeface="+mn-cs"/>
              </a:rPr>
              <a:t>Čč</a:t>
            </a:r>
            <a:r>
              <a:rPr lang="en-US" sz="1200">
                <a:solidFill>
                  <a:schemeClr val="tx1"/>
                </a:solidFill>
                <a:latin typeface="+mj-lt"/>
              </a:rPr>
              <a:t>ĎďĐđĒĖėĘęĚěĞğĠġĢģĪīĮįİıĶķĹĺĻļĽľŁłŃńŅņŇňŌŐőŒœŔŕŖŗŘřŚśŞşŠšŢţŤťŪūŮůŰűŲųŴŵŶŷŸŹźŻżŽžƒȘșˆˇ˘˙˚˛˜˝</a:t>
            </a:r>
            <a:r>
              <a:rPr lang="en-US" sz="1200" err="1">
                <a:solidFill>
                  <a:schemeClr val="tx1"/>
                </a:solidFill>
                <a:latin typeface="+mj-lt"/>
              </a:rPr>
              <a:t>ẀẁẃẄẅỲỳ</a:t>
            </a:r>
            <a:r>
              <a:rPr lang="en-US" sz="1200">
                <a:solidFill>
                  <a:schemeClr val="tx1"/>
                </a:solidFill>
                <a:latin typeface="+mj-lt"/>
              </a:rPr>
              <a:t>‘’‚“”„†‡•…‰‹›⁄€™ĀĀĂĂĄĄĆĆĊĊČČĎĎĐĐĒĒĖĖĘĘĚĚĞĞĠĠĢĢĪĪĮĮİĶĶĹĹĻĻĽĽŃŃŅŅŇŇŌŌŐŐŔŔŖŖŘŘŚŚŞŞŢŢŤŤŪŪŮŮŰŰŲŲŴŴŶŶŹŹŻŻȘș−≤≥</a:t>
            </a:r>
            <a:r>
              <a:rPr lang="en-US" sz="1200" err="1">
                <a:solidFill>
                  <a:schemeClr val="tx1"/>
                </a:solidFill>
                <a:latin typeface="+mj-lt"/>
              </a:rPr>
              <a:t>ﬁﬂΆΈΉΊΌΎΏΐΑΒΓΕΖΗΘΙΚΛΜΝΞΟΠΡΣΤΥΦΧΨΪΫΆΈΉΊΰ</a:t>
            </a:r>
            <a:r>
              <a:rPr lang="en-US" sz="1200">
                <a:solidFill>
                  <a:schemeClr val="tx1"/>
                </a:solidFill>
                <a:latin typeface="+mj-lt"/>
              </a:rPr>
              <a:t>αβγδεζηθικλνξορςΣΤΥΦΧΨΩΪΫΌΎΏЁЂЃЄЅІЇЈЉЊЋЌЎЏАБВГДЕЖЗИЙКЛМНОПРСТУФХЦЧШЩЪЫЬЭЮЯАБВГДЕЖЗИЙКЛМНОПРСТУФХЦЧШЩЪЫЬЭЮЯЁЂЃЄЅІЇЈЉЊЋЌЎЏѢѢѲѲѴѴҐҐәǽẀẁẂẃẄẅỲỳ№—–-</a:t>
            </a:r>
            <a:r>
              <a:rPr lang="en-US" sz="1200">
                <a:solidFill>
                  <a:schemeClr val="tx1"/>
                </a:solidFill>
                <a:latin typeface="Ericsson Hilda Light" panose="00000400000000000000" pitchFamily="2" charset="0"/>
              </a:rPr>
              <a:t>●</a:t>
            </a:r>
            <a:endParaRPr lang="en-US" sz="1200">
              <a:solidFill>
                <a:schemeClr val="tx1"/>
              </a:solidFill>
            </a:endParaRPr>
          </a:p>
          <a:p>
            <a:pPr marL="0" indent="0">
              <a:buClr>
                <a:schemeClr val="tx1"/>
              </a:buClr>
              <a:buFont typeface="Ericsson Hilda Light" panose="00000400000000000000" pitchFamily="2" charset="0"/>
              <a:buNone/>
            </a:pPr>
            <a:r>
              <a:rPr lang="en-US" sz="1200" u="sng" err="1">
                <a:solidFill>
                  <a:schemeClr val="tx1"/>
                </a:solidFill>
                <a:latin typeface="+mn-lt"/>
              </a:rPr>
              <a:t>EricssonHilda</a:t>
            </a:r>
            <a:r>
              <a:rPr lang="en-US" sz="1200" u="sng">
                <a:solidFill>
                  <a:schemeClr val="tx1"/>
                </a:solidFill>
                <a:latin typeface="+mn-lt"/>
              </a:rPr>
              <a:t>(Regular):</a:t>
            </a:r>
            <a:r>
              <a:rPr lang="en-US" sz="1200">
                <a:solidFill>
                  <a:schemeClr val="tx1"/>
                </a:solidFill>
                <a:latin typeface="+mn-lt"/>
              </a:rPr>
              <a:t>!"#$%&amp;'()*+,./0123456789:;&lt;=&gt;?@ABCDEFGHIJKLMNOPQRSTUVWXYZ[\]^_`</a:t>
            </a:r>
            <a:r>
              <a:rPr lang="en-US" sz="1200" err="1">
                <a:solidFill>
                  <a:schemeClr val="tx1"/>
                </a:solidFill>
                <a:latin typeface="+mn-lt"/>
              </a:rPr>
              <a:t>abcdefghijklmnopqrstuvwxyz</a:t>
            </a:r>
            <a:r>
              <a:rPr lang="en-US" sz="1200">
                <a:solidFill>
                  <a:schemeClr val="tx1"/>
                </a:solidFill>
                <a:latin typeface="+mn-lt"/>
              </a:rPr>
              <a:t>{|}~¡¢£¤¥¦§¨©ª«¬®¯°±²³´¶·¸¹º»¼½ÀÁÂÃÄÅÆÇÈËÌÍÎÏÐÑÒÓÔÕÖ×ØÙÚÛÜÝÞßàáâãäåæçèéêëìíîïðñòóôõö÷øùúûüýþÿĀāĂăąĆćĊċČčĎďĐđĒĖėĘęĚěĞğĠġĢģĪīĮįİıĶķĹĺĻļĽľŁłŃńŅņŇňŌŐőŒœŔŕŖŗŘřŚśŞşŠšŢţŤťŪūŮůŰűŲųŴŵŶŷŸŹźŻżŽžƒȘșˆˇ˘˙˚˛˜˝</a:t>
            </a:r>
            <a:r>
              <a:rPr lang="en-US" sz="1200" err="1">
                <a:solidFill>
                  <a:schemeClr val="tx1"/>
                </a:solidFill>
                <a:latin typeface="+mn-lt"/>
              </a:rPr>
              <a:t>ẀẁẃẄẅỲỳ</a:t>
            </a:r>
            <a:r>
              <a:rPr lang="en-US" sz="1200">
                <a:solidFill>
                  <a:schemeClr val="tx1"/>
                </a:solidFill>
                <a:latin typeface="+mn-lt"/>
              </a:rPr>
              <a:t>‘’‚“”„†‡•…‰‹›⁄€™ĀĀĂĂĄĄĆĆĊĊČČĎĎĐĐĒĒĖĖĘĘĚĚĞĞĠĠĢĢĪĪĮĮİĶĶĹĹĻĻĽĽŃŃŅŅŇŇŌŌŐŐŔŔŖŖŘŘŚŚŞŞŢŢŤŤŪŪŮŮŰŰŲŲŴŴŶŶŹŹŻŻȘș−≤≥</a:t>
            </a:r>
            <a:r>
              <a:rPr lang="en-US" sz="1200" err="1">
                <a:solidFill>
                  <a:schemeClr val="tx1"/>
                </a:solidFill>
                <a:latin typeface="+mn-lt"/>
              </a:rPr>
              <a:t>ﬁﬂΆΈΉΊΌΎΏΐΑΒΓΕΖΗΘΙΚΛΜΝΞΟΠΡΣΤΥΦΧΨΪΫΆΈΉΊΰ</a:t>
            </a:r>
            <a:r>
              <a:rPr lang="en-US" sz="1200">
                <a:solidFill>
                  <a:schemeClr val="tx1"/>
                </a:solidFill>
                <a:latin typeface="+mn-lt"/>
              </a:rPr>
              <a:t>αβγδεζηθικλνξορςΣΤΥΦΧΨΩΪΫΌΎΏЁЂЃЄЅІЇЈЉЊЋЌЎЏАБВГДЕЖЗИЙКЛМНОПРСТУФХЦЧШЩЪЫЬЭЮЯАБВГДЕЖЗИЙКЛМНОПРСТУФХЦЧШЩЪЫЬЭЮЯЁЂЃЄЅІЇЈЉЊЋЌЎЏѢѢѲѲѴѴҐҐәǽẀẁẂẃẄẅỲỳ№—–-●</a:t>
            </a:r>
            <a:endParaRPr lang="en-US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tx1"/>
              </a:buClr>
              <a:buSzTx/>
              <a:buFont typeface="Ericsson Hilda Light" panose="00000400000000000000" pitchFamily="2" charset="0"/>
              <a:buNone/>
              <a:tabLst/>
              <a:defRPr/>
            </a:pPr>
            <a:r>
              <a:rPr lang="en-US" sz="1200" b="1" u="sng" err="1">
                <a:solidFill>
                  <a:schemeClr val="tx1"/>
                </a:solidFill>
                <a:latin typeface="+mj-lt"/>
              </a:rPr>
              <a:t>EricssonHildaLight+Bold</a:t>
            </a:r>
            <a:r>
              <a:rPr lang="en-US" sz="1200" b="1" u="sng">
                <a:solidFill>
                  <a:schemeClr val="tx1"/>
                </a:solidFill>
                <a:latin typeface="+mj-lt"/>
              </a:rPr>
              <a:t>(Medium):</a:t>
            </a:r>
            <a:r>
              <a:rPr lang="en-US" sz="1200" b="1">
                <a:solidFill>
                  <a:schemeClr val="tx1"/>
                </a:solidFill>
                <a:latin typeface="+mj-lt"/>
              </a:rPr>
              <a:t>!"#$%&amp;'()*+,./0123456789:;&lt;=&gt;?@ABCDEFGHIJKLMNOPQRSTUVWXYZ[\]^_`</a:t>
            </a:r>
            <a:r>
              <a:rPr lang="en-US" sz="1200" b="1" err="1">
                <a:solidFill>
                  <a:schemeClr val="tx1"/>
                </a:solidFill>
                <a:latin typeface="+mj-lt"/>
              </a:rPr>
              <a:t>abcdefghijklmnopqrstuvwxyz</a:t>
            </a:r>
            <a:r>
              <a:rPr lang="en-US" sz="1200" b="1">
                <a:solidFill>
                  <a:schemeClr val="tx1"/>
                </a:solidFill>
                <a:latin typeface="+mj-lt"/>
              </a:rPr>
              <a:t>{|}~¡¢£¤¥¦§¨©ª«¬®¯°±²³´¶·¸¹º»¼½ÀÁÂÃÄÅÆÇÈËÌÍÎÏÐÑÒÓÔÕÖ×ØÙÚÛÜÝÞßàáâãäåæçèéêëìíîïðñòóôõö÷øùúûüýþÿĀāĂăąĆćĊċ</a:t>
            </a:r>
            <a:r>
              <a:rPr lang="en-US" sz="1200" b="1" kern="1200">
                <a:solidFill>
                  <a:schemeClr val="tx1"/>
                </a:solidFill>
                <a:latin typeface="+mn-lt"/>
                <a:ea typeface="+mn-ea"/>
                <a:cs typeface="+mn-cs"/>
              </a:rPr>
              <a:t>Čč</a:t>
            </a:r>
            <a:r>
              <a:rPr lang="en-US" sz="1200" b="1">
                <a:solidFill>
                  <a:schemeClr val="tx1"/>
                </a:solidFill>
                <a:latin typeface="+mj-lt"/>
              </a:rPr>
              <a:t>ĎďĐđĒĖėĘęĚěĞğĠġĢģĪīĮįİıĶķĹĺĻļĽľŁłŃńŅņŇňŌŐőŒœŔŕŖŗŘřŚśŞşŠšŢţŤťŪūŮůŰűŲųŴŵŶŷŸŹźŻżŽžƒȘșˆˇ˘˙˚˛˜˝</a:t>
            </a:r>
            <a:r>
              <a:rPr lang="en-US" sz="1200" b="1" err="1">
                <a:solidFill>
                  <a:schemeClr val="tx1"/>
                </a:solidFill>
                <a:latin typeface="+mj-lt"/>
              </a:rPr>
              <a:t>ẀẁẃẄẅỲỳ</a:t>
            </a:r>
            <a:r>
              <a:rPr lang="en-US" sz="1200" b="1">
                <a:solidFill>
                  <a:schemeClr val="tx1"/>
                </a:solidFill>
                <a:latin typeface="+mj-lt"/>
              </a:rPr>
              <a:t>‘’‚“”„†‡•…‰‹›⁄€™ĀĀĂĂĄĄĆĆĊĊČČĎĎĐĐĒĒĖĖĘĘĚĚĞĞĠĠĢĢĪĪĮĮİĶĶĹĹĻĻĽĽŃŃŅŅŇŇŌŌŐŐŔŔŖŖŘŘŚŚŞŞŢŢŤŤŪŪŮŮŰŰŲŲŴŴŶŶŹŹŻŻȘș−≤≥</a:t>
            </a:r>
            <a:r>
              <a:rPr lang="en-US" sz="1200" b="1" err="1">
                <a:solidFill>
                  <a:schemeClr val="tx1"/>
                </a:solidFill>
                <a:latin typeface="+mj-lt"/>
              </a:rPr>
              <a:t>ﬁﬂΆΈΉΊΌΎΏΐΑΒΓΕΖΗΘΙΚΛΜΝΞΟΠΡΣΤΥΦΧΨΪΫΆΈΉΊΰ</a:t>
            </a:r>
            <a:r>
              <a:rPr lang="en-US" sz="1200" b="1">
                <a:solidFill>
                  <a:schemeClr val="tx1"/>
                </a:solidFill>
                <a:latin typeface="+mj-lt"/>
              </a:rPr>
              <a:t>αβγδεζηθικλνξορςΣΤΥΦΧΨΩΪΫΌΎΏЁЂЃЄЅІЇЈЉЊЋЌЎЏАБВГДЕЖЗИЙКЛМНОПРСТУФХЦЧШЩЪЫЬЭЮЯАБВГДЕЖЗИЙКЛМНОПРСТУФХЦЧШЩЪЫЬЭЮЯЁЂЃЄЅІЇЈЉЊЋЌЎЏѢѢѲѲѴѴҐҐәǽẀẁẂẃẄẅỲỳ№—–-</a:t>
            </a:r>
            <a:r>
              <a:rPr lang="en-US" sz="1200" b="1">
                <a:solidFill>
                  <a:schemeClr val="tx1"/>
                </a:solidFill>
                <a:latin typeface="Ericsson Hilda Light" panose="00000400000000000000" pitchFamily="2" charset="0"/>
              </a:rPr>
              <a:t>●</a:t>
            </a:r>
            <a:endParaRPr lang="en-US" sz="1200" b="1">
              <a:solidFill>
                <a:schemeClr val="tx1"/>
              </a:solidFill>
              <a:latin typeface="+mj-lt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tx1"/>
              </a:buClr>
              <a:buSzTx/>
              <a:buFont typeface="Ericsson Hilda Light" panose="00000400000000000000" pitchFamily="2" charset="0"/>
              <a:buNone/>
              <a:tabLst/>
              <a:defRPr/>
            </a:pPr>
            <a:r>
              <a:rPr lang="en-US" sz="1200" b="1" u="sng" err="1">
                <a:solidFill>
                  <a:schemeClr val="tx1"/>
                </a:solidFill>
                <a:latin typeface="+mn-lt"/>
              </a:rPr>
              <a:t>EricssonHilda+Bold</a:t>
            </a:r>
            <a:r>
              <a:rPr lang="en-US" sz="1200" b="1" u="sng">
                <a:solidFill>
                  <a:schemeClr val="tx1"/>
                </a:solidFill>
                <a:latin typeface="+mn-lt"/>
              </a:rPr>
              <a:t>(Bold):</a:t>
            </a:r>
            <a:r>
              <a:rPr lang="en-US" sz="1200" b="1">
                <a:solidFill>
                  <a:schemeClr val="tx1"/>
                </a:solidFill>
                <a:latin typeface="+mn-lt"/>
              </a:rPr>
              <a:t>!"#$%&amp;'()*+,./0123456789:;&lt;=&gt;?@ABCDEFGHIJKLMNOPQRSTUVWXYZ[\]^_`</a:t>
            </a:r>
            <a:r>
              <a:rPr lang="en-US" sz="1200" b="1" err="1">
                <a:solidFill>
                  <a:schemeClr val="tx1"/>
                </a:solidFill>
                <a:latin typeface="+mn-lt"/>
              </a:rPr>
              <a:t>abcdefghijklmnopqrstuvwxyz</a:t>
            </a:r>
            <a:r>
              <a:rPr lang="en-US" sz="1200" b="1">
                <a:solidFill>
                  <a:schemeClr val="tx1"/>
                </a:solidFill>
                <a:latin typeface="+mn-lt"/>
              </a:rPr>
              <a:t>{|}~¡¢£¤¥¦§¨©ª«¬®¯°±²³´¶·¸¹º»¼½ÀÁÂÃÄÅÆÇÈËÌÍÎÏÐÑÒÓÔÕÖ×ØÙÚÛÜÝÞßàáâãäåæçèéêëìíîïðñòóôõö÷øùúûüýþÿĀāĂăąĆćĊċČčĎďĐđĒĖėĘęĚěĞğĠġĢģĪīĮįİıĶķĹĺĻļĽľŁłŃńŅņŇňŌŐőŒœŔŕŖŗŘřŚśŞşŠšŢţŤťŪūŮůŰűŲųŴŵŶŷŸŹźŻżŽžƒȘșˆˇ˘˙˚˛˜˝</a:t>
            </a:r>
            <a:r>
              <a:rPr lang="en-US" sz="1200" b="1" err="1">
                <a:solidFill>
                  <a:schemeClr val="tx1"/>
                </a:solidFill>
                <a:latin typeface="+mn-lt"/>
              </a:rPr>
              <a:t>ẀẁẃẄẅỲỳ</a:t>
            </a:r>
            <a:r>
              <a:rPr lang="en-US" sz="1200" b="1">
                <a:solidFill>
                  <a:schemeClr val="tx1"/>
                </a:solidFill>
                <a:latin typeface="+mn-lt"/>
              </a:rPr>
              <a:t>‘’‚“”„†‡•…‰‹›⁄€™ĀĀĂĂĄĄĆĆĊĊČČĎĎĐĐĒĒĖĖĘĘĚĚĞĞĠĠĢĢĪĪĮĮİĶĶĹĹĻĻĽĽŃŃŅŅŇŇŌŌŐŐŔŔŖŖŘŘŚŚŞŞŢŢŤŤŪŪŮŮŰŰŲŲŴŴŶŶŹŹŻŻȘș−≤≥</a:t>
            </a:r>
            <a:r>
              <a:rPr lang="en-US" sz="1200" b="1" err="1">
                <a:solidFill>
                  <a:schemeClr val="tx1"/>
                </a:solidFill>
                <a:latin typeface="+mn-lt"/>
              </a:rPr>
              <a:t>ﬁﬂΆΈΉΊΌΎΏΐΑΒΓΕΖΗΘΙΚΛΜΝΞΟΠΡΣΤΥΦΧΨΪΫΆΈΉΊΰ</a:t>
            </a:r>
            <a:r>
              <a:rPr lang="en-US" sz="1200" b="1">
                <a:solidFill>
                  <a:schemeClr val="tx1"/>
                </a:solidFill>
                <a:latin typeface="+mn-lt"/>
              </a:rPr>
              <a:t>αβγδεζηθικλνξορςΣΤΥΦΧΨΩΪΫΌΎΏЁЂЃЄЅІЇЈЉЊЋЌЎЏАБВГДЕЖЗИЙКЛМНОПРСТУФХЦЧШЩЪЫЬЭЮЯАБВГДЕЖЗИЙКЛМНОПРСТУФХЦЧШЩЪЫЬЭЮЯЁЂЃЄЅІЇЈЉЊЋЌЎЏѢѢѲѲѴѴҐҐәǽẀẁẂẃẄẅỲỳ№—–- ●</a:t>
            </a:r>
            <a:endParaRPr lang="en-US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tx1"/>
              </a:buClr>
              <a:buSzTx/>
              <a:buFont typeface="Ericsson Hilda Light" panose="00000400000000000000" pitchFamily="2" charset="0"/>
              <a:buNone/>
              <a:tabLst/>
              <a:defRPr/>
            </a:pPr>
            <a:r>
              <a:rPr lang="en-US" sz="1200" b="0" u="sng" err="1">
                <a:solidFill>
                  <a:schemeClr val="tx1"/>
                </a:solidFill>
                <a:latin typeface="Ericsson Hilda ExtraBold" panose="00000900000000000000" pitchFamily="2" charset="0"/>
              </a:rPr>
              <a:t>EricssonHilda</a:t>
            </a:r>
            <a:r>
              <a:rPr lang="en-US" sz="1200" b="0" u="sng">
                <a:solidFill>
                  <a:schemeClr val="tx1"/>
                </a:solidFill>
                <a:latin typeface="Ericsson Hilda ExtraBold" panose="00000900000000000000" pitchFamily="2" charset="0"/>
              </a:rPr>
              <a:t>(</a:t>
            </a:r>
            <a:r>
              <a:rPr lang="en-US" sz="1200" b="0" u="sng" err="1">
                <a:solidFill>
                  <a:schemeClr val="tx1"/>
                </a:solidFill>
                <a:latin typeface="Ericsson Hilda ExtraBold" panose="00000900000000000000" pitchFamily="2" charset="0"/>
              </a:rPr>
              <a:t>ExtraBold</a:t>
            </a:r>
            <a:r>
              <a:rPr lang="en-US" sz="1200" b="0" u="sng">
                <a:solidFill>
                  <a:schemeClr val="tx1"/>
                </a:solidFill>
                <a:latin typeface="Ericsson Hilda ExtraBold" panose="00000900000000000000" pitchFamily="2" charset="0"/>
              </a:rPr>
              <a:t>):</a:t>
            </a:r>
            <a:r>
              <a:rPr lang="en-US" sz="1200" b="0">
                <a:solidFill>
                  <a:schemeClr val="tx1"/>
                </a:solidFill>
                <a:latin typeface="Ericsson Hilda ExtraBold" panose="00000900000000000000" pitchFamily="2" charset="0"/>
              </a:rPr>
              <a:t>!"#$%&amp;'()*+,./0123456789:;&lt;=&gt;?@ABCDEFGHIJKLMNOPQRSTUVWXYZ[\]^_`</a:t>
            </a:r>
            <a:r>
              <a:rPr lang="en-US" sz="1200" b="0" err="1">
                <a:solidFill>
                  <a:schemeClr val="tx1"/>
                </a:solidFill>
                <a:latin typeface="Ericsson Hilda ExtraBold" panose="00000900000000000000" pitchFamily="2" charset="0"/>
              </a:rPr>
              <a:t>abcdefghijklmnopqrstuvwxyz</a:t>
            </a:r>
            <a:r>
              <a:rPr lang="en-US" sz="1200" b="0">
                <a:solidFill>
                  <a:schemeClr val="tx1"/>
                </a:solidFill>
                <a:latin typeface="Ericsson Hilda ExtraBold" panose="00000900000000000000" pitchFamily="2" charset="0"/>
              </a:rPr>
              <a:t>{|}~¡¢£¤¥¦§¨©ª«¬®¯°±²³´¶·¸¹º»¼½ÀÁÂÃÄÅÆÇÈËÌÍÎÏÐÑÒÓÔÕÖ×ØÙÚÛÜÝÞßàáâãäåæçèéêëìíîïðñòóôõö÷øùúûüýþÿĀāĂăąĆćĊċ</a:t>
            </a:r>
            <a:r>
              <a:rPr lang="en-US" sz="1200" b="0" kern="1200">
                <a:solidFill>
                  <a:schemeClr val="tx1"/>
                </a:solidFill>
                <a:latin typeface="Ericsson Hilda ExtraBold" panose="00000900000000000000" pitchFamily="2" charset="0"/>
                <a:ea typeface="+mn-ea"/>
                <a:cs typeface="+mn-cs"/>
              </a:rPr>
              <a:t>Čč</a:t>
            </a:r>
            <a:r>
              <a:rPr lang="en-US" sz="1200" b="0">
                <a:solidFill>
                  <a:schemeClr val="tx1"/>
                </a:solidFill>
                <a:latin typeface="Ericsson Hilda ExtraBold" panose="00000900000000000000" pitchFamily="2" charset="0"/>
              </a:rPr>
              <a:t>ĎďĐđĒĖėĘęĚěĞğĠġĢģĪīĮįİıĶķĹĺĻļĽľŁłŃńŅņŇňŌŐőŒœŔŕŖŗŘřŚśŞşŠšŢţŤťŪūŮůŰűŲųŴŵŶŷŸŹźŻżŽžƒȘșˆˇ˘˙˚˛˜˝</a:t>
            </a:r>
            <a:r>
              <a:rPr lang="en-US" sz="1200" b="0" err="1">
                <a:solidFill>
                  <a:schemeClr val="tx1"/>
                </a:solidFill>
                <a:latin typeface="Ericsson Hilda ExtraBold" panose="00000900000000000000" pitchFamily="2" charset="0"/>
              </a:rPr>
              <a:t>ẀẁẃẄẅỲỳ</a:t>
            </a:r>
            <a:r>
              <a:rPr lang="en-US" sz="1200" b="0">
                <a:solidFill>
                  <a:schemeClr val="tx1"/>
                </a:solidFill>
                <a:latin typeface="Ericsson Hilda ExtraBold" panose="00000900000000000000" pitchFamily="2" charset="0"/>
              </a:rPr>
              <a:t>‘’‚“”„†‡•…‰‹›⁄€™ĀĀĂĂĄĄĆĆĊĊČČĎĎĐĐĒĒĖĖĘĘĚĚĞĞĠĠĢĢĪĪĮĮİĶĶĹĹĻĻĽĽŃŃŅŅŇŇŌŌŐŐŔŔŖŖŘŘŚŚŞŞŢŢŤŤŪŪŮŮŰŰŲŲŴŴŶŶŹŹŻŻȘș−≤≥</a:t>
            </a:r>
            <a:r>
              <a:rPr lang="en-US" sz="1200" b="0" err="1">
                <a:solidFill>
                  <a:schemeClr val="tx1"/>
                </a:solidFill>
                <a:latin typeface="Ericsson Hilda ExtraBold" panose="00000900000000000000" pitchFamily="2" charset="0"/>
              </a:rPr>
              <a:t>ﬁﬂΆΈΉΊΌΎΏΐΑΒΓΕΖΗΘΙΚΛΜΝΞΟΠΡΣΤΥΦΧΨΪΫΆΈΉΊΰ</a:t>
            </a:r>
            <a:r>
              <a:rPr lang="en-US" sz="1200" b="0">
                <a:solidFill>
                  <a:schemeClr val="tx1"/>
                </a:solidFill>
                <a:latin typeface="Ericsson Hilda ExtraBold" panose="00000900000000000000" pitchFamily="2" charset="0"/>
              </a:rPr>
              <a:t>αβγδεζηθικλνξορςΣΤΥΦΧΨΩΪΫΌΎΏЁЂЃЄЅІЇЈЉЊЋЌЎЏАБВГДЕЖЗИЙКЛМНОПРСТУФХЦЧШЩЪЫЬЭЮЯАБВГДЕЖЗИЙКЛМНОПРСТУФХЦЧШЩЪЫЬЭЮЯЁЂЃЄЅІЇЈЉЊЋЌЎЏѢѢѲѲѴѴҐҐәǽẀẁẂẃẄẅỲỳ№—–-●</a:t>
            </a:r>
            <a:endParaRPr lang="en-US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tx1"/>
              </a:buClr>
              <a:buSzTx/>
              <a:buFont typeface="Ericsson Hilda Light" panose="00000400000000000000" pitchFamily="2" charset="0"/>
              <a:buNone/>
              <a:tabLst/>
              <a:defRPr/>
            </a:pPr>
            <a:endParaRPr lang="en-US" sz="1200" b="1">
              <a:solidFill>
                <a:schemeClr val="tx1"/>
              </a:solidFill>
              <a:latin typeface="Ericsson Technical Icons" panose="00000500000000000000" pitchFamily="2" charset="0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tx1"/>
              </a:buClr>
              <a:buSzTx/>
              <a:buFont typeface="Ericsson Hilda Light" panose="00000400000000000000" pitchFamily="2" charset="0"/>
              <a:buNone/>
              <a:tabLst/>
              <a:defRPr/>
            </a:pPr>
            <a:r>
              <a:rPr lang="en-US" sz="1200" b="1">
                <a:solidFill>
                  <a:schemeClr val="tx1"/>
                </a:solidFill>
                <a:latin typeface="Ericsson Technical Icons" panose="00000500000000000000" pitchFamily="2" charset="0"/>
              </a:rPr>
              <a:t>B C D F G H I L M O P R S W X b c d f g h I l m o p r s w x</a:t>
            </a:r>
            <a:endParaRPr lang="en-US" sz="1200" b="1">
              <a:solidFill>
                <a:schemeClr val="tx1"/>
              </a:solidFill>
              <a:latin typeface="+mj-lt"/>
            </a:endParaRPr>
          </a:p>
        </p:txBody>
      </p:sp>
    </p:spTree>
    <p:extLst>
      <p:ext uri="{BB962C8B-B14F-4D97-AF65-F5344CB8AC3E}">
        <p14:creationId xmlns:p14="http://schemas.microsoft.com/office/powerpoint/2010/main" val="4039700383"/>
      </p:ext>
    </p:extLst>
  </p:cSld>
  <p:clrMapOvr>
    <a:masterClrMapping/>
  </p:clrMapOvr>
</p:sldLayout>
</file>

<file path=ppt/slideLayouts/slideLayout52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75DEF47-A155-4815-8E3B-40C7628470D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FD7BA25-551C-447C-A896-CC8080E6E7B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4ADA6C5-3BB4-4AB0-91A2-43BA454CE4E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endParaRPr lang="en-US">
              <a:solidFill>
                <a:srgbClr val="001155"/>
              </a:solidFill>
              <a:cs typeface="+mn-cs"/>
            </a:endParaRP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2E6DE01-2FF0-4867-B3DB-3EC281373F4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endParaRPr lang="en-US">
              <a:solidFill>
                <a:srgbClr val="001155"/>
              </a:solidFill>
            </a:endParaRP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32FE546-C229-4940-81D2-FAE4B25A328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9F62096F-0B2A-43BE-BAC2-156D1E5A22B7}" type="slidenum">
              <a:rPr lang="en-US" smtClean="0">
                <a:solidFill>
                  <a:srgbClr val="001155"/>
                </a:solidFill>
                <a:cs typeface="+mn-cs"/>
              </a:rPr>
              <a:pPr>
                <a:defRPr/>
              </a:pPr>
              <a:t>‹#›</a:t>
            </a:fld>
            <a:endParaRPr lang="en-US">
              <a:solidFill>
                <a:srgbClr val="001155"/>
              </a:solidFill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419255593"/>
      </p:ext>
    </p:extLst>
  </p:cSld>
  <p:clrMapOvr>
    <a:masterClrMapping/>
  </p:clrMapOvr>
</p:sldLayout>
</file>

<file path=ppt/slideLayouts/slideLayout5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ea23aef9-865f-46e0-9feb-85e9b06e34f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_SM"/>
          <p:cNvSpPr>
            <a:spLocks noGrp="1" noChangeArrowheads="1"/>
          </p:cNvSpPr>
          <p:nvPr>
            <p:ph type="title" hasCustomPrompt="1"/>
          </p:nvPr>
        </p:nvSpPr>
        <p:spPr bwMode="auto">
          <a:xfrm>
            <a:off x="479424" y="476250"/>
            <a:ext cx="8353425" cy="10810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72000" tIns="36000" rIns="0" bIns="0" numCol="1" anchor="t" anchorCtr="0" compatLnSpc="1">
            <a:prstTxWarp prst="textNoShape">
              <a:avLst/>
            </a:prstTxWarp>
            <a:noAutofit/>
          </a:bodyPr>
          <a:lstStyle>
            <a:lvl1pPr>
              <a:defRPr/>
            </a:lvl1pPr>
          </a:lstStyle>
          <a:p>
            <a:pPr lvl="0"/>
            <a:r>
              <a:rPr lang="en-US"/>
              <a:t>Slide title, Ericsson Hilda Light 40pt, Ericsson Black, max 2-lines</a:t>
            </a:r>
          </a:p>
        </p:txBody>
      </p:sp>
      <p:sp>
        <p:nvSpPr>
          <p:cNvPr id="5" name="FirstDividerHider">
            <a:extLst>
              <a:ext uri="{FF2B5EF4-FFF2-40B4-BE49-F238E27FC236}">
                <a16:creationId xmlns:a16="http://schemas.microsoft.com/office/drawing/2014/main" id="{CA0A38D4-B093-4CE6-9935-648A137BFECE}"/>
              </a:ext>
            </a:extLst>
          </p:cNvPr>
          <p:cNvSpPr/>
          <p:nvPr userDrawn="1"/>
        </p:nvSpPr>
        <p:spPr bwMode="auto">
          <a:xfrm>
            <a:off x="396000" y="6408751"/>
            <a:ext cx="79513" cy="262393"/>
          </a:xfrm>
          <a:prstGeom prst="rect">
            <a:avLst/>
          </a:prstGeom>
          <a:solidFill>
            <a:schemeClr val="bg1"/>
          </a:solidFill>
          <a:ln w="1270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rot="0" spcFirstLastPara="0" vertOverflow="overflow" horzOverflow="overflow" vert="horz" wrap="square" lIns="72000" tIns="36000" rIns="73152" bIns="36576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marL="357188" marR="0" indent="-357188" algn="l" defTabSz="914400" rtl="0" eaLnBrk="1" fontAlgn="base" latinLnBrk="0" hangingPunct="1">
              <a:lnSpc>
                <a:spcPct val="100000"/>
              </a:lnSpc>
              <a:spcBef>
                <a:spcPts val="300"/>
              </a:spcBef>
              <a:spcAft>
                <a:spcPct val="0"/>
              </a:spcAft>
              <a:buClrTx/>
              <a:buSzTx/>
              <a:buFont typeface="Ericsson Hilda" panose="00000500000000000000" pitchFamily="2" charset="0"/>
              <a:buChar char="—"/>
              <a:tabLst/>
            </a:pPr>
            <a:endParaRPr kumimoji="0" lang="en-US" sz="2000" b="0" i="0" u="none" strike="noStrike" cap="none" normalizeH="0" baseline="0">
              <a:ln>
                <a:noFill/>
              </a:ln>
              <a:solidFill>
                <a:schemeClr val="bg1"/>
              </a:solidFill>
              <a:effectLst/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1126405480"/>
      </p:ext>
    </p:extLst>
  </p:cSld>
  <p:clrMapOvr>
    <a:masterClrMapping/>
  </p:clrMapOvr>
</p:sldLayout>
</file>

<file path=ppt/slideLayouts/slideLayout54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80f26b25-7c56-47e9-8e69-7c9c8de3713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_SM"/>
          <p:cNvSpPr>
            <a:spLocks noGrp="1" noChangeArrowheads="1"/>
          </p:cNvSpPr>
          <p:nvPr>
            <p:ph type="title" hasCustomPrompt="1"/>
          </p:nvPr>
        </p:nvSpPr>
        <p:spPr bwMode="auto">
          <a:xfrm>
            <a:off x="479424" y="476250"/>
            <a:ext cx="8353425" cy="10810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72000" tIns="36000" rIns="0" bIns="0" numCol="1" anchor="t" anchorCtr="0" compatLnSpc="1">
            <a:prstTxWarp prst="textNoShape">
              <a:avLst/>
            </a:prstTxWarp>
            <a:noAutofit/>
          </a:bodyPr>
          <a:lstStyle>
            <a:lvl1pPr>
              <a:defRPr/>
            </a:lvl1pPr>
          </a:lstStyle>
          <a:p>
            <a:pPr lvl="0"/>
            <a:r>
              <a:rPr lang="en-US"/>
              <a:t>Slide title, Ericsson Hilda Light 40pt, Ericsson Black, max 2-lines</a:t>
            </a:r>
          </a:p>
        </p:txBody>
      </p:sp>
      <p:sp>
        <p:nvSpPr>
          <p:cNvPr id="5" name="FirstDividerHider">
            <a:extLst>
              <a:ext uri="{FF2B5EF4-FFF2-40B4-BE49-F238E27FC236}">
                <a16:creationId xmlns:a16="http://schemas.microsoft.com/office/drawing/2014/main" id="{CA0A38D4-B093-4CE6-9935-648A137BFECE}"/>
              </a:ext>
            </a:extLst>
          </p:cNvPr>
          <p:cNvSpPr/>
          <p:nvPr userDrawn="1"/>
        </p:nvSpPr>
        <p:spPr bwMode="auto">
          <a:xfrm>
            <a:off x="396000" y="6408751"/>
            <a:ext cx="79513" cy="262393"/>
          </a:xfrm>
          <a:prstGeom prst="rect">
            <a:avLst/>
          </a:prstGeom>
          <a:solidFill>
            <a:schemeClr val="bg1"/>
          </a:solidFill>
          <a:ln w="1270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rot="0" spcFirstLastPara="0" vertOverflow="overflow" horzOverflow="overflow" vert="horz" wrap="square" lIns="72000" tIns="36000" rIns="73152" bIns="36576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marL="357188" marR="0" indent="-357188" algn="l" defTabSz="914400" rtl="0" eaLnBrk="1" fontAlgn="base" latinLnBrk="0" hangingPunct="1">
              <a:lnSpc>
                <a:spcPct val="100000"/>
              </a:lnSpc>
              <a:spcBef>
                <a:spcPts val="300"/>
              </a:spcBef>
              <a:spcAft>
                <a:spcPct val="0"/>
              </a:spcAft>
              <a:buClrTx/>
              <a:buSzTx/>
              <a:buFont typeface="Ericsson Hilda" panose="00000500000000000000" pitchFamily="2" charset="0"/>
              <a:buChar char="—"/>
              <a:tabLst/>
            </a:pPr>
            <a:endParaRPr kumimoji="0" lang="en-US" sz="2000" b="0" i="0" u="none" strike="noStrike" cap="none" normalizeH="0" baseline="0">
              <a:ln>
                <a:noFill/>
              </a:ln>
              <a:solidFill>
                <a:schemeClr val="bg1"/>
              </a:solidFill>
              <a:effectLst/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1652242660"/>
      </p:ext>
    </p:extLst>
  </p:cSld>
  <p:clrMapOvr>
    <a:masterClrMapping/>
  </p:clrMapOvr>
</p:sldLayout>
</file>

<file path=ppt/slideLayouts/slideLayout5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P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31" name="Title_TM"/>
          <p:cNvSpPr>
            <a:spLocks noGrp="1" noChangeArrowheads="1"/>
          </p:cNvSpPr>
          <p:nvPr>
            <p:ph type="ctrTitle" hasCustomPrompt="1"/>
          </p:nvPr>
        </p:nvSpPr>
        <p:spPr>
          <a:xfrm>
            <a:off x="479425" y="476250"/>
            <a:ext cx="8353426" cy="3457576"/>
          </a:xfrm>
        </p:spPr>
        <p:txBody>
          <a:bodyPr/>
          <a:lstStyle>
            <a:lvl1pPr>
              <a:lnSpc>
                <a:spcPct val="85000"/>
              </a:lnSpc>
              <a:defRPr sz="8000" b="0" kern="1400" spc="-160" baseline="0">
                <a:solidFill>
                  <a:schemeClr val="tx1"/>
                </a:solidFill>
                <a:latin typeface="+mj-lt"/>
              </a:defRPr>
            </a:lvl1pPr>
          </a:lstStyle>
          <a:p>
            <a:r>
              <a:rPr lang="en-US"/>
              <a:t>Title/cover page,   Ericsson Hilda Light 80pt, max 3-lines</a:t>
            </a:r>
          </a:p>
        </p:txBody>
      </p:sp>
      <p:sp>
        <p:nvSpPr>
          <p:cNvPr id="22530" name="SubTitle_TM"/>
          <p:cNvSpPr>
            <a:spLocks noGrp="1" noChangeArrowheads="1"/>
          </p:cNvSpPr>
          <p:nvPr>
            <p:ph type="subTitle" idx="1" hasCustomPrompt="1"/>
          </p:nvPr>
        </p:nvSpPr>
        <p:spPr>
          <a:xfrm>
            <a:off x="479425" y="4149725"/>
            <a:ext cx="5472114" cy="2087563"/>
          </a:xfrm>
          <a:prstGeom prst="rect">
            <a:avLst/>
          </a:prstGeom>
        </p:spPr>
        <p:txBody>
          <a:bodyPr lIns="72000" anchor="t"/>
          <a:lstStyle>
            <a:lvl1pPr marL="0" indent="0">
              <a:lnSpc>
                <a:spcPct val="100000"/>
              </a:lnSpc>
              <a:spcBef>
                <a:spcPts val="0"/>
              </a:spcBef>
              <a:buFont typeface="Ericsson Hilda Light" charset="0"/>
              <a:buNone/>
              <a:defRPr sz="2000" baseline="0">
                <a:solidFill>
                  <a:schemeClr val="tx1"/>
                </a:solidFill>
                <a:latin typeface="+mn-lt"/>
              </a:defRPr>
            </a:lvl1pPr>
          </a:lstStyle>
          <a:p>
            <a:r>
              <a:rPr lang="en-US"/>
              <a:t>Description/subtitle/speaker…</a:t>
            </a:r>
            <a:br>
              <a:rPr lang="en-US"/>
            </a:br>
            <a:r>
              <a:rPr lang="en-US"/>
              <a:t>Ericsson Hilda Black 20pt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quarter" idx="10" hasCustomPrompt="1"/>
          </p:nvPr>
        </p:nvSpPr>
        <p:spPr>
          <a:xfrm>
            <a:off x="6240463" y="6264000"/>
            <a:ext cx="1910479" cy="262800"/>
          </a:xfrm>
          <a:prstGeom prst="rect">
            <a:avLst/>
          </a:prstGeom>
        </p:spPr>
        <p:txBody>
          <a:bodyPr wrap="none" tIns="0" bIns="0" anchor="ctr" anchorCtr="0"/>
          <a:lstStyle>
            <a:lvl1pPr marL="0" indent="0" algn="r">
              <a:buNone/>
              <a:defRPr sz="1200">
                <a:solidFill>
                  <a:schemeClr val="tx1"/>
                </a:solidFill>
                <a:latin typeface="+mn-lt"/>
              </a:defRPr>
            </a:lvl1pPr>
          </a:lstStyle>
          <a:p>
            <a:r>
              <a:rPr lang="en-US"/>
              <a:t>Speaker name</a:t>
            </a:r>
          </a:p>
        </p:txBody>
      </p:sp>
      <p:sp>
        <p:nvSpPr>
          <p:cNvPr id="12" name="Content Placeholder 11"/>
          <p:cNvSpPr>
            <a:spLocks noGrp="1"/>
          </p:cNvSpPr>
          <p:nvPr>
            <p:ph sz="quarter" idx="11" hasCustomPrompt="1"/>
          </p:nvPr>
        </p:nvSpPr>
        <p:spPr>
          <a:xfrm>
            <a:off x="8229600" y="6264000"/>
            <a:ext cx="2515041" cy="2628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tIns="0" rIns="0" bIns="0" anchor="ctr" anchorCtr="0"/>
          <a:lstStyle>
            <a:lvl1pPr marL="0" indent="0" algn="ctr">
              <a:buNone/>
              <a:defRPr lang="en-US" sz="1200" dirty="0">
                <a:solidFill>
                  <a:schemeClr val="tx1"/>
                </a:solidFill>
                <a:latin typeface="+mn-lt"/>
              </a:defRPr>
            </a:lvl1pPr>
          </a:lstStyle>
          <a:p>
            <a:r>
              <a:rPr lang="en-US"/>
              <a:t>Organization</a:t>
            </a:r>
          </a:p>
        </p:txBody>
      </p:sp>
      <p:sp>
        <p:nvSpPr>
          <p:cNvPr id="15" name="Content Placeholder 11"/>
          <p:cNvSpPr>
            <a:spLocks noGrp="1"/>
          </p:cNvSpPr>
          <p:nvPr>
            <p:ph sz="quarter" idx="12" hasCustomPrompt="1"/>
          </p:nvPr>
        </p:nvSpPr>
        <p:spPr>
          <a:xfrm>
            <a:off x="10811951" y="6264000"/>
            <a:ext cx="897503" cy="2628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 tIns="0" rIns="0" bIns="0" anchor="ctr" anchorCtr="0"/>
          <a:lstStyle>
            <a:lvl1pPr marL="0" indent="0" algn="ctr">
              <a:buNone/>
              <a:defRPr lang="en-US" sz="1200" dirty="0">
                <a:solidFill>
                  <a:schemeClr val="tx1"/>
                </a:solidFill>
                <a:latin typeface="+mn-lt"/>
              </a:defRPr>
            </a:lvl1pPr>
          </a:lstStyle>
          <a:p>
            <a:pPr lvl="0"/>
            <a:r>
              <a:rPr lang="en-US"/>
              <a:t>YYYY-MM-DD</a:t>
            </a:r>
          </a:p>
        </p:txBody>
      </p:sp>
    </p:spTree>
    <p:extLst>
      <p:ext uri="{BB962C8B-B14F-4D97-AF65-F5344CB8AC3E}">
        <p14:creationId xmlns:p14="http://schemas.microsoft.com/office/powerpoint/2010/main" val="2032059171"/>
      </p:ext>
    </p:extLst>
  </p:cSld>
  <p:clrMapOvr>
    <a:masterClrMapping/>
  </p:clrMapOvr>
  <p:hf sldNum="0" hdr="0" ftr="0"/>
</p:sldLayout>
</file>

<file path=ppt/slideLayouts/slideLayout56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Ür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828643720"/>
      </p:ext>
    </p:extLst>
  </p:cSld>
  <p:clrMapOvr>
    <a:masterClrMapping/>
  </p:clrMapOvr>
</p:sldLayout>
</file>

<file path=ppt/slideLayouts/slideLayout5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ack blank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E6869961-F931-4F1E-9FB3-8587EBA3F36F}"/>
              </a:ext>
            </a:extLst>
          </p:cNvPr>
          <p:cNvSpPr/>
          <p:nvPr userDrawn="1"/>
        </p:nvSpPr>
        <p:spPr bwMode="auto">
          <a:xfrm>
            <a:off x="0" y="0"/>
            <a:ext cx="12192000" cy="6858000"/>
          </a:xfrm>
          <a:prstGeom prst="rect">
            <a:avLst/>
          </a:prstGeom>
          <a:solidFill>
            <a:schemeClr val="bg2">
              <a:alpha val="0"/>
            </a:schemeClr>
          </a:solidFill>
          <a:ln w="1270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rot="0" spcFirstLastPara="0" vertOverflow="overflow" horzOverflow="overflow" vert="horz" wrap="square" lIns="72000" tIns="36000" rIns="73152" bIns="36576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marL="180000" indent="-180000" algn="l">
              <a:spcBef>
                <a:spcPts val="800"/>
              </a:spcBef>
              <a:buFont typeface="Ericsson Hilda" panose="00000500000000000000" pitchFamily="2" charset="0"/>
              <a:buChar char="●"/>
            </a:pPr>
            <a:endParaRPr lang="en-US">
              <a:solidFill>
                <a:schemeClr val="bg1"/>
              </a:solidFill>
              <a:latin typeface="+mn-lt"/>
            </a:endParaRPr>
          </a:p>
        </p:txBody>
      </p:sp>
      <p:pic>
        <p:nvPicPr>
          <p:cNvPr id="4" name="Graphic 3">
            <a:extLst>
              <a:ext uri="{FF2B5EF4-FFF2-40B4-BE49-F238E27FC236}">
                <a16:creationId xmlns:a16="http://schemas.microsoft.com/office/drawing/2014/main" id="{5D9DB7BA-3A2F-46BA-A617-2A049434CD62}"/>
              </a:ext>
            </a:extLst>
          </p:cNvPr>
          <p:cNvPicPr>
            <a:picLocks noChangeAspect="1"/>
          </p:cNvPicPr>
          <p:nvPr userDrawn="1"/>
        </p:nvPicPr>
        <p:blipFill>
          <a:blip cstate="print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1493088" y="476251"/>
            <a:ext cx="256032" cy="25603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66538246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5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sak cí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_SM"/>
          <p:cNvSpPr>
            <a:spLocks noGrp="1" noChangeArrowheads="1"/>
          </p:cNvSpPr>
          <p:nvPr>
            <p:ph type="title" hasCustomPrompt="1"/>
          </p:nvPr>
        </p:nvSpPr>
        <p:spPr bwMode="auto">
          <a:xfrm>
            <a:off x="479424" y="476250"/>
            <a:ext cx="8353425" cy="10810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72000" tIns="36000" rIns="0" bIns="0" numCol="1" anchor="t" anchorCtr="0" compatLnSpc="1">
            <a:prstTxWarp prst="textNoShape">
              <a:avLst/>
            </a:prstTxWarp>
            <a:noAutofit/>
          </a:bodyPr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Slide title, Ericsson Hilda Light 40pt, Ericsson Black, max 2-lines</a:t>
            </a:r>
          </a:p>
        </p:txBody>
      </p:sp>
    </p:spTree>
    <p:extLst>
      <p:ext uri="{BB962C8B-B14F-4D97-AF65-F5344CB8AC3E}">
        <p14:creationId xmlns:p14="http://schemas.microsoft.com/office/powerpoint/2010/main" val="938920930"/>
      </p:ext>
    </p:extLst>
  </p:cSld>
  <p:clrMapOvr>
    <a:masterClrMapping/>
  </p:clrMapOvr>
</p:sldLayout>
</file>

<file path=ppt/slideLayouts/slideLayout5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itle and 1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_SM"/>
          <p:cNvSpPr>
            <a:spLocks noGrp="1" noChangeArrowheads="1"/>
          </p:cNvSpPr>
          <p:nvPr>
            <p:ph type="title" hasCustomPrompt="1"/>
          </p:nvPr>
        </p:nvSpPr>
        <p:spPr bwMode="auto">
          <a:xfrm>
            <a:off x="479425" y="476250"/>
            <a:ext cx="10521950" cy="10810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72000" tIns="36000" rIns="73152" bIns="36576" numCol="1" anchor="t" anchorCtr="0" compatLnSpc="1">
            <a:prstTxWarp prst="textNoShape">
              <a:avLst/>
            </a:prstTxWarp>
            <a:noAutofit/>
          </a:bodyPr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Use this layout for document slides when you need space for a long heading and big content area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10CFEFC-6AC8-4817-A0D3-6029D48BD293}"/>
              </a:ext>
            </a:extLst>
          </p:cNvPr>
          <p:cNvSpPr>
            <a:spLocks noGrp="1"/>
          </p:cNvSpPr>
          <p:nvPr>
            <p:ph sz="quarter" idx="10" hasCustomPrompt="1"/>
          </p:nvPr>
        </p:nvSpPr>
        <p:spPr>
          <a:xfrm>
            <a:off x="479425" y="1844675"/>
            <a:ext cx="11233150" cy="4392612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/>
            </a:lvl5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</p:spTree>
    <p:extLst>
      <p:ext uri="{BB962C8B-B14F-4D97-AF65-F5344CB8AC3E}">
        <p14:creationId xmlns:p14="http://schemas.microsoft.com/office/powerpoint/2010/main" val="1754863238"/>
      </p:ext>
    </p:extLst>
  </p:cSld>
  <p:clrMapOvr>
    <a:masterClrMapping/>
  </p:clrMapOvr>
</p:sldLayout>
</file>

<file path=ppt/slideLayouts/slideLayout6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1 smaller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_SM">
            <a:extLst>
              <a:ext uri="{FF2B5EF4-FFF2-40B4-BE49-F238E27FC236}">
                <a16:creationId xmlns:a16="http://schemas.microsoft.com/office/drawing/2014/main" id="{3F4EF873-DC0F-4698-BEC2-502DB043AA5C}"/>
              </a:ext>
            </a:extLst>
          </p:cNvPr>
          <p:cNvSpPr>
            <a:spLocks noGrp="1" noChangeArrowheads="1"/>
          </p:cNvSpPr>
          <p:nvPr>
            <p:ph type="title" hasCustomPrompt="1"/>
          </p:nvPr>
        </p:nvSpPr>
        <p:spPr bwMode="auto">
          <a:xfrm>
            <a:off x="479425" y="476250"/>
            <a:ext cx="8353426" cy="10810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72000" tIns="36000" rIns="73152" bIns="36576" numCol="1" anchor="t" anchorCtr="0" compatLnSpc="1">
            <a:prstTxWarp prst="textNoShape">
              <a:avLst/>
            </a:prstTxWarp>
            <a:noAutofit/>
          </a:bodyPr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Use this layout for presentations using short and crisp headings</a:t>
            </a: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784F54AF-EED6-486A-9ACA-42061F4AAE9A}"/>
              </a:ext>
            </a:extLst>
          </p:cNvPr>
          <p:cNvSpPr>
            <a:spLocks noGrp="1"/>
          </p:cNvSpPr>
          <p:nvPr>
            <p:ph sz="quarter" idx="11" hasCustomPrompt="1"/>
          </p:nvPr>
        </p:nvSpPr>
        <p:spPr>
          <a:xfrm>
            <a:off x="479425" y="1844675"/>
            <a:ext cx="8353426" cy="4392612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/>
            </a:lvl5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</p:spTree>
    <p:extLst>
      <p:ext uri="{BB962C8B-B14F-4D97-AF65-F5344CB8AC3E}">
        <p14:creationId xmlns:p14="http://schemas.microsoft.com/office/powerpoint/2010/main" val="3766544867"/>
      </p:ext>
    </p:extLst>
  </p:cSld>
  <p:clrMapOvr>
    <a:masterClrMapping/>
  </p:clrMapOvr>
</p:sldLayout>
</file>

<file path=ppt/slideLayouts/slideLayout6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2 colum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_SM">
            <a:extLst>
              <a:ext uri="{FF2B5EF4-FFF2-40B4-BE49-F238E27FC236}">
                <a16:creationId xmlns:a16="http://schemas.microsoft.com/office/drawing/2014/main" id="{891BF4C4-9DF9-4D9F-A738-37FBCD45AA68}"/>
              </a:ext>
            </a:extLst>
          </p:cNvPr>
          <p:cNvSpPr>
            <a:spLocks noGrp="1" noChangeArrowheads="1"/>
          </p:cNvSpPr>
          <p:nvPr>
            <p:ph type="title" hasCustomPrompt="1"/>
          </p:nvPr>
        </p:nvSpPr>
        <p:spPr bwMode="auto">
          <a:xfrm>
            <a:off x="479425" y="476250"/>
            <a:ext cx="8353426" cy="10810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72000" tIns="36000" rIns="73152" bIns="36576" numCol="1" anchor="t" anchorCtr="0" compatLnSpc="1">
            <a:prstTxWarp prst="textNoShape">
              <a:avLst/>
            </a:prstTxWarp>
            <a:noAutofit/>
          </a:bodyPr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Slide title, Ericsson Hilda Light 40pt, Ericsson Black, max 2-lines</a:t>
            </a:r>
          </a:p>
        </p:txBody>
      </p:sp>
      <p:sp>
        <p:nvSpPr>
          <p:cNvPr id="3" name="Content Placeholder 1"/>
          <p:cNvSpPr>
            <a:spLocks noGrp="1"/>
          </p:cNvSpPr>
          <p:nvPr>
            <p:ph sz="half" idx="1" hasCustomPrompt="1"/>
          </p:nvPr>
        </p:nvSpPr>
        <p:spPr>
          <a:xfrm>
            <a:off x="479425" y="1844675"/>
            <a:ext cx="5472113" cy="4392612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/>
            </a:lvl5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5" name="Content Placeholder 3"/>
          <p:cNvSpPr>
            <a:spLocks noGrp="1"/>
          </p:cNvSpPr>
          <p:nvPr>
            <p:ph sz="quarter" idx="3" hasCustomPrompt="1"/>
          </p:nvPr>
        </p:nvSpPr>
        <p:spPr>
          <a:xfrm>
            <a:off x="6240463" y="1844674"/>
            <a:ext cx="5472112" cy="4392613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/>
            </a:lvl5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</p:spTree>
    <p:extLst>
      <p:ext uri="{BB962C8B-B14F-4D97-AF65-F5344CB8AC3E}">
        <p14:creationId xmlns:p14="http://schemas.microsoft.com/office/powerpoint/2010/main" val="1010286933"/>
      </p:ext>
    </p:extLst>
  </p:cSld>
  <p:clrMapOvr>
    <a:masterClrMapping/>
  </p:clrMapOvr>
</p:sldLayout>
</file>

<file path=ppt/slideLayouts/slideLayout6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3 colum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_SM">
            <a:extLst>
              <a:ext uri="{FF2B5EF4-FFF2-40B4-BE49-F238E27FC236}">
                <a16:creationId xmlns:a16="http://schemas.microsoft.com/office/drawing/2014/main" id="{6B686A21-AA96-4B0A-B7CE-F4C6D5D31B32}"/>
              </a:ext>
            </a:extLst>
          </p:cNvPr>
          <p:cNvSpPr>
            <a:spLocks noGrp="1" noChangeArrowheads="1"/>
          </p:cNvSpPr>
          <p:nvPr>
            <p:ph type="title" hasCustomPrompt="1"/>
          </p:nvPr>
        </p:nvSpPr>
        <p:spPr bwMode="auto">
          <a:xfrm>
            <a:off x="479425" y="476250"/>
            <a:ext cx="8353426" cy="10810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72000" tIns="36000" rIns="73152" bIns="36576" numCol="1" anchor="t" anchorCtr="0" compatLnSpc="1">
            <a:prstTxWarp prst="textNoShape">
              <a:avLst/>
            </a:prstTxWarp>
            <a:noAutofit/>
          </a:bodyPr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Slide title, Ericsson Hilda Light 40pt, Ericsson Black, max 2-lines</a:t>
            </a:r>
          </a:p>
        </p:txBody>
      </p:sp>
      <p:sp>
        <p:nvSpPr>
          <p:cNvPr id="6" name="Content Placeholder 1"/>
          <p:cNvSpPr>
            <a:spLocks noGrp="1"/>
          </p:cNvSpPr>
          <p:nvPr>
            <p:ph sz="quarter" idx="11" hasCustomPrompt="1"/>
          </p:nvPr>
        </p:nvSpPr>
        <p:spPr>
          <a:xfrm>
            <a:off x="481052" y="1846580"/>
            <a:ext cx="3528000" cy="4392613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/>
            </a:lvl4pPr>
            <a:lvl5pPr>
              <a:defRPr/>
            </a:lvl5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8" name="Content Placeholder 2"/>
          <p:cNvSpPr>
            <a:spLocks noGrp="1"/>
          </p:cNvSpPr>
          <p:nvPr>
            <p:ph sz="quarter" idx="12" hasCustomPrompt="1"/>
          </p:nvPr>
        </p:nvSpPr>
        <p:spPr>
          <a:xfrm>
            <a:off x="4332814" y="1844674"/>
            <a:ext cx="3528000" cy="4392613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/>
            </a:lvl4pPr>
            <a:lvl5pPr>
              <a:defRPr/>
            </a:lvl5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7" name="Content Placeholder 3">
            <a:extLst>
              <a:ext uri="{FF2B5EF4-FFF2-40B4-BE49-F238E27FC236}">
                <a16:creationId xmlns:a16="http://schemas.microsoft.com/office/drawing/2014/main" id="{8E3794F8-471D-4987-945F-3C29BB03AB49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8184575" y="1846580"/>
            <a:ext cx="3528000" cy="4392613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/>
            </a:lvl4pPr>
            <a:lvl5pPr>
              <a:defRPr/>
            </a:lvl5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</p:spTree>
    <p:extLst>
      <p:ext uri="{BB962C8B-B14F-4D97-AF65-F5344CB8AC3E}">
        <p14:creationId xmlns:p14="http://schemas.microsoft.com/office/powerpoint/2010/main" val="1484594709"/>
      </p:ext>
    </p:extLst>
  </p:cSld>
  <p:clrMapOvr>
    <a:masterClrMapping/>
  </p:clrMapOvr>
</p:sldLayout>
</file>

<file path=ppt/slideLayouts/slideLayout6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4 colum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_SM">
            <a:extLst>
              <a:ext uri="{FF2B5EF4-FFF2-40B4-BE49-F238E27FC236}">
                <a16:creationId xmlns:a16="http://schemas.microsoft.com/office/drawing/2014/main" id="{F4D71A67-F349-4E68-B7B8-D53CE323A764}"/>
              </a:ext>
            </a:extLst>
          </p:cNvPr>
          <p:cNvSpPr>
            <a:spLocks noGrp="1" noChangeArrowheads="1"/>
          </p:cNvSpPr>
          <p:nvPr>
            <p:ph type="title" hasCustomPrompt="1"/>
          </p:nvPr>
        </p:nvSpPr>
        <p:spPr bwMode="auto">
          <a:xfrm>
            <a:off x="479425" y="476250"/>
            <a:ext cx="8353426" cy="10810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72000" tIns="36000" rIns="73152" bIns="36576" numCol="1" anchor="t" anchorCtr="0" compatLnSpc="1">
            <a:prstTxWarp prst="textNoShape">
              <a:avLst/>
            </a:prstTxWarp>
            <a:noAutofit/>
          </a:bodyPr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Slide title, Ericsson Hilda Light 40pt, Ericsson Black, max 2-lines</a:t>
            </a:r>
          </a:p>
        </p:txBody>
      </p:sp>
      <p:sp>
        <p:nvSpPr>
          <p:cNvPr id="4" name="Content Placeholder 1"/>
          <p:cNvSpPr>
            <a:spLocks noGrp="1"/>
          </p:cNvSpPr>
          <p:nvPr>
            <p:ph sz="quarter" idx="10" hasCustomPrompt="1"/>
          </p:nvPr>
        </p:nvSpPr>
        <p:spPr>
          <a:xfrm>
            <a:off x="479425" y="1844674"/>
            <a:ext cx="2592388" cy="4392613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/>
            </a:lvl4pPr>
            <a:lvl5pPr>
              <a:defRPr/>
            </a:lvl5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6" name="Content Placeholder 2"/>
          <p:cNvSpPr>
            <a:spLocks noGrp="1"/>
          </p:cNvSpPr>
          <p:nvPr>
            <p:ph sz="quarter" idx="11" hasCustomPrompt="1"/>
          </p:nvPr>
        </p:nvSpPr>
        <p:spPr>
          <a:xfrm>
            <a:off x="3359149" y="1844674"/>
            <a:ext cx="2592389" cy="4392613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/>
            </a:lvl4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8" name="Content Placeholder 3"/>
          <p:cNvSpPr>
            <a:spLocks noGrp="1"/>
          </p:cNvSpPr>
          <p:nvPr>
            <p:ph sz="quarter" idx="12" hasCustomPrompt="1"/>
          </p:nvPr>
        </p:nvSpPr>
        <p:spPr>
          <a:xfrm>
            <a:off x="6240463" y="1844674"/>
            <a:ext cx="2592388" cy="4392614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/>
            </a:lvl4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9" name="Content Placeholder 4"/>
          <p:cNvSpPr>
            <a:spLocks noGrp="1"/>
          </p:cNvSpPr>
          <p:nvPr>
            <p:ph sz="quarter" idx="13" hasCustomPrompt="1"/>
          </p:nvPr>
        </p:nvSpPr>
        <p:spPr>
          <a:xfrm>
            <a:off x="9120188" y="1844674"/>
            <a:ext cx="2592387" cy="4392613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/>
            </a:lvl4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</p:spTree>
    <p:extLst>
      <p:ext uri="{BB962C8B-B14F-4D97-AF65-F5344CB8AC3E}">
        <p14:creationId xmlns:p14="http://schemas.microsoft.com/office/powerpoint/2010/main" val="2684605331"/>
      </p:ext>
    </p:extLst>
  </p:cSld>
  <p:clrMapOvr>
    <a:masterClrMapping/>
  </p:clrMapOvr>
</p:sldLayout>
</file>

<file path=ppt/slideLayouts/slideLayout6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ím és 4 tartalomrész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_SM">
            <a:extLst>
              <a:ext uri="{FF2B5EF4-FFF2-40B4-BE49-F238E27FC236}">
                <a16:creationId xmlns:a16="http://schemas.microsoft.com/office/drawing/2014/main" id="{2C948968-FB06-45CC-8259-6BDE4430EACB}"/>
              </a:ext>
            </a:extLst>
          </p:cNvPr>
          <p:cNvSpPr>
            <a:spLocks noGrp="1" noChangeArrowheads="1"/>
          </p:cNvSpPr>
          <p:nvPr>
            <p:ph type="title" hasCustomPrompt="1"/>
          </p:nvPr>
        </p:nvSpPr>
        <p:spPr bwMode="auto">
          <a:xfrm>
            <a:off x="479425" y="476250"/>
            <a:ext cx="8353426" cy="10810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72000" tIns="36000" rIns="73152" bIns="36576" numCol="1" anchor="t" anchorCtr="0" compatLnSpc="1">
            <a:prstTxWarp prst="textNoShape">
              <a:avLst/>
            </a:prstTxWarp>
            <a:noAutofit/>
          </a:bodyPr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Slide title, Ericsson Hilda Light 40pt, Ericsson Black, max 2-lines</a:t>
            </a:r>
          </a:p>
        </p:txBody>
      </p:sp>
      <p:sp>
        <p:nvSpPr>
          <p:cNvPr id="3" name="Content Placeholder 1"/>
          <p:cNvSpPr>
            <a:spLocks noGrp="1"/>
          </p:cNvSpPr>
          <p:nvPr>
            <p:ph sz="quarter" idx="1" hasCustomPrompt="1"/>
          </p:nvPr>
        </p:nvSpPr>
        <p:spPr>
          <a:xfrm>
            <a:off x="481655" y="1844674"/>
            <a:ext cx="5472113" cy="2089151"/>
          </a:xfrm>
          <a:prstGeom prst="rect">
            <a:avLst/>
          </a:prstGeom>
        </p:spPr>
        <p:txBody>
          <a:bodyPr lIns="72000" tIns="36000"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/>
            </a:lvl5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4" name="Content Placeholder 2"/>
          <p:cNvSpPr>
            <a:spLocks noGrp="1"/>
          </p:cNvSpPr>
          <p:nvPr>
            <p:ph sz="quarter" idx="2" hasCustomPrompt="1"/>
          </p:nvPr>
        </p:nvSpPr>
        <p:spPr>
          <a:xfrm>
            <a:off x="6242694" y="1847723"/>
            <a:ext cx="5472113" cy="2089151"/>
          </a:xfrm>
          <a:prstGeom prst="rect">
            <a:avLst/>
          </a:prstGeom>
        </p:spPr>
        <p:txBody>
          <a:bodyPr lIns="72000" tIns="36000"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/>
            </a:lvl5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6" name="Content Placeholder 3"/>
          <p:cNvSpPr>
            <a:spLocks noGrp="1"/>
          </p:cNvSpPr>
          <p:nvPr>
            <p:ph sz="quarter" idx="4" hasCustomPrompt="1"/>
          </p:nvPr>
        </p:nvSpPr>
        <p:spPr>
          <a:xfrm>
            <a:off x="6242694" y="4151955"/>
            <a:ext cx="5472113" cy="2087564"/>
          </a:xfrm>
          <a:prstGeom prst="rect">
            <a:avLst/>
          </a:prstGeom>
        </p:spPr>
        <p:txBody>
          <a:bodyPr lIns="72000" tIns="36000"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/>
            </a:lvl5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7" name="Content Placeholder 4">
            <a:extLst>
              <a:ext uri="{FF2B5EF4-FFF2-40B4-BE49-F238E27FC236}">
                <a16:creationId xmlns:a16="http://schemas.microsoft.com/office/drawing/2014/main" id="{5BD2C41D-0700-4885-AB77-25AFFE4E1FDA}"/>
              </a:ext>
            </a:extLst>
          </p:cNvPr>
          <p:cNvSpPr>
            <a:spLocks noGrp="1"/>
          </p:cNvSpPr>
          <p:nvPr>
            <p:ph sz="quarter" idx="10" hasCustomPrompt="1"/>
          </p:nvPr>
        </p:nvSpPr>
        <p:spPr>
          <a:xfrm>
            <a:off x="481655" y="4152597"/>
            <a:ext cx="5472113" cy="2089151"/>
          </a:xfrm>
          <a:prstGeom prst="rect">
            <a:avLst/>
          </a:prstGeom>
        </p:spPr>
        <p:txBody>
          <a:bodyPr lIns="72000" tIns="36000"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/>
            </a:lvl5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</p:spTree>
    <p:extLst>
      <p:ext uri="{BB962C8B-B14F-4D97-AF65-F5344CB8AC3E}">
        <p14:creationId xmlns:p14="http://schemas.microsoft.com/office/powerpoint/2010/main" val="4080184391"/>
      </p:ext>
    </p:extLst>
  </p:cSld>
  <p:clrMapOvr>
    <a:masterClrMapping/>
  </p:clrMapOvr>
</p:sldLayout>
</file>

<file path=ppt/slideLayouts/slideLayout6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8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itle_SM">
            <a:extLst>
              <a:ext uri="{FF2B5EF4-FFF2-40B4-BE49-F238E27FC236}">
                <a16:creationId xmlns:a16="http://schemas.microsoft.com/office/drawing/2014/main" id="{99858DC4-E787-41D2-A613-961D60F89117}"/>
              </a:ext>
            </a:extLst>
          </p:cNvPr>
          <p:cNvSpPr>
            <a:spLocks noGrp="1" noChangeArrowheads="1"/>
          </p:cNvSpPr>
          <p:nvPr>
            <p:ph type="title" hasCustomPrompt="1"/>
          </p:nvPr>
        </p:nvSpPr>
        <p:spPr bwMode="auto">
          <a:xfrm>
            <a:off x="479425" y="476250"/>
            <a:ext cx="8353426" cy="10810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72000" tIns="36000" rIns="73152" bIns="36576" numCol="1" anchor="t" anchorCtr="0" compatLnSpc="1">
            <a:prstTxWarp prst="textNoShape">
              <a:avLst/>
            </a:prstTxWarp>
            <a:noAutofit/>
          </a:bodyPr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Slide title, Ericsson Hilda Light 40pt, Ericsson Black, max 2-lines</a:t>
            </a:r>
          </a:p>
        </p:txBody>
      </p:sp>
      <p:sp>
        <p:nvSpPr>
          <p:cNvPr id="3" name="Content Placeholder 1"/>
          <p:cNvSpPr>
            <a:spLocks noGrp="1"/>
          </p:cNvSpPr>
          <p:nvPr>
            <p:ph sz="quarter" idx="1" hasCustomPrompt="1"/>
          </p:nvPr>
        </p:nvSpPr>
        <p:spPr>
          <a:xfrm>
            <a:off x="481560" y="1844675"/>
            <a:ext cx="2592389" cy="2089150"/>
          </a:xfrm>
          <a:prstGeom prst="rect">
            <a:avLst/>
          </a:prstGeom>
        </p:spPr>
        <p:txBody>
          <a:bodyPr lIns="72000" tIns="36000"/>
          <a:lstStyle>
            <a:lvl1pPr>
              <a:defRPr sz="2000">
                <a:solidFill>
                  <a:schemeClr val="tx1"/>
                </a:solidFill>
              </a:defRPr>
            </a:lvl1pPr>
            <a:lvl2pPr>
              <a:defRPr sz="2000">
                <a:solidFill>
                  <a:schemeClr val="tx1"/>
                </a:solidFill>
              </a:defRPr>
            </a:lvl2pPr>
            <a:lvl3pPr>
              <a:defRPr sz="2000"/>
            </a:lvl3pPr>
            <a:lvl4pPr>
              <a:defRPr sz="2000"/>
            </a:lvl4pPr>
            <a:lvl5pPr>
              <a:defRPr sz="2000"/>
            </a:lvl5pPr>
          </a:lstStyle>
          <a:p>
            <a:pPr lvl="0"/>
            <a:r>
              <a:rPr lang="en-US"/>
              <a:t>For heading, use Ericsson Hilda in bold. For copy and bullets, use E.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4" name="Content Placeholder 2"/>
          <p:cNvSpPr>
            <a:spLocks noGrp="1"/>
          </p:cNvSpPr>
          <p:nvPr>
            <p:ph sz="quarter" idx="2" hasCustomPrompt="1"/>
          </p:nvPr>
        </p:nvSpPr>
        <p:spPr>
          <a:xfrm>
            <a:off x="6243216" y="1844674"/>
            <a:ext cx="2592387" cy="2089150"/>
          </a:xfrm>
          <a:prstGeom prst="rect">
            <a:avLst/>
          </a:prstGeom>
        </p:spPr>
        <p:txBody>
          <a:bodyPr lIns="72000" tIns="36000"/>
          <a:lstStyle>
            <a:lvl1pPr>
              <a:defRPr sz="2000">
                <a:solidFill>
                  <a:schemeClr val="tx1"/>
                </a:solidFill>
              </a:defRPr>
            </a:lvl1pPr>
            <a:lvl2pPr>
              <a:defRPr sz="2000">
                <a:solidFill>
                  <a:schemeClr val="tx1"/>
                </a:solidFill>
              </a:defRPr>
            </a:lvl2pPr>
            <a:lvl3pPr>
              <a:defRPr sz="2000"/>
            </a:lvl3pPr>
            <a:lvl4pPr>
              <a:defRPr sz="2000">
                <a:solidFill>
                  <a:schemeClr val="tx1"/>
                </a:solidFill>
              </a:defRPr>
            </a:lvl4pPr>
            <a:lvl5pPr>
              <a:defRPr sz="2000"/>
            </a:lvl5pPr>
          </a:lstStyle>
          <a:p>
            <a:pPr lvl="0"/>
            <a:r>
              <a:rPr lang="en-US"/>
              <a:t>For heading, use Ericsson Hilda in bold. For copy and bullets, use E.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3"/>
            <a:endParaRPr lang="en-US"/>
          </a:p>
        </p:txBody>
      </p:sp>
      <p:sp>
        <p:nvSpPr>
          <p:cNvPr id="5" name="Content Placeholder 3"/>
          <p:cNvSpPr>
            <a:spLocks noGrp="1"/>
          </p:cNvSpPr>
          <p:nvPr>
            <p:ph sz="quarter" idx="3" hasCustomPrompt="1"/>
          </p:nvPr>
        </p:nvSpPr>
        <p:spPr>
          <a:xfrm>
            <a:off x="481561" y="4151134"/>
            <a:ext cx="2592389" cy="2087563"/>
          </a:xfrm>
          <a:prstGeom prst="rect">
            <a:avLst/>
          </a:prstGeom>
        </p:spPr>
        <p:txBody>
          <a:bodyPr lIns="72000" tIns="36000"/>
          <a:lstStyle>
            <a:lvl1pPr>
              <a:defRPr sz="2000">
                <a:solidFill>
                  <a:schemeClr val="tx1"/>
                </a:solidFill>
              </a:defRPr>
            </a:lvl1pPr>
            <a:lvl2pPr>
              <a:defRPr sz="2000">
                <a:solidFill>
                  <a:schemeClr val="tx1"/>
                </a:solidFill>
              </a:defRPr>
            </a:lvl2pPr>
            <a:lvl3pPr>
              <a:defRPr sz="2000"/>
            </a:lvl3pPr>
            <a:lvl4pPr>
              <a:defRPr sz="2000"/>
            </a:lvl4pPr>
            <a:lvl5pPr>
              <a:defRPr sz="2000"/>
            </a:lvl5pPr>
          </a:lstStyle>
          <a:p>
            <a:pPr lvl="0"/>
            <a:r>
              <a:rPr lang="en-US"/>
              <a:t>For heading, use Ericsson Hilda in bold. For copy and bullets, use E.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6" name="Content Placeholder 4"/>
          <p:cNvSpPr>
            <a:spLocks noGrp="1"/>
          </p:cNvSpPr>
          <p:nvPr>
            <p:ph sz="quarter" idx="4" hasCustomPrompt="1"/>
          </p:nvPr>
        </p:nvSpPr>
        <p:spPr>
          <a:xfrm>
            <a:off x="6243152" y="4151245"/>
            <a:ext cx="2592387" cy="2086292"/>
          </a:xfrm>
          <a:prstGeom prst="rect">
            <a:avLst/>
          </a:prstGeom>
        </p:spPr>
        <p:txBody>
          <a:bodyPr lIns="72000" tIns="36000"/>
          <a:lstStyle>
            <a:lvl1pPr>
              <a:defRPr sz="2000">
                <a:solidFill>
                  <a:schemeClr val="tx1"/>
                </a:solidFill>
              </a:defRPr>
            </a:lvl1pPr>
            <a:lvl2pPr>
              <a:defRPr sz="2000">
                <a:solidFill>
                  <a:schemeClr val="tx1"/>
                </a:solidFill>
              </a:defRPr>
            </a:lvl2pPr>
            <a:lvl3pPr>
              <a:defRPr sz="2000"/>
            </a:lvl3pPr>
            <a:lvl4pPr>
              <a:defRPr sz="2000"/>
            </a:lvl4pPr>
            <a:lvl5pPr marL="1028700" indent="0">
              <a:buNone/>
              <a:defRPr sz="2000"/>
            </a:lvl5pPr>
          </a:lstStyle>
          <a:p>
            <a:pPr lvl="0"/>
            <a:r>
              <a:rPr lang="en-US"/>
              <a:t>For heading, use Ericsson Hilda in bold. For copy and bullets, use E.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9" name="Content Placeholder 5"/>
          <p:cNvSpPr>
            <a:spLocks noGrp="1"/>
          </p:cNvSpPr>
          <p:nvPr>
            <p:ph sz="quarter" idx="11" hasCustomPrompt="1"/>
          </p:nvPr>
        </p:nvSpPr>
        <p:spPr>
          <a:xfrm>
            <a:off x="3359835" y="1844674"/>
            <a:ext cx="2592388" cy="2089150"/>
          </a:xfrm>
          <a:prstGeom prst="rect">
            <a:avLst/>
          </a:prstGeom>
        </p:spPr>
        <p:txBody>
          <a:bodyPr lIns="72000" tIns="36000"/>
          <a:lstStyle>
            <a:lvl1pPr>
              <a:defRPr sz="2000">
                <a:solidFill>
                  <a:schemeClr val="tx1"/>
                </a:solidFill>
              </a:defRPr>
            </a:lvl1pPr>
            <a:lvl2pPr>
              <a:defRPr sz="2000">
                <a:solidFill>
                  <a:schemeClr val="tx1"/>
                </a:solidFill>
              </a:defRPr>
            </a:lvl2pPr>
            <a:lvl3pPr>
              <a:defRPr sz="2000"/>
            </a:lvl3pPr>
            <a:lvl4pPr>
              <a:defRPr sz="2000"/>
            </a:lvl4pPr>
            <a:lvl5pPr>
              <a:defRPr sz="2000"/>
            </a:lvl5pPr>
          </a:lstStyle>
          <a:p>
            <a:pPr lvl="0"/>
            <a:r>
              <a:rPr lang="en-US"/>
              <a:t>For heading, use Ericsson Hilda in bold. For copy and bullets, use E.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8" name="Content Placeholder 6"/>
          <p:cNvSpPr>
            <a:spLocks noGrp="1"/>
          </p:cNvSpPr>
          <p:nvPr>
            <p:ph sz="quarter" idx="10" hasCustomPrompt="1"/>
          </p:nvPr>
        </p:nvSpPr>
        <p:spPr>
          <a:xfrm>
            <a:off x="3361288" y="4151861"/>
            <a:ext cx="2592387" cy="2087563"/>
          </a:xfrm>
          <a:prstGeom prst="rect">
            <a:avLst/>
          </a:prstGeom>
        </p:spPr>
        <p:txBody>
          <a:bodyPr lIns="72000" tIns="36000"/>
          <a:lstStyle>
            <a:lvl1pPr>
              <a:defRPr sz="2000">
                <a:solidFill>
                  <a:schemeClr val="tx1"/>
                </a:solidFill>
              </a:defRPr>
            </a:lvl1pPr>
            <a:lvl2pPr>
              <a:defRPr sz="2000">
                <a:solidFill>
                  <a:schemeClr val="tx1"/>
                </a:solidFill>
              </a:defRPr>
            </a:lvl2pPr>
            <a:lvl3pPr>
              <a:defRPr sz="2000"/>
            </a:lvl3pPr>
            <a:lvl4pPr>
              <a:defRPr sz="2000"/>
            </a:lvl4pPr>
            <a:lvl5pPr>
              <a:defRPr sz="2000"/>
            </a:lvl5pPr>
          </a:lstStyle>
          <a:p>
            <a:pPr lvl="0"/>
            <a:r>
              <a:rPr lang="en-US"/>
              <a:t>For heading, use Ericsson Hilda in bold. For copy and bullets, use E.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11" name="Content Placeholder 7"/>
          <p:cNvSpPr>
            <a:spLocks noGrp="1"/>
          </p:cNvSpPr>
          <p:nvPr>
            <p:ph sz="quarter" idx="13" hasCustomPrompt="1"/>
          </p:nvPr>
        </p:nvSpPr>
        <p:spPr>
          <a:xfrm>
            <a:off x="9122324" y="1844674"/>
            <a:ext cx="2592387" cy="2089151"/>
          </a:xfrm>
          <a:prstGeom prst="rect">
            <a:avLst/>
          </a:prstGeom>
        </p:spPr>
        <p:txBody>
          <a:bodyPr lIns="72000" tIns="36000"/>
          <a:lstStyle>
            <a:lvl1pPr>
              <a:defRPr sz="2000">
                <a:solidFill>
                  <a:schemeClr val="tx1"/>
                </a:solidFill>
              </a:defRPr>
            </a:lvl1pPr>
            <a:lvl2pPr>
              <a:defRPr sz="2000">
                <a:solidFill>
                  <a:schemeClr val="tx1"/>
                </a:solidFill>
              </a:defRPr>
            </a:lvl2pPr>
            <a:lvl3pPr>
              <a:defRPr sz="2000"/>
            </a:lvl3pPr>
            <a:lvl4pPr>
              <a:defRPr sz="2000">
                <a:solidFill>
                  <a:schemeClr val="tx1"/>
                </a:solidFill>
              </a:defRPr>
            </a:lvl4pPr>
            <a:lvl5pPr>
              <a:defRPr sz="2000"/>
            </a:lvl5pPr>
          </a:lstStyle>
          <a:p>
            <a:pPr lvl="0"/>
            <a:r>
              <a:rPr lang="en-US"/>
              <a:t>For heading, use Ericsson Hilda in bold. For copy and bullets, use E.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3"/>
            <a:endParaRPr lang="en-US"/>
          </a:p>
        </p:txBody>
      </p:sp>
      <p:sp>
        <p:nvSpPr>
          <p:cNvPr id="10" name="Content Placeholder 8"/>
          <p:cNvSpPr>
            <a:spLocks noGrp="1"/>
          </p:cNvSpPr>
          <p:nvPr>
            <p:ph sz="quarter" idx="12" hasCustomPrompt="1"/>
          </p:nvPr>
        </p:nvSpPr>
        <p:spPr>
          <a:xfrm>
            <a:off x="9122324" y="4151861"/>
            <a:ext cx="2592387" cy="2087562"/>
          </a:xfrm>
          <a:prstGeom prst="rect">
            <a:avLst/>
          </a:prstGeom>
        </p:spPr>
        <p:txBody>
          <a:bodyPr lIns="72000" tIns="36000"/>
          <a:lstStyle>
            <a:lvl1pPr>
              <a:defRPr sz="2000">
                <a:solidFill>
                  <a:schemeClr val="tx1"/>
                </a:solidFill>
              </a:defRPr>
            </a:lvl1pPr>
            <a:lvl2pPr>
              <a:defRPr sz="2000">
                <a:solidFill>
                  <a:schemeClr val="tx1"/>
                </a:solidFill>
              </a:defRPr>
            </a:lvl2pPr>
            <a:lvl3pPr>
              <a:defRPr sz="2000"/>
            </a:lvl3pPr>
            <a:lvl4pPr>
              <a:defRPr sz="2000"/>
            </a:lvl4pPr>
            <a:lvl5pPr>
              <a:defRPr sz="2000"/>
            </a:lvl5pPr>
          </a:lstStyle>
          <a:p>
            <a:pPr lvl="0"/>
            <a:r>
              <a:rPr lang="en-US"/>
              <a:t>For heading, use Ericsson Hilda in bold. For copy and bullets, use E.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</p:txBody>
      </p:sp>
    </p:spTree>
    <p:extLst>
      <p:ext uri="{BB962C8B-B14F-4D97-AF65-F5344CB8AC3E}">
        <p14:creationId xmlns:p14="http://schemas.microsoft.com/office/powerpoint/2010/main" val="3923655188"/>
      </p:ext>
    </p:extLst>
  </p:cSld>
  <p:clrMapOvr>
    <a:masterClrMapping/>
  </p:clrMapOvr>
</p:sldLayout>
</file>

<file path=ppt/slideLayouts/slideLayout6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Black logo end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SubTitle_TM">
            <a:extLst>
              <a:ext uri="{FF2B5EF4-FFF2-40B4-BE49-F238E27FC236}">
                <a16:creationId xmlns:a16="http://schemas.microsoft.com/office/drawing/2014/main" id="{B200748E-0B61-48E1-8B47-504C30250995}"/>
              </a:ext>
            </a:extLst>
          </p:cNvPr>
          <p:cNvSpPr>
            <a:spLocks noGrp="1" noChangeArrowheads="1"/>
          </p:cNvSpPr>
          <p:nvPr>
            <p:ph type="subTitle" idx="1" hasCustomPrompt="1"/>
          </p:nvPr>
        </p:nvSpPr>
        <p:spPr>
          <a:xfrm>
            <a:off x="3071813" y="4309200"/>
            <a:ext cx="6048375" cy="347472"/>
          </a:xfrm>
          <a:prstGeom prst="rect">
            <a:avLst/>
          </a:prstGeom>
        </p:spPr>
        <p:txBody>
          <a:bodyPr rIns="72000"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Font typeface="Ericsson Hilda Light" charset="0"/>
              <a:buNone/>
              <a:defRPr sz="2000" baseline="0">
                <a:solidFill>
                  <a:schemeClr val="tx1"/>
                </a:solidFill>
                <a:latin typeface="+mn-lt"/>
              </a:defRPr>
            </a:lvl1pPr>
          </a:lstStyle>
          <a:p>
            <a:r>
              <a:rPr lang="en-US"/>
              <a:t>Use this space for relevant Ericsson URLs or hashtags</a:t>
            </a:r>
          </a:p>
        </p:txBody>
      </p:sp>
      <p:pic>
        <p:nvPicPr>
          <p:cNvPr id="6" name="Graphic 5">
            <a:extLst>
              <a:ext uri="{FF2B5EF4-FFF2-40B4-BE49-F238E27FC236}">
                <a16:creationId xmlns:a16="http://schemas.microsoft.com/office/drawing/2014/main" id="{8979B00C-7C1F-4F17-8D52-31D787A1234A}"/>
              </a:ext>
            </a:extLst>
          </p:cNvPr>
          <p:cNvPicPr>
            <a:picLocks noChangeAspect="1"/>
          </p:cNvPicPr>
          <p:nvPr userDrawn="1"/>
        </p:nvPicPr>
        <p:blipFill>
          <a:blip cstate="print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5506895" y="2854112"/>
            <a:ext cx="1163145" cy="11631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50238723"/>
      </p:ext>
    </p:extLst>
  </p:cSld>
  <p:clrMapOvr>
    <a:masterClrMapping/>
  </p:clrMapOvr>
</p:sldLayout>
</file>

<file path=ppt/slideLayouts/slideLayout6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Embedded character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99AF35DD-3E5E-42CB-AFA5-5E09E14F72A4}"/>
              </a:ext>
            </a:extLst>
          </p:cNvPr>
          <p:cNvSpPr txBox="1"/>
          <p:nvPr userDrawn="1"/>
        </p:nvSpPr>
        <p:spPr bwMode="auto">
          <a:xfrm>
            <a:off x="479425" y="142897"/>
            <a:ext cx="11233149" cy="656121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72000" tIns="36000" rIns="0" bIns="0" numCol="1" rtlCol="0" anchor="t" anchorCtr="0" compatLnSpc="1">
            <a:prstTxWarp prst="textNoShape">
              <a:avLst/>
            </a:prstTxWarp>
            <a:spAutoFit/>
          </a:bodyPr>
          <a:lstStyle/>
          <a:p>
            <a:pPr marL="0" indent="0">
              <a:buClr>
                <a:schemeClr val="tx1"/>
              </a:buClr>
              <a:buFont typeface="Ericsson Hilda Light" panose="00000400000000000000" pitchFamily="2" charset="0"/>
              <a:buNone/>
            </a:pPr>
            <a:r>
              <a:rPr lang="en-US" sz="1400" b="1">
                <a:solidFill>
                  <a:schemeClr val="tx1"/>
                </a:solidFill>
                <a:latin typeface="+mn-lt"/>
              </a:rPr>
              <a:t>This Master Slide is to ensure that all our characters are embedded with the presentation. Should not be used in a presentation.</a:t>
            </a:r>
            <a:endParaRPr lang="en-US"/>
          </a:p>
          <a:p>
            <a:pPr marL="0" indent="0">
              <a:buClr>
                <a:schemeClr val="tx1"/>
              </a:buClr>
              <a:buFont typeface="Ericsson Hilda Light" panose="00000400000000000000" pitchFamily="2" charset="0"/>
              <a:buNone/>
            </a:pPr>
            <a:endParaRPr lang="en-US" sz="1400" b="1">
              <a:solidFill>
                <a:schemeClr val="tx1"/>
              </a:solidFill>
              <a:latin typeface="+mn-lt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tx1"/>
              </a:buClr>
              <a:buSzTx/>
              <a:buFont typeface="Ericsson Hilda Light" panose="00000400000000000000" pitchFamily="2" charset="0"/>
              <a:buNone/>
              <a:tabLst/>
              <a:defRPr/>
            </a:pPr>
            <a:r>
              <a:rPr lang="en-US" sz="1200" u="sng" err="1">
                <a:solidFill>
                  <a:schemeClr val="tx1"/>
                </a:solidFill>
                <a:latin typeface="Ericsson Hilda ExtraLight" panose="00000300000000000000" pitchFamily="2" charset="0"/>
              </a:rPr>
              <a:t>EricssonHilda</a:t>
            </a:r>
            <a:r>
              <a:rPr lang="en-US" sz="1200" u="sng">
                <a:solidFill>
                  <a:schemeClr val="tx1"/>
                </a:solidFill>
                <a:latin typeface="Ericsson Hilda ExtraLight" panose="00000300000000000000" pitchFamily="2" charset="0"/>
              </a:rPr>
              <a:t>(</a:t>
            </a:r>
            <a:r>
              <a:rPr lang="en-US" sz="1200" u="sng" err="1">
                <a:solidFill>
                  <a:schemeClr val="tx1"/>
                </a:solidFill>
                <a:latin typeface="Ericsson Hilda ExtraLight" panose="00000300000000000000" pitchFamily="2" charset="0"/>
              </a:rPr>
              <a:t>ExtraLight</a:t>
            </a:r>
            <a:r>
              <a:rPr lang="en-US" sz="1200" u="sng">
                <a:solidFill>
                  <a:schemeClr val="tx1"/>
                </a:solidFill>
                <a:latin typeface="Ericsson Hilda ExtraLight" panose="00000300000000000000" pitchFamily="2" charset="0"/>
              </a:rPr>
              <a:t>):</a:t>
            </a:r>
            <a:r>
              <a:rPr lang="en-US" sz="1200">
                <a:solidFill>
                  <a:schemeClr val="tx1"/>
                </a:solidFill>
                <a:latin typeface="Ericsson Hilda ExtraLight" panose="00000300000000000000" pitchFamily="2" charset="0"/>
              </a:rPr>
              <a:t>!"#$%&amp;'()*+,./0123456789:;&lt;=&gt;?@ABCDEFGHIJKLMNOPQRSTUVWXYZ[\]^_`</a:t>
            </a:r>
            <a:r>
              <a:rPr lang="en-US" sz="1200" err="1">
                <a:solidFill>
                  <a:schemeClr val="tx1"/>
                </a:solidFill>
                <a:latin typeface="Ericsson Hilda ExtraLight" panose="00000300000000000000" pitchFamily="2" charset="0"/>
              </a:rPr>
              <a:t>abcdefghijklmnopqrstuvwxyz</a:t>
            </a:r>
            <a:r>
              <a:rPr lang="en-US" sz="1200">
                <a:solidFill>
                  <a:schemeClr val="tx1"/>
                </a:solidFill>
                <a:latin typeface="Ericsson Hilda ExtraLight" panose="00000300000000000000" pitchFamily="2" charset="0"/>
              </a:rPr>
              <a:t>{|}~¡¢£¤¥¦§¨©ª«¬®¯°±²³´¶·¸¹º»¼½ÀÁÂÃÄÅÆÇÈËÌÍÎÏÐÑÒÓÔÕÖ×ØÙÚÛÜÝÞßàáâãäåæçèéêëìíîïðñòóôõö÷øùúûüýþÿĀāĂăąĆćĊċ</a:t>
            </a:r>
            <a:r>
              <a:rPr lang="en-US" sz="1200" kern="1200">
                <a:solidFill>
                  <a:schemeClr val="tx1"/>
                </a:solidFill>
                <a:latin typeface="Ericsson Hilda ExtraLight" panose="00000300000000000000" pitchFamily="2" charset="0"/>
                <a:ea typeface="+mn-ea"/>
                <a:cs typeface="+mn-cs"/>
              </a:rPr>
              <a:t>Čč</a:t>
            </a:r>
            <a:r>
              <a:rPr lang="en-US" sz="1200">
                <a:solidFill>
                  <a:schemeClr val="tx1"/>
                </a:solidFill>
                <a:latin typeface="Ericsson Hilda ExtraLight" panose="00000300000000000000" pitchFamily="2" charset="0"/>
              </a:rPr>
              <a:t>ĎďĐđĒĖėĘęĚěĞğĠġĢģĪīĮįİıĶķĹĺĻļĽľŁłŃńŅņŇňŌŐőŒœŔŕŖŗŘřŚśŞşŠšŢţŤťŪūŮůŰűŲųŴŵŶŷŸŹźŻżŽžƒȘșˆˇ˘˙˚˛˜˝</a:t>
            </a:r>
            <a:r>
              <a:rPr lang="en-US" sz="1200" err="1">
                <a:solidFill>
                  <a:schemeClr val="tx1"/>
                </a:solidFill>
                <a:latin typeface="Ericsson Hilda ExtraLight" panose="00000300000000000000" pitchFamily="2" charset="0"/>
              </a:rPr>
              <a:t>ẀẁẃẄẅỲỳ</a:t>
            </a:r>
            <a:r>
              <a:rPr lang="en-US" sz="1200">
                <a:solidFill>
                  <a:schemeClr val="tx1"/>
                </a:solidFill>
                <a:latin typeface="Ericsson Hilda ExtraLight" panose="00000300000000000000" pitchFamily="2" charset="0"/>
              </a:rPr>
              <a:t>‘’‚“”„†‡•…‰‹›⁄€™ĀĀĂĂĄĄĆĆĊĊČČĎĎĐĐĒĒĖĖĘĘĚĚĞĞĠĠĢĢĪĪĮĮİĶĶĹĹĻĻĽĽŃŃŅŅŇŇŌŌŐŐŔŔŖŖŘŘŚŚŞŞŢŢŤŤŪŪŮŮŰŰŲŲŴŴŶŶŹŹŻŻȘș−≤≥</a:t>
            </a:r>
            <a:r>
              <a:rPr lang="en-US" sz="1200" err="1">
                <a:solidFill>
                  <a:schemeClr val="tx1"/>
                </a:solidFill>
                <a:latin typeface="Ericsson Hilda ExtraLight" panose="00000300000000000000" pitchFamily="2" charset="0"/>
              </a:rPr>
              <a:t>ﬁﬂΆΈΉΊΌΎΏΐΑΒΓΕΖΗΘΙΚΛΜΝΞΟΠΡΣΤΥΦΧΨΪΫΆΈΉΊΰ</a:t>
            </a:r>
            <a:r>
              <a:rPr lang="en-US" sz="1200">
                <a:solidFill>
                  <a:schemeClr val="tx1"/>
                </a:solidFill>
                <a:latin typeface="Ericsson Hilda ExtraLight" panose="00000300000000000000" pitchFamily="2" charset="0"/>
              </a:rPr>
              <a:t>αβγδεζηθικλνξορςΣΤΥΦΧΨΩΪΫΌΎΏЁЂЃЄЅІЇЈЉЊЋЌЎЏАБВГДЕЖЗИЙКЛМНОПРСТУФХЦЧШЩЪЫЬЭЮЯАБВГДЕЖЗИЙКЛМНОПРСТУФХЦЧШЩЪЫЬЭЮЯЁЂЃЄЅІЇЈЉЊЋЌЎЏѢѢѲѲѴѴҐҐәǽẀẁẂẃẄẅỲỳ№—–-●</a:t>
            </a:r>
            <a:endParaRPr lang="en-US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tx1"/>
              </a:buClr>
              <a:buSzTx/>
              <a:buFont typeface="Ericsson Hilda Light" panose="00000400000000000000" pitchFamily="2" charset="0"/>
              <a:buNone/>
              <a:tabLst/>
              <a:defRPr/>
            </a:pPr>
            <a:r>
              <a:rPr lang="en-US" sz="1200" u="sng" err="1">
                <a:solidFill>
                  <a:schemeClr val="tx1"/>
                </a:solidFill>
                <a:latin typeface="+mj-lt"/>
              </a:rPr>
              <a:t>EricssonHilda</a:t>
            </a:r>
            <a:r>
              <a:rPr lang="en-US" sz="1200" u="sng">
                <a:solidFill>
                  <a:schemeClr val="tx1"/>
                </a:solidFill>
                <a:latin typeface="+mj-lt"/>
              </a:rPr>
              <a:t>(Light):</a:t>
            </a:r>
            <a:r>
              <a:rPr lang="en-US" sz="1200">
                <a:solidFill>
                  <a:schemeClr val="tx1"/>
                </a:solidFill>
                <a:latin typeface="+mj-lt"/>
              </a:rPr>
              <a:t>!"#$%&amp;'()*+,./0123456789:;&lt;=&gt;?@ABCDEFGHIJKLMNOPQRSTUVWXYZ[\]^_`</a:t>
            </a:r>
            <a:r>
              <a:rPr lang="en-US" sz="1200" err="1">
                <a:solidFill>
                  <a:schemeClr val="tx1"/>
                </a:solidFill>
                <a:latin typeface="+mj-lt"/>
              </a:rPr>
              <a:t>abcdefghijklmnopqrstuvwxyz</a:t>
            </a:r>
            <a:r>
              <a:rPr lang="en-US" sz="1200">
                <a:solidFill>
                  <a:schemeClr val="tx1"/>
                </a:solidFill>
                <a:latin typeface="+mj-lt"/>
              </a:rPr>
              <a:t>{|}~¡¢£¤¥¦§¨©ª«¬®¯°±²³´¶·¸¹º»¼½ÀÁÂÃÄÅÆÇÈËÌÍÎÏÐÑÒÓÔÕÖ×ØÙÚÛÜÝÞßàáâãäåæçèéêëìíîïðñòóôõö÷øùúûüýþÿĀāĂăąĆćĊċ</a:t>
            </a:r>
            <a:r>
              <a:rPr lang="en-US" sz="1200" kern="1200">
                <a:solidFill>
                  <a:schemeClr val="tx1"/>
                </a:solidFill>
                <a:latin typeface="+mn-lt"/>
                <a:ea typeface="+mn-ea"/>
                <a:cs typeface="+mn-cs"/>
              </a:rPr>
              <a:t>Čč</a:t>
            </a:r>
            <a:r>
              <a:rPr lang="en-US" sz="1200">
                <a:solidFill>
                  <a:schemeClr val="tx1"/>
                </a:solidFill>
                <a:latin typeface="+mj-lt"/>
              </a:rPr>
              <a:t>ĎďĐđĒĖėĘęĚěĞğĠġĢģĪīĮįİıĶķĹĺĻļĽľŁłŃńŅņŇňŌŐőŒœŔŕŖŗŘřŚśŞşŠšŢţŤťŪūŮůŰűŲųŴŵŶŷŸŹźŻżŽžƒȘșˆˇ˘˙˚˛˜˝</a:t>
            </a:r>
            <a:r>
              <a:rPr lang="en-US" sz="1200" err="1">
                <a:solidFill>
                  <a:schemeClr val="tx1"/>
                </a:solidFill>
                <a:latin typeface="+mj-lt"/>
              </a:rPr>
              <a:t>ẀẁẃẄẅỲỳ</a:t>
            </a:r>
            <a:r>
              <a:rPr lang="en-US" sz="1200">
                <a:solidFill>
                  <a:schemeClr val="tx1"/>
                </a:solidFill>
                <a:latin typeface="+mj-lt"/>
              </a:rPr>
              <a:t>‘’‚“”„†‡•…‰‹›⁄€™ĀĀĂĂĄĄĆĆĊĊČČĎĎĐĐĒĒĖĖĘĘĚĚĞĞĠĠĢĢĪĪĮĮİĶĶĹĹĻĻĽĽŃŃŅŅŇŇŌŌŐŐŔŔŖŖŘŘŚŚŞŞŢŢŤŤŪŪŮŮŰŰŲŲŴŴŶŶŹŹŻŻȘș−≤≥</a:t>
            </a:r>
            <a:r>
              <a:rPr lang="en-US" sz="1200" err="1">
                <a:solidFill>
                  <a:schemeClr val="tx1"/>
                </a:solidFill>
                <a:latin typeface="+mj-lt"/>
              </a:rPr>
              <a:t>ﬁﬂΆΈΉΊΌΎΏΐΑΒΓΕΖΗΘΙΚΛΜΝΞΟΠΡΣΤΥΦΧΨΪΫΆΈΉΊΰ</a:t>
            </a:r>
            <a:r>
              <a:rPr lang="en-US" sz="1200">
                <a:solidFill>
                  <a:schemeClr val="tx1"/>
                </a:solidFill>
                <a:latin typeface="+mj-lt"/>
              </a:rPr>
              <a:t>αβγδεζηθικλνξορςΣΤΥΦΧΨΩΪΫΌΎΏЁЂЃЄЅІЇЈЉЊЋЌЎЏАБВГДЕЖЗИЙКЛМНОПРСТУФХЦЧШЩЪЫЬЭЮЯАБВГДЕЖЗИЙКЛМНОПРСТУФХЦЧШЩЪЫЬЭЮЯЁЂЃЄЅІЇЈЉЊЋЌЎЏѢѢѲѲѴѴҐҐәǽẀẁẂẃẄẅỲỳ№—–-</a:t>
            </a:r>
            <a:r>
              <a:rPr lang="en-US" sz="1200">
                <a:solidFill>
                  <a:schemeClr val="tx1"/>
                </a:solidFill>
                <a:latin typeface="Ericsson Hilda Light" panose="00000400000000000000" pitchFamily="2" charset="0"/>
              </a:rPr>
              <a:t>●</a:t>
            </a:r>
            <a:endParaRPr lang="en-US" sz="1200">
              <a:solidFill>
                <a:schemeClr val="tx1"/>
              </a:solidFill>
            </a:endParaRPr>
          </a:p>
          <a:p>
            <a:pPr marL="0" indent="0">
              <a:buClr>
                <a:schemeClr val="tx1"/>
              </a:buClr>
              <a:buFont typeface="Ericsson Hilda Light" panose="00000400000000000000" pitchFamily="2" charset="0"/>
              <a:buNone/>
            </a:pPr>
            <a:r>
              <a:rPr lang="en-US" sz="1200" u="sng" err="1">
                <a:solidFill>
                  <a:schemeClr val="tx1"/>
                </a:solidFill>
                <a:latin typeface="+mn-lt"/>
              </a:rPr>
              <a:t>EricssonHilda</a:t>
            </a:r>
            <a:r>
              <a:rPr lang="en-US" sz="1200" u="sng">
                <a:solidFill>
                  <a:schemeClr val="tx1"/>
                </a:solidFill>
                <a:latin typeface="+mn-lt"/>
              </a:rPr>
              <a:t>(Regular):</a:t>
            </a:r>
            <a:r>
              <a:rPr lang="en-US" sz="1200">
                <a:solidFill>
                  <a:schemeClr val="tx1"/>
                </a:solidFill>
                <a:latin typeface="+mn-lt"/>
              </a:rPr>
              <a:t>!"#$%&amp;'()*+,./0123456789:;&lt;=&gt;?@ABCDEFGHIJKLMNOPQRSTUVWXYZ[\]^_`</a:t>
            </a:r>
            <a:r>
              <a:rPr lang="en-US" sz="1200" err="1">
                <a:solidFill>
                  <a:schemeClr val="tx1"/>
                </a:solidFill>
                <a:latin typeface="+mn-lt"/>
              </a:rPr>
              <a:t>abcdefghijklmnopqrstuvwxyz</a:t>
            </a:r>
            <a:r>
              <a:rPr lang="en-US" sz="1200">
                <a:solidFill>
                  <a:schemeClr val="tx1"/>
                </a:solidFill>
                <a:latin typeface="+mn-lt"/>
              </a:rPr>
              <a:t>{|}~¡¢£¤¥¦§¨©ª«¬®¯°±²³´¶·¸¹º»¼½ÀÁÂÃÄÅÆÇÈËÌÍÎÏÐÑÒÓÔÕÖ×ØÙÚÛÜÝÞßàáâãäåæçèéêëìíîïðñòóôõö÷øùúûüýþÿĀāĂăąĆćĊċČčĎďĐđĒĖėĘęĚěĞğĠġĢģĪīĮįİıĶķĹĺĻļĽľŁłŃńŅņŇňŌŐőŒœŔŕŖŗŘřŚśŞşŠšŢţŤťŪūŮůŰűŲųŴŵŶŷŸŹźŻżŽžƒȘșˆˇ˘˙˚˛˜˝</a:t>
            </a:r>
            <a:r>
              <a:rPr lang="en-US" sz="1200" err="1">
                <a:solidFill>
                  <a:schemeClr val="tx1"/>
                </a:solidFill>
                <a:latin typeface="+mn-lt"/>
              </a:rPr>
              <a:t>ẀẁẃẄẅỲỳ</a:t>
            </a:r>
            <a:r>
              <a:rPr lang="en-US" sz="1200">
                <a:solidFill>
                  <a:schemeClr val="tx1"/>
                </a:solidFill>
                <a:latin typeface="+mn-lt"/>
              </a:rPr>
              <a:t>‘’‚“”„†‡•…‰‹›⁄€™ĀĀĂĂĄĄĆĆĊĊČČĎĎĐĐĒĒĖĖĘĘĚĚĞĞĠĠĢĢĪĪĮĮİĶĶĹĹĻĻĽĽŃŃŅŅŇŇŌŌŐŐŔŔŖŖŘŘŚŚŞŞŢŢŤŤŪŪŮŮŰŰŲŲŴŴŶŶŹŹŻŻȘș−≤≥</a:t>
            </a:r>
            <a:r>
              <a:rPr lang="en-US" sz="1200" err="1">
                <a:solidFill>
                  <a:schemeClr val="tx1"/>
                </a:solidFill>
                <a:latin typeface="+mn-lt"/>
              </a:rPr>
              <a:t>ﬁﬂΆΈΉΊΌΎΏΐΑΒΓΕΖΗΘΙΚΛΜΝΞΟΠΡΣΤΥΦΧΨΪΫΆΈΉΊΰ</a:t>
            </a:r>
            <a:r>
              <a:rPr lang="en-US" sz="1200">
                <a:solidFill>
                  <a:schemeClr val="tx1"/>
                </a:solidFill>
                <a:latin typeface="+mn-lt"/>
              </a:rPr>
              <a:t>αβγδεζηθικλνξορςΣΤΥΦΧΨΩΪΫΌΎΏЁЂЃЄЅІЇЈЉЊЋЌЎЏАБВГДЕЖЗИЙКЛМНОПРСТУФХЦЧШЩЪЫЬЭЮЯАБВГДЕЖЗИЙКЛМНОПРСТУФХЦЧШЩЪЫЬЭЮЯЁЂЃЄЅІЇЈЉЊЋЌЎЏѢѢѲѲѴѴҐҐәǽẀẁẂẃẄẅỲỳ№—–-●</a:t>
            </a:r>
            <a:endParaRPr lang="en-US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tx1"/>
              </a:buClr>
              <a:buSzTx/>
              <a:buFont typeface="Ericsson Hilda Light" panose="00000400000000000000" pitchFamily="2" charset="0"/>
              <a:buNone/>
              <a:tabLst/>
              <a:defRPr/>
            </a:pPr>
            <a:r>
              <a:rPr lang="en-US" sz="1200" b="1" u="sng" err="1">
                <a:solidFill>
                  <a:schemeClr val="tx1"/>
                </a:solidFill>
                <a:latin typeface="+mj-lt"/>
              </a:rPr>
              <a:t>EricssonHildaLight+Bold</a:t>
            </a:r>
            <a:r>
              <a:rPr lang="en-US" sz="1200" b="1" u="sng">
                <a:solidFill>
                  <a:schemeClr val="tx1"/>
                </a:solidFill>
                <a:latin typeface="+mj-lt"/>
              </a:rPr>
              <a:t>(Medium):</a:t>
            </a:r>
            <a:r>
              <a:rPr lang="en-US" sz="1200" b="1">
                <a:solidFill>
                  <a:schemeClr val="tx1"/>
                </a:solidFill>
                <a:latin typeface="+mj-lt"/>
              </a:rPr>
              <a:t>!"#$%&amp;'()*+,./0123456789:;&lt;=&gt;?@ABCDEFGHIJKLMNOPQRSTUVWXYZ[\]^_`</a:t>
            </a:r>
            <a:r>
              <a:rPr lang="en-US" sz="1200" b="1" err="1">
                <a:solidFill>
                  <a:schemeClr val="tx1"/>
                </a:solidFill>
                <a:latin typeface="+mj-lt"/>
              </a:rPr>
              <a:t>abcdefghijklmnopqrstuvwxyz</a:t>
            </a:r>
            <a:r>
              <a:rPr lang="en-US" sz="1200" b="1">
                <a:solidFill>
                  <a:schemeClr val="tx1"/>
                </a:solidFill>
                <a:latin typeface="+mj-lt"/>
              </a:rPr>
              <a:t>{|}~¡¢£¤¥¦§¨©ª«¬®¯°±²³´¶·¸¹º»¼½ÀÁÂÃÄÅÆÇÈËÌÍÎÏÐÑÒÓÔÕÖ×ØÙÚÛÜÝÞßàáâãäåæçèéêëìíîïðñòóôõö÷øùúûüýþÿĀāĂăąĆćĊċ</a:t>
            </a:r>
            <a:r>
              <a:rPr lang="en-US" sz="1200" b="1" kern="1200">
                <a:solidFill>
                  <a:schemeClr val="tx1"/>
                </a:solidFill>
                <a:latin typeface="+mn-lt"/>
                <a:ea typeface="+mn-ea"/>
                <a:cs typeface="+mn-cs"/>
              </a:rPr>
              <a:t>Čč</a:t>
            </a:r>
            <a:r>
              <a:rPr lang="en-US" sz="1200" b="1">
                <a:solidFill>
                  <a:schemeClr val="tx1"/>
                </a:solidFill>
                <a:latin typeface="+mj-lt"/>
              </a:rPr>
              <a:t>ĎďĐđĒĖėĘęĚěĞğĠġĢģĪīĮįİıĶķĹĺĻļĽľŁłŃńŅņŇňŌŐőŒœŔŕŖŗŘřŚśŞşŠšŢţŤťŪūŮůŰűŲųŴŵŶŷŸŹźŻżŽžƒȘșˆˇ˘˙˚˛˜˝</a:t>
            </a:r>
            <a:r>
              <a:rPr lang="en-US" sz="1200" b="1" err="1">
                <a:solidFill>
                  <a:schemeClr val="tx1"/>
                </a:solidFill>
                <a:latin typeface="+mj-lt"/>
              </a:rPr>
              <a:t>ẀẁẃẄẅỲỳ</a:t>
            </a:r>
            <a:r>
              <a:rPr lang="en-US" sz="1200" b="1">
                <a:solidFill>
                  <a:schemeClr val="tx1"/>
                </a:solidFill>
                <a:latin typeface="+mj-lt"/>
              </a:rPr>
              <a:t>‘’‚“”„†‡•…‰‹›⁄€™ĀĀĂĂĄĄĆĆĊĊČČĎĎĐĐĒĒĖĖĘĘĚĚĞĞĠĠĢĢĪĪĮĮİĶĶĹĹĻĻĽĽŃŃŅŅŇŇŌŌŐŐŔŔŖŖŘŘŚŚŞŞŢŢŤŤŪŪŮŮŰŰŲŲŴŴŶŶŹŹŻŻȘș−≤≥</a:t>
            </a:r>
            <a:r>
              <a:rPr lang="en-US" sz="1200" b="1" err="1">
                <a:solidFill>
                  <a:schemeClr val="tx1"/>
                </a:solidFill>
                <a:latin typeface="+mj-lt"/>
              </a:rPr>
              <a:t>ﬁﬂΆΈΉΊΌΎΏΐΑΒΓΕΖΗΘΙΚΛΜΝΞΟΠΡΣΤΥΦΧΨΪΫΆΈΉΊΰ</a:t>
            </a:r>
            <a:r>
              <a:rPr lang="en-US" sz="1200" b="1">
                <a:solidFill>
                  <a:schemeClr val="tx1"/>
                </a:solidFill>
                <a:latin typeface="+mj-lt"/>
              </a:rPr>
              <a:t>αβγδεζηθικλνξορςΣΤΥΦΧΨΩΪΫΌΎΏЁЂЃЄЅІЇЈЉЊЋЌЎЏАБВГДЕЖЗИЙКЛМНОПРСТУФХЦЧШЩЪЫЬЭЮЯАБВГДЕЖЗИЙКЛМНОПРСТУФХЦЧШЩЪЫЬЭЮЯЁЂЃЄЅІЇЈЉЊЋЌЎЏѢѢѲѲѴѴҐҐәǽẀẁẂẃẄẅỲỳ№—–-</a:t>
            </a:r>
            <a:r>
              <a:rPr lang="en-US" sz="1200" b="1">
                <a:solidFill>
                  <a:schemeClr val="tx1"/>
                </a:solidFill>
                <a:latin typeface="Ericsson Hilda Light" panose="00000400000000000000" pitchFamily="2" charset="0"/>
              </a:rPr>
              <a:t>●</a:t>
            </a:r>
            <a:endParaRPr lang="en-US" sz="1200" b="1">
              <a:solidFill>
                <a:schemeClr val="tx1"/>
              </a:solidFill>
              <a:latin typeface="+mj-lt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tx1"/>
              </a:buClr>
              <a:buSzTx/>
              <a:buFont typeface="Ericsson Hilda Light" panose="00000400000000000000" pitchFamily="2" charset="0"/>
              <a:buNone/>
              <a:tabLst/>
              <a:defRPr/>
            </a:pPr>
            <a:r>
              <a:rPr lang="en-US" sz="1200" b="1" u="sng" err="1">
                <a:solidFill>
                  <a:schemeClr val="tx1"/>
                </a:solidFill>
                <a:latin typeface="+mn-lt"/>
              </a:rPr>
              <a:t>EricssonHilda+Bold</a:t>
            </a:r>
            <a:r>
              <a:rPr lang="en-US" sz="1200" b="1" u="sng">
                <a:solidFill>
                  <a:schemeClr val="tx1"/>
                </a:solidFill>
                <a:latin typeface="+mn-lt"/>
              </a:rPr>
              <a:t>(Bold):</a:t>
            </a:r>
            <a:r>
              <a:rPr lang="en-US" sz="1200" b="1">
                <a:solidFill>
                  <a:schemeClr val="tx1"/>
                </a:solidFill>
                <a:latin typeface="+mn-lt"/>
              </a:rPr>
              <a:t>!"#$%&amp;'()*+,./0123456789:;&lt;=&gt;?@ABCDEFGHIJKLMNOPQRSTUVWXYZ[\]^_`</a:t>
            </a:r>
            <a:r>
              <a:rPr lang="en-US" sz="1200" b="1" err="1">
                <a:solidFill>
                  <a:schemeClr val="tx1"/>
                </a:solidFill>
                <a:latin typeface="+mn-lt"/>
              </a:rPr>
              <a:t>abcdefghijklmnopqrstuvwxyz</a:t>
            </a:r>
            <a:r>
              <a:rPr lang="en-US" sz="1200" b="1">
                <a:solidFill>
                  <a:schemeClr val="tx1"/>
                </a:solidFill>
                <a:latin typeface="+mn-lt"/>
              </a:rPr>
              <a:t>{|}~¡¢£¤¥¦§¨©ª«¬®¯°±²³´¶·¸¹º»¼½ÀÁÂÃÄÅÆÇÈËÌÍÎÏÐÑÒÓÔÕÖ×ØÙÚÛÜÝÞßàáâãäåæçèéêëìíîïðñòóôõö÷øùúûüýþÿĀāĂăąĆćĊċČčĎďĐđĒĖėĘęĚěĞğĠġĢģĪīĮįİıĶķĹĺĻļĽľŁłŃńŅņŇňŌŐőŒœŔŕŖŗŘřŚśŞşŠšŢţŤťŪūŮůŰűŲųŴŵŶŷŸŹźŻżŽžƒȘșˆˇ˘˙˚˛˜˝</a:t>
            </a:r>
            <a:r>
              <a:rPr lang="en-US" sz="1200" b="1" err="1">
                <a:solidFill>
                  <a:schemeClr val="tx1"/>
                </a:solidFill>
                <a:latin typeface="+mn-lt"/>
              </a:rPr>
              <a:t>ẀẁẃẄẅỲỳ</a:t>
            </a:r>
            <a:r>
              <a:rPr lang="en-US" sz="1200" b="1">
                <a:solidFill>
                  <a:schemeClr val="tx1"/>
                </a:solidFill>
                <a:latin typeface="+mn-lt"/>
              </a:rPr>
              <a:t>‘’‚“”„†‡•…‰‹›⁄€™ĀĀĂĂĄĄĆĆĊĊČČĎĎĐĐĒĒĖĖĘĘĚĚĞĞĠĠĢĢĪĪĮĮİĶĶĹĹĻĻĽĽŃŃŅŅŇŇŌŌŐŐŔŔŖŖŘŘŚŚŞŞŢŢŤŤŪŪŮŮŰŰŲŲŴŴŶŶŹŹŻŻȘș−≤≥</a:t>
            </a:r>
            <a:r>
              <a:rPr lang="en-US" sz="1200" b="1" err="1">
                <a:solidFill>
                  <a:schemeClr val="tx1"/>
                </a:solidFill>
                <a:latin typeface="+mn-lt"/>
              </a:rPr>
              <a:t>ﬁﬂΆΈΉΊΌΎΏΐΑΒΓΕΖΗΘΙΚΛΜΝΞΟΠΡΣΤΥΦΧΨΪΫΆΈΉΊΰ</a:t>
            </a:r>
            <a:r>
              <a:rPr lang="en-US" sz="1200" b="1">
                <a:solidFill>
                  <a:schemeClr val="tx1"/>
                </a:solidFill>
                <a:latin typeface="+mn-lt"/>
              </a:rPr>
              <a:t>αβγδεζηθικλνξορςΣΤΥΦΧΨΩΪΫΌΎΏЁЂЃЄЅІЇЈЉЊЋЌЎЏАБВГДЕЖЗИЙКЛМНОПРСТУФХЦЧШЩЪЫЬЭЮЯАБВГДЕЖЗИЙКЛМНОПРСТУФХЦЧШЩЪЫЬЭЮЯЁЂЃЄЅІЇЈЉЊЋЌЎЏѢѢѲѲѴѴҐҐәǽẀẁẂẃẄẅỲỳ№—–- ●</a:t>
            </a:r>
            <a:endParaRPr lang="en-US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tx1"/>
              </a:buClr>
              <a:buSzTx/>
              <a:buFont typeface="Ericsson Hilda Light" panose="00000400000000000000" pitchFamily="2" charset="0"/>
              <a:buNone/>
              <a:tabLst/>
              <a:defRPr/>
            </a:pPr>
            <a:r>
              <a:rPr lang="en-US" sz="1200" b="0" u="sng" err="1">
                <a:solidFill>
                  <a:schemeClr val="tx1"/>
                </a:solidFill>
                <a:latin typeface="Ericsson Hilda ExtraBold" panose="00000900000000000000" pitchFamily="2" charset="0"/>
              </a:rPr>
              <a:t>EricssonHilda</a:t>
            </a:r>
            <a:r>
              <a:rPr lang="en-US" sz="1200" b="0" u="sng">
                <a:solidFill>
                  <a:schemeClr val="tx1"/>
                </a:solidFill>
                <a:latin typeface="Ericsson Hilda ExtraBold" panose="00000900000000000000" pitchFamily="2" charset="0"/>
              </a:rPr>
              <a:t>(</a:t>
            </a:r>
            <a:r>
              <a:rPr lang="en-US" sz="1200" b="0" u="sng" err="1">
                <a:solidFill>
                  <a:schemeClr val="tx1"/>
                </a:solidFill>
                <a:latin typeface="Ericsson Hilda ExtraBold" panose="00000900000000000000" pitchFamily="2" charset="0"/>
              </a:rPr>
              <a:t>ExtraBold</a:t>
            </a:r>
            <a:r>
              <a:rPr lang="en-US" sz="1200" b="0" u="sng">
                <a:solidFill>
                  <a:schemeClr val="tx1"/>
                </a:solidFill>
                <a:latin typeface="Ericsson Hilda ExtraBold" panose="00000900000000000000" pitchFamily="2" charset="0"/>
              </a:rPr>
              <a:t>):</a:t>
            </a:r>
            <a:r>
              <a:rPr lang="en-US" sz="1200" b="0">
                <a:solidFill>
                  <a:schemeClr val="tx1"/>
                </a:solidFill>
                <a:latin typeface="Ericsson Hilda ExtraBold" panose="00000900000000000000" pitchFamily="2" charset="0"/>
              </a:rPr>
              <a:t>!"#$%&amp;'()*+,./0123456789:;&lt;=&gt;?@ABCDEFGHIJKLMNOPQRSTUVWXYZ[\]^_`</a:t>
            </a:r>
            <a:r>
              <a:rPr lang="en-US" sz="1200" b="0" err="1">
                <a:solidFill>
                  <a:schemeClr val="tx1"/>
                </a:solidFill>
                <a:latin typeface="Ericsson Hilda ExtraBold" panose="00000900000000000000" pitchFamily="2" charset="0"/>
              </a:rPr>
              <a:t>abcdefghijklmnopqrstuvwxyz</a:t>
            </a:r>
            <a:r>
              <a:rPr lang="en-US" sz="1200" b="0">
                <a:solidFill>
                  <a:schemeClr val="tx1"/>
                </a:solidFill>
                <a:latin typeface="Ericsson Hilda ExtraBold" panose="00000900000000000000" pitchFamily="2" charset="0"/>
              </a:rPr>
              <a:t>{|}~¡¢£¤¥¦§¨©ª«¬®¯°±²³´¶·¸¹º»¼½ÀÁÂÃÄÅÆÇÈËÌÍÎÏÐÑÒÓÔÕÖ×ØÙÚÛÜÝÞßàáâãäåæçèéêëìíîïðñòóôõö÷øùúûüýþÿĀāĂăąĆćĊċ</a:t>
            </a:r>
            <a:r>
              <a:rPr lang="en-US" sz="1200" b="0" kern="1200">
                <a:solidFill>
                  <a:schemeClr val="tx1"/>
                </a:solidFill>
                <a:latin typeface="Ericsson Hilda ExtraBold" panose="00000900000000000000" pitchFamily="2" charset="0"/>
                <a:ea typeface="+mn-ea"/>
                <a:cs typeface="+mn-cs"/>
              </a:rPr>
              <a:t>Čč</a:t>
            </a:r>
            <a:r>
              <a:rPr lang="en-US" sz="1200" b="0">
                <a:solidFill>
                  <a:schemeClr val="tx1"/>
                </a:solidFill>
                <a:latin typeface="Ericsson Hilda ExtraBold" panose="00000900000000000000" pitchFamily="2" charset="0"/>
              </a:rPr>
              <a:t>ĎďĐđĒĖėĘęĚěĞğĠġĢģĪīĮįİıĶķĹĺĻļĽľŁłŃńŅņŇňŌŐőŒœŔŕŖŗŘřŚśŞşŠšŢţŤťŪūŮůŰűŲųŴŵŶŷŸŹźŻżŽžƒȘșˆˇ˘˙˚˛˜˝</a:t>
            </a:r>
            <a:r>
              <a:rPr lang="en-US" sz="1200" b="0" err="1">
                <a:solidFill>
                  <a:schemeClr val="tx1"/>
                </a:solidFill>
                <a:latin typeface="Ericsson Hilda ExtraBold" panose="00000900000000000000" pitchFamily="2" charset="0"/>
              </a:rPr>
              <a:t>ẀẁẃẄẅỲỳ</a:t>
            </a:r>
            <a:r>
              <a:rPr lang="en-US" sz="1200" b="0">
                <a:solidFill>
                  <a:schemeClr val="tx1"/>
                </a:solidFill>
                <a:latin typeface="Ericsson Hilda ExtraBold" panose="00000900000000000000" pitchFamily="2" charset="0"/>
              </a:rPr>
              <a:t>‘’‚“”„†‡•…‰‹›⁄€™ĀĀĂĂĄĄĆĆĊĊČČĎĎĐĐĒĒĖĖĘĘĚĚĞĞĠĠĢĢĪĪĮĮİĶĶĹĹĻĻĽĽŃŃŅŅŇŇŌŌŐŐŔŔŖŖŘŘŚŚŞŞŢŢŤŤŪŪŮŮŰŰŲŲŴŴŶŶŹŹŻŻȘș−≤≥</a:t>
            </a:r>
            <a:r>
              <a:rPr lang="en-US" sz="1200" b="0" err="1">
                <a:solidFill>
                  <a:schemeClr val="tx1"/>
                </a:solidFill>
                <a:latin typeface="Ericsson Hilda ExtraBold" panose="00000900000000000000" pitchFamily="2" charset="0"/>
              </a:rPr>
              <a:t>ﬁﬂΆΈΉΊΌΎΏΐΑΒΓΕΖΗΘΙΚΛΜΝΞΟΠΡΣΤΥΦΧΨΪΫΆΈΉΊΰ</a:t>
            </a:r>
            <a:r>
              <a:rPr lang="en-US" sz="1200" b="0">
                <a:solidFill>
                  <a:schemeClr val="tx1"/>
                </a:solidFill>
                <a:latin typeface="Ericsson Hilda ExtraBold" panose="00000900000000000000" pitchFamily="2" charset="0"/>
              </a:rPr>
              <a:t>αβγδεζηθικλνξορςΣΤΥΦΧΨΩΪΫΌΎΏЁЂЃЄЅІЇЈЉЊЋЌЎЏАБВГДЕЖЗИЙКЛМНОПРСТУФХЦЧШЩЪЫЬЭЮЯАБВГДЕЖЗИЙКЛМНОПРСТУФХЦЧШЩЪЫЬЭЮЯЁЂЃЄЅІЇЈЉЊЋЌЎЏѢѢѲѲѴѴҐҐәǽẀẁẂẃẄẅỲỳ№—–-●</a:t>
            </a:r>
            <a:endParaRPr lang="en-US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tx1"/>
              </a:buClr>
              <a:buSzTx/>
              <a:buFont typeface="Ericsson Hilda Light" panose="00000400000000000000" pitchFamily="2" charset="0"/>
              <a:buNone/>
              <a:tabLst/>
              <a:defRPr/>
            </a:pPr>
            <a:endParaRPr lang="en-US" sz="1200" b="1">
              <a:solidFill>
                <a:schemeClr val="tx1"/>
              </a:solidFill>
              <a:latin typeface="Ericsson Technical Icons" panose="00000500000000000000" pitchFamily="2" charset="0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tx1"/>
              </a:buClr>
              <a:buSzTx/>
              <a:buFont typeface="Ericsson Hilda Light" panose="00000400000000000000" pitchFamily="2" charset="0"/>
              <a:buNone/>
              <a:tabLst/>
              <a:defRPr/>
            </a:pPr>
            <a:r>
              <a:rPr lang="en-US" sz="1200" b="1">
                <a:solidFill>
                  <a:schemeClr val="tx1"/>
                </a:solidFill>
                <a:latin typeface="Ericsson Technical Icons" panose="00000500000000000000" pitchFamily="2" charset="0"/>
              </a:rPr>
              <a:t>B C D F G H I L M O P R S W X b c d f g h I l m o p r s w x</a:t>
            </a:r>
            <a:endParaRPr lang="en-US" sz="1200" b="1">
              <a:solidFill>
                <a:schemeClr val="tx1"/>
              </a:solidFill>
              <a:latin typeface="+mj-lt"/>
            </a:endParaRPr>
          </a:p>
        </p:txBody>
      </p:sp>
    </p:spTree>
    <p:extLst>
      <p:ext uri="{BB962C8B-B14F-4D97-AF65-F5344CB8AC3E}">
        <p14:creationId xmlns:p14="http://schemas.microsoft.com/office/powerpoint/2010/main" val="3564798922"/>
      </p:ext>
    </p:extLst>
  </p:cSld>
  <p:clrMapOvr>
    <a:masterClrMapping/>
  </p:clrMapOvr>
</p:sldLayout>
</file>

<file path=ppt/slideLayouts/slideLayout6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userDrawn="1">
  <p:cSld name="Keynote Cover Page w. white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Content Placeholder 2">
            <a:extLst>
              <a:ext uri="{FF2B5EF4-FFF2-40B4-BE49-F238E27FC236}">
                <a16:creationId xmlns:a16="http://schemas.microsoft.com/office/drawing/2014/main" id="{8F2554F4-437E-411D-B2B2-6A58D5858094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0" y="-3048"/>
            <a:ext cx="12192000" cy="6858000"/>
          </a:xfrm>
          <a:prstGeom prst="rect">
            <a:avLst/>
          </a:prstGeom>
          <a:solidFill>
            <a:schemeClr val="tx1"/>
          </a:solidFill>
        </p:spPr>
        <p:txBody>
          <a:bodyPr/>
          <a:lstStyle>
            <a:lvl1pPr marL="0" indent="0">
              <a:buNone/>
              <a:defRPr>
                <a:solidFill>
                  <a:schemeClr val="bg1"/>
                </a:solidFill>
              </a:defRPr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</a:lstStyle>
          <a:p>
            <a:pPr lvl="0"/>
            <a:r>
              <a:rPr lang="en-US"/>
              <a:t> </a:t>
            </a:r>
          </a:p>
        </p:txBody>
      </p:sp>
      <p:sp>
        <p:nvSpPr>
          <p:cNvPr id="9" name="Title_TM">
            <a:extLst>
              <a:ext uri="{FF2B5EF4-FFF2-40B4-BE49-F238E27FC236}">
                <a16:creationId xmlns:a16="http://schemas.microsoft.com/office/drawing/2014/main" id="{696C7C8F-5086-466A-8108-2FE0A8663D59}"/>
              </a:ext>
            </a:extLst>
          </p:cNvPr>
          <p:cNvSpPr>
            <a:spLocks noGrp="1" noChangeArrowheads="1"/>
          </p:cNvSpPr>
          <p:nvPr>
            <p:ph type="ctrTitle" hasCustomPrompt="1"/>
          </p:nvPr>
        </p:nvSpPr>
        <p:spPr>
          <a:xfrm>
            <a:off x="479425" y="476249"/>
            <a:ext cx="8353426" cy="3456000"/>
          </a:xfrm>
          <a:noFill/>
          <a:ln w="9525">
            <a:noFill/>
            <a:miter lim="800000"/>
            <a:headEnd/>
            <a:tailEnd/>
          </a:ln>
        </p:spPr>
        <p:txBody>
          <a:bodyPr anchor="t"/>
          <a:lstStyle>
            <a:lvl1pPr>
              <a:defRPr lang="en-US" sz="8000" b="0" dirty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Keynote cover page </a:t>
            </a:r>
            <a:br>
              <a:rPr lang="en-US"/>
            </a:br>
            <a:r>
              <a:rPr lang="en-US"/>
              <a:t>Ericsson Hilda Light 80pt, max 3-lines</a:t>
            </a:r>
          </a:p>
        </p:txBody>
      </p:sp>
      <p:sp>
        <p:nvSpPr>
          <p:cNvPr id="10" name="SubTitle_TM">
            <a:extLst>
              <a:ext uri="{FF2B5EF4-FFF2-40B4-BE49-F238E27FC236}">
                <a16:creationId xmlns:a16="http://schemas.microsoft.com/office/drawing/2014/main" id="{ED5DEA0B-CF0D-4EE6-B6A8-90BAF3DE8AF1}"/>
              </a:ext>
            </a:extLst>
          </p:cNvPr>
          <p:cNvSpPr>
            <a:spLocks noGrp="1" noChangeArrowheads="1"/>
          </p:cNvSpPr>
          <p:nvPr>
            <p:ph type="subTitle" idx="1" hasCustomPrompt="1"/>
          </p:nvPr>
        </p:nvSpPr>
        <p:spPr>
          <a:xfrm>
            <a:off x="479424" y="4149725"/>
            <a:ext cx="5472113" cy="2087563"/>
          </a:xfrm>
          <a:prstGeom prst="rect">
            <a:avLst/>
          </a:prstGeom>
        </p:spPr>
        <p:txBody>
          <a:bodyPr rIns="0" anchor="t"/>
          <a:lstStyle>
            <a:lvl1pPr marL="0" indent="0">
              <a:lnSpc>
                <a:spcPct val="100000"/>
              </a:lnSpc>
              <a:spcBef>
                <a:spcPts val="0"/>
              </a:spcBef>
              <a:buFont typeface="Ericsson Hilda Light" charset="0"/>
              <a:buNone/>
              <a:defRPr sz="2000" baseline="0">
                <a:solidFill>
                  <a:schemeClr val="bg1"/>
                </a:solidFill>
                <a:latin typeface="+mn-lt"/>
              </a:defRPr>
            </a:lvl1pPr>
          </a:lstStyle>
          <a:p>
            <a:r>
              <a:rPr lang="en-US"/>
              <a:t>Speaker,</a:t>
            </a:r>
            <a:br>
              <a:rPr lang="en-US"/>
            </a:br>
            <a:r>
              <a:rPr lang="en-US"/>
              <a:t>Ericsson Black, Ericsson Hilda 20pt</a:t>
            </a:r>
          </a:p>
        </p:txBody>
      </p:sp>
      <p:pic>
        <p:nvPicPr>
          <p:cNvPr id="7" name="Graphic 6">
            <a:extLst>
              <a:ext uri="{FF2B5EF4-FFF2-40B4-BE49-F238E27FC236}">
                <a16:creationId xmlns:a16="http://schemas.microsoft.com/office/drawing/2014/main" id="{7753C092-06FE-4B22-BAB1-EBEB69074D0F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1487410" y="476250"/>
            <a:ext cx="261523" cy="261523"/>
          </a:xfrm>
          <a:prstGeom prst="rect">
            <a:avLst/>
          </a:prstGeom>
        </p:spPr>
      </p:pic>
      <p:sp>
        <p:nvSpPr>
          <p:cNvPr id="8" name="txtfooterCopy" descr="{&#10; &quot;SkabelonDesign&quot;: {&#10; &quot;textualValue&quot;: &quot;&lt;key1/&gt;&quot;,&#10; &quot;bindingCollection&quot;: {&#10; &quot;key1&quot;: {&quot;SkabelonDesign&quot;:{&quot;type&quot;:&quot;Text&quot;,&quot;binding&quot;:&quot;Module.FooterText&quot;}}&#10; }&#10; }&#10;}">
            <a:extLst>
              <a:ext uri="{FF2B5EF4-FFF2-40B4-BE49-F238E27FC236}">
                <a16:creationId xmlns:a16="http://schemas.microsoft.com/office/drawing/2014/main" id="{866A1512-27D5-4CA8-94C5-10E56C30705D}"/>
              </a:ext>
            </a:extLst>
          </p:cNvPr>
          <p:cNvSpPr txBox="1"/>
          <p:nvPr userDrawn="1"/>
        </p:nvSpPr>
        <p:spPr>
          <a:xfrm>
            <a:off x="396000" y="6524625"/>
            <a:ext cx="65" cy="123111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marL="0" indent="0" algn="l">
              <a:buFontTx/>
              <a:buNone/>
            </a:pPr>
            <a:endParaRPr lang="en-US" sz="800" b="0" i="0" u="none">
              <a:solidFill>
                <a:schemeClr val="bg1"/>
              </a:solidFill>
              <a:latin typeface="+mn-lt"/>
            </a:endParaRPr>
          </a:p>
        </p:txBody>
      </p:sp>
      <p:sp>
        <p:nvSpPr>
          <p:cNvPr id="11" name="FirstDividerHider">
            <a:extLst>
              <a:ext uri="{FF2B5EF4-FFF2-40B4-BE49-F238E27FC236}">
                <a16:creationId xmlns:a16="http://schemas.microsoft.com/office/drawing/2014/main" id="{30276571-778A-43C8-820D-4E055433343F}"/>
              </a:ext>
            </a:extLst>
          </p:cNvPr>
          <p:cNvSpPr/>
          <p:nvPr userDrawn="1"/>
        </p:nvSpPr>
        <p:spPr bwMode="auto">
          <a:xfrm>
            <a:off x="396000" y="6408751"/>
            <a:ext cx="79513" cy="262393"/>
          </a:xfrm>
          <a:prstGeom prst="rect">
            <a:avLst/>
          </a:prstGeom>
          <a:solidFill>
            <a:schemeClr val="tx2"/>
          </a:solidFill>
          <a:ln w="1270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rot="0" spcFirstLastPara="0" vertOverflow="overflow" horzOverflow="overflow" vert="horz" wrap="square" lIns="72000" tIns="36000" rIns="73152" bIns="36576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marL="357188" marR="0" indent="-357188" algn="l" defTabSz="914400" rtl="0" eaLnBrk="1" fontAlgn="base" latinLnBrk="0" hangingPunct="1">
              <a:lnSpc>
                <a:spcPct val="100000"/>
              </a:lnSpc>
              <a:spcBef>
                <a:spcPts val="300"/>
              </a:spcBef>
              <a:spcAft>
                <a:spcPct val="0"/>
              </a:spcAft>
              <a:buClrTx/>
              <a:buSzTx/>
              <a:buFont typeface="Ericsson Hilda" panose="00000500000000000000" pitchFamily="2" charset="0"/>
              <a:buChar char="—"/>
              <a:tabLst/>
            </a:pPr>
            <a:endParaRPr kumimoji="0" lang="en-US" sz="2000" b="0" i="0" u="none" strike="noStrike" cap="none" normalizeH="0" baseline="0">
              <a:ln>
                <a:noFill/>
              </a:ln>
              <a:solidFill>
                <a:schemeClr val="bg1"/>
              </a:solidFill>
              <a:effectLst/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1057047302"/>
      </p:ext>
    </p:extLst>
  </p:cSld>
  <p:clrMapOvr>
    <a:masterClrMapping/>
  </p:clrMapOvr>
  <p:hf sldNum="0" hdr="0" ftr="0"/>
</p:sldLayout>
</file>

<file path=ppt/slideLayouts/slideLayout69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_SM"/>
          <p:cNvSpPr>
            <a:spLocks noGrp="1" noChangeArrowheads="1"/>
          </p:cNvSpPr>
          <p:nvPr>
            <p:ph type="title" hasCustomPrompt="1"/>
          </p:nvPr>
        </p:nvSpPr>
        <p:spPr bwMode="auto">
          <a:xfrm>
            <a:off x="479424" y="476250"/>
            <a:ext cx="8353425" cy="10810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72000" tIns="36000" rIns="0" bIns="0" numCol="1" anchor="t" anchorCtr="0" compatLnSpc="1">
            <a:prstTxWarp prst="textNoShape">
              <a:avLst/>
            </a:prstTxWarp>
            <a:noAutofit/>
          </a:bodyPr>
          <a:lstStyle>
            <a:lvl1pPr>
              <a:defRPr/>
            </a:lvl1pPr>
          </a:lstStyle>
          <a:p>
            <a:pPr lvl="0"/>
            <a:r>
              <a:rPr lang="en-US"/>
              <a:t>Slide title, Ericsson Hilda Light 40pt, Ericsson Black, max 2-lines</a:t>
            </a:r>
          </a:p>
        </p:txBody>
      </p:sp>
    </p:spTree>
    <p:extLst>
      <p:ext uri="{BB962C8B-B14F-4D97-AF65-F5344CB8AC3E}">
        <p14:creationId xmlns:p14="http://schemas.microsoft.com/office/powerpoint/2010/main" val="2764739606"/>
      </p:ext>
    </p:extLst>
  </p:cSld>
  <p:clrMapOvr>
    <a:masterClrMapping/>
  </p:clrMapOvr>
</p:sldLayout>
</file>

<file path=ppt/slideLayouts/slideLayout70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E69D1EC-7035-7162-3D49-453CAB62AA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BFCA374-22C6-10E4-B949-DB8D84B0CF8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20A6CEB-EDCC-F2FE-4644-905994864AE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AB07A04-4D14-4FB4-ABC3-4FF79A2401A4}" type="datetimeFigureOut">
              <a:rPr lang="en-US" smtClean="0"/>
              <a:t>8/27/2026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B373BD8-4B85-9069-3BD9-B47B39CD1C8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D4C07A9-583F-83A7-FC2A-8C48950B108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CFE183-6F7B-4689-9F59-5F64BE4E648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93603059"/>
      </p:ext>
    </p:extLst>
  </p:cSld>
  <p:clrMapOvr>
    <a:masterClrMapping/>
  </p:clrMapOvr>
</p:sldLayout>
</file>

<file path=ppt/slideLayouts/slideLayout7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BE074EB-9121-12F5-0BB1-B62827FFC08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AD35119-7FD8-4D80-EA3D-B3AC4F3ED3A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29989CB-11D3-C644-1FEF-B88D9467183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9BC93B-D740-4A24-9033-971140705A34}" type="datetimeFigureOut">
              <a:rPr lang="en-US" smtClean="0"/>
              <a:t>8/27/2026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0528F01-86E2-7CCD-961D-1736AD602F8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0F2DABC-0E7B-9D4B-E47D-02AF5B93F3C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1644C3-3010-471A-8BD1-91611E72370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2616205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26" Type="http://schemas.openxmlformats.org/officeDocument/2006/relationships/slideLayout" Target="../slideLayouts/slideLayout26.xml"/><Relationship Id="rId39" Type="http://schemas.openxmlformats.org/officeDocument/2006/relationships/slideLayout" Target="../slideLayouts/slideLayout39.xml"/><Relationship Id="rId21" Type="http://schemas.openxmlformats.org/officeDocument/2006/relationships/slideLayout" Target="../slideLayouts/slideLayout21.xml"/><Relationship Id="rId34" Type="http://schemas.openxmlformats.org/officeDocument/2006/relationships/slideLayout" Target="../slideLayouts/slideLayout34.xml"/><Relationship Id="rId42" Type="http://schemas.openxmlformats.org/officeDocument/2006/relationships/slideLayout" Target="../slideLayouts/slideLayout42.xml"/><Relationship Id="rId47" Type="http://schemas.openxmlformats.org/officeDocument/2006/relationships/slideLayout" Target="../slideLayouts/slideLayout47.xml"/><Relationship Id="rId50" Type="http://schemas.openxmlformats.org/officeDocument/2006/relationships/slideLayout" Target="../slideLayouts/slideLayout50.xml"/><Relationship Id="rId55" Type="http://schemas.openxmlformats.org/officeDocument/2006/relationships/theme" Target="../theme/theme1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9" Type="http://schemas.openxmlformats.org/officeDocument/2006/relationships/slideLayout" Target="../slideLayouts/slideLayout29.xml"/><Relationship Id="rId11" Type="http://schemas.openxmlformats.org/officeDocument/2006/relationships/slideLayout" Target="../slideLayouts/slideLayout11.xml"/><Relationship Id="rId24" Type="http://schemas.openxmlformats.org/officeDocument/2006/relationships/slideLayout" Target="../slideLayouts/slideLayout24.xml"/><Relationship Id="rId32" Type="http://schemas.openxmlformats.org/officeDocument/2006/relationships/slideLayout" Target="../slideLayouts/slideLayout32.xml"/><Relationship Id="rId37" Type="http://schemas.openxmlformats.org/officeDocument/2006/relationships/slideLayout" Target="../slideLayouts/slideLayout37.xml"/><Relationship Id="rId40" Type="http://schemas.openxmlformats.org/officeDocument/2006/relationships/slideLayout" Target="../slideLayouts/slideLayout40.xml"/><Relationship Id="rId45" Type="http://schemas.openxmlformats.org/officeDocument/2006/relationships/slideLayout" Target="../slideLayouts/slideLayout45.xml"/><Relationship Id="rId53" Type="http://schemas.openxmlformats.org/officeDocument/2006/relationships/slideLayout" Target="../slideLayouts/slideLayout53.xml"/><Relationship Id="rId5" Type="http://schemas.openxmlformats.org/officeDocument/2006/relationships/slideLayout" Target="../slideLayouts/slideLayout5.xml"/><Relationship Id="rId19" Type="http://schemas.openxmlformats.org/officeDocument/2006/relationships/slideLayout" Target="../slideLayouts/slideLayout19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Relationship Id="rId27" Type="http://schemas.openxmlformats.org/officeDocument/2006/relationships/slideLayout" Target="../slideLayouts/slideLayout27.xml"/><Relationship Id="rId30" Type="http://schemas.openxmlformats.org/officeDocument/2006/relationships/slideLayout" Target="../slideLayouts/slideLayout30.xml"/><Relationship Id="rId35" Type="http://schemas.openxmlformats.org/officeDocument/2006/relationships/slideLayout" Target="../slideLayouts/slideLayout35.xml"/><Relationship Id="rId43" Type="http://schemas.openxmlformats.org/officeDocument/2006/relationships/slideLayout" Target="../slideLayouts/slideLayout43.xml"/><Relationship Id="rId48" Type="http://schemas.openxmlformats.org/officeDocument/2006/relationships/slideLayout" Target="../slideLayouts/slideLayout48.xml"/><Relationship Id="rId56" Type="http://schemas.openxmlformats.org/officeDocument/2006/relationships/image" Target="../media/image1.emf"/><Relationship Id="rId8" Type="http://schemas.openxmlformats.org/officeDocument/2006/relationships/slideLayout" Target="../slideLayouts/slideLayout8.xml"/><Relationship Id="rId51" Type="http://schemas.openxmlformats.org/officeDocument/2006/relationships/slideLayout" Target="../slideLayouts/slideLayout51.xml"/><Relationship Id="rId3" Type="http://schemas.openxmlformats.org/officeDocument/2006/relationships/slideLayout" Target="../slideLayouts/slideLayout3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slideLayout" Target="../slideLayouts/slideLayout25.xml"/><Relationship Id="rId33" Type="http://schemas.openxmlformats.org/officeDocument/2006/relationships/slideLayout" Target="../slideLayouts/slideLayout33.xml"/><Relationship Id="rId38" Type="http://schemas.openxmlformats.org/officeDocument/2006/relationships/slideLayout" Target="../slideLayouts/slideLayout38.xml"/><Relationship Id="rId46" Type="http://schemas.openxmlformats.org/officeDocument/2006/relationships/slideLayout" Target="../slideLayouts/slideLayout46.xml"/><Relationship Id="rId20" Type="http://schemas.openxmlformats.org/officeDocument/2006/relationships/slideLayout" Target="../slideLayouts/slideLayout20.xml"/><Relationship Id="rId41" Type="http://schemas.openxmlformats.org/officeDocument/2006/relationships/slideLayout" Target="../slideLayouts/slideLayout41.xml"/><Relationship Id="rId54" Type="http://schemas.openxmlformats.org/officeDocument/2006/relationships/slideLayout" Target="../slideLayouts/slideLayout54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28" Type="http://schemas.openxmlformats.org/officeDocument/2006/relationships/slideLayout" Target="../slideLayouts/slideLayout28.xml"/><Relationship Id="rId36" Type="http://schemas.openxmlformats.org/officeDocument/2006/relationships/slideLayout" Target="../slideLayouts/slideLayout36.xml"/><Relationship Id="rId49" Type="http://schemas.openxmlformats.org/officeDocument/2006/relationships/slideLayout" Target="../slideLayouts/slideLayout49.xml"/><Relationship Id="rId57" Type="http://schemas.openxmlformats.org/officeDocument/2006/relationships/image" Target="../media/image2.svg"/><Relationship Id="rId10" Type="http://schemas.openxmlformats.org/officeDocument/2006/relationships/slideLayout" Target="../slideLayouts/slideLayout10.xml"/><Relationship Id="rId31" Type="http://schemas.openxmlformats.org/officeDocument/2006/relationships/slideLayout" Target="../slideLayouts/slideLayout31.xml"/><Relationship Id="rId44" Type="http://schemas.openxmlformats.org/officeDocument/2006/relationships/slideLayout" Target="../slideLayouts/slideLayout44.xml"/><Relationship Id="rId52" Type="http://schemas.openxmlformats.org/officeDocument/2006/relationships/slideLayout" Target="../slideLayouts/slideLayout52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62.xml"/><Relationship Id="rId13" Type="http://schemas.openxmlformats.org/officeDocument/2006/relationships/slideLayout" Target="../slideLayouts/slideLayout67.xml"/><Relationship Id="rId18" Type="http://schemas.openxmlformats.org/officeDocument/2006/relationships/theme" Target="../theme/theme2.xml"/><Relationship Id="rId3" Type="http://schemas.openxmlformats.org/officeDocument/2006/relationships/slideLayout" Target="../slideLayouts/slideLayout57.xml"/><Relationship Id="rId7" Type="http://schemas.openxmlformats.org/officeDocument/2006/relationships/slideLayout" Target="../slideLayouts/slideLayout61.xml"/><Relationship Id="rId12" Type="http://schemas.openxmlformats.org/officeDocument/2006/relationships/slideLayout" Target="../slideLayouts/slideLayout66.xml"/><Relationship Id="rId17" Type="http://schemas.openxmlformats.org/officeDocument/2006/relationships/slideLayout" Target="../slideLayouts/slideLayout71.xml"/><Relationship Id="rId2" Type="http://schemas.openxmlformats.org/officeDocument/2006/relationships/slideLayout" Target="../slideLayouts/slideLayout56.xml"/><Relationship Id="rId16" Type="http://schemas.openxmlformats.org/officeDocument/2006/relationships/slideLayout" Target="../slideLayouts/slideLayout70.xml"/><Relationship Id="rId1" Type="http://schemas.openxmlformats.org/officeDocument/2006/relationships/slideLayout" Target="../slideLayouts/slideLayout55.xml"/><Relationship Id="rId6" Type="http://schemas.openxmlformats.org/officeDocument/2006/relationships/slideLayout" Target="../slideLayouts/slideLayout60.xml"/><Relationship Id="rId11" Type="http://schemas.openxmlformats.org/officeDocument/2006/relationships/slideLayout" Target="../slideLayouts/slideLayout65.xml"/><Relationship Id="rId5" Type="http://schemas.openxmlformats.org/officeDocument/2006/relationships/slideLayout" Target="../slideLayouts/slideLayout59.xml"/><Relationship Id="rId15" Type="http://schemas.openxmlformats.org/officeDocument/2006/relationships/slideLayout" Target="../slideLayouts/slideLayout69.xml"/><Relationship Id="rId10" Type="http://schemas.openxmlformats.org/officeDocument/2006/relationships/slideLayout" Target="../slideLayouts/slideLayout64.xml"/><Relationship Id="rId19" Type="http://schemas.openxmlformats.org/officeDocument/2006/relationships/image" Target="../media/image4.svg"/><Relationship Id="rId4" Type="http://schemas.openxmlformats.org/officeDocument/2006/relationships/slideLayout" Target="../slideLayouts/slideLayout58.xml"/><Relationship Id="rId9" Type="http://schemas.openxmlformats.org/officeDocument/2006/relationships/slideLayout" Target="../slideLayouts/slideLayout63.xml"/><Relationship Id="rId14" Type="http://schemas.openxmlformats.org/officeDocument/2006/relationships/slideLayout" Target="../slideLayouts/slideLayout68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06" name="Title_SM"/>
          <p:cNvSpPr>
            <a:spLocks noGrp="1" noChangeArrowheads="1"/>
          </p:cNvSpPr>
          <p:nvPr>
            <p:ph type="title"/>
          </p:nvPr>
        </p:nvSpPr>
        <p:spPr bwMode="auto">
          <a:xfrm>
            <a:off x="479424" y="476250"/>
            <a:ext cx="10501293" cy="10810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72000" tIns="36000" rIns="73152" bIns="36576" numCol="1" anchor="t" anchorCtr="0" compatLnSpc="1">
            <a:prstTxWarp prst="textNoShape">
              <a:avLst/>
            </a:prstTxWarp>
            <a:noAutofit/>
          </a:bodyPr>
          <a:lstStyle/>
          <a:p>
            <a:pPr lvl="0"/>
            <a:r>
              <a:rPr lang="en-US"/>
              <a:t>Slide title, Ericsson Hilda Light 40pt, Ericsson Black, max 2-lines</a:t>
            </a:r>
          </a:p>
        </p:txBody>
      </p:sp>
      <p:sp>
        <p:nvSpPr>
          <p:cNvPr id="8" name="Text Placeholder 2">
            <a:extLst>
              <a:ext uri="{FF2B5EF4-FFF2-40B4-BE49-F238E27FC236}">
                <a16:creationId xmlns:a16="http://schemas.microsoft.com/office/drawing/2014/main" id="{483145CE-A2DE-4236-A4F9-8AE088671CA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79425" y="1844674"/>
            <a:ext cx="11233150" cy="4392613"/>
          </a:xfrm>
          <a:prstGeom prst="rect">
            <a:avLst/>
          </a:prstGeom>
        </p:spPr>
        <p:txBody>
          <a:bodyPr vert="horz" lIns="72000" tIns="36000" rIns="72000" bIns="36000" rtlCol="0">
            <a:no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  <a:p>
            <a:pPr lvl="5"/>
            <a:r>
              <a:rPr lang="en-US"/>
              <a:t>6</a:t>
            </a:r>
          </a:p>
          <a:p>
            <a:pPr lvl="6"/>
            <a:r>
              <a:rPr lang="en-US"/>
              <a:t>7</a:t>
            </a:r>
          </a:p>
          <a:p>
            <a:pPr lvl="7"/>
            <a:r>
              <a:rPr lang="en-US"/>
              <a:t>8</a:t>
            </a:r>
          </a:p>
          <a:p>
            <a:pPr lvl="8"/>
            <a:r>
              <a:rPr lang="en-US"/>
              <a:t>9</a:t>
            </a:r>
          </a:p>
        </p:txBody>
      </p:sp>
      <p:pic>
        <p:nvPicPr>
          <p:cNvPr id="2" name="Logo">
            <a:extLst>
              <a:ext uri="{FF2B5EF4-FFF2-40B4-BE49-F238E27FC236}">
                <a16:creationId xmlns:a16="http://schemas.microsoft.com/office/drawing/2014/main" id="{ADDB58AC-4EFC-E7F9-0735-7729D36BFF82}"/>
              </a:ext>
            </a:extLst>
          </p:cNvPr>
          <p:cNvPicPr>
            <a:picLocks noChangeAspect="1"/>
          </p:cNvPicPr>
          <p:nvPr userDrawn="1"/>
        </p:nvPicPr>
        <p:blipFill>
          <a:blip r:embed="rId5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379841" y="429421"/>
            <a:ext cx="482228" cy="482439"/>
          </a:xfrm>
          <a:prstGeom prst="rect">
            <a:avLst/>
          </a:prstGeom>
        </p:spPr>
      </p:pic>
      <p:pic>
        <p:nvPicPr>
          <p:cNvPr id="4" name="Graphic 6">
            <a:extLst>
              <a:ext uri="{FF2B5EF4-FFF2-40B4-BE49-F238E27FC236}">
                <a16:creationId xmlns:a16="http://schemas.microsoft.com/office/drawing/2014/main" id="{D8E67127-9474-DA03-81EB-4CAAC01E05A8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57"/>
              </a:ext>
            </a:extLst>
          </a:blip>
          <a:stretch>
            <a:fillRect/>
          </a:stretch>
        </p:blipFill>
        <p:spPr>
          <a:xfrm>
            <a:off x="11236431" y="1165702"/>
            <a:ext cx="773481" cy="39163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6724650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725" r:id="rId3"/>
    <p:sldLayoutId id="2147483728" r:id="rId4"/>
    <p:sldLayoutId id="2147483726" r:id="rId5"/>
    <p:sldLayoutId id="2147483734" r:id="rId6"/>
    <p:sldLayoutId id="2147483735" r:id="rId7"/>
    <p:sldLayoutId id="2147483730" r:id="rId8"/>
    <p:sldLayoutId id="2147483727" r:id="rId9"/>
    <p:sldLayoutId id="2147483729" r:id="rId10"/>
    <p:sldLayoutId id="2147483663" r:id="rId11"/>
    <p:sldLayoutId id="2147483664" r:id="rId12"/>
    <p:sldLayoutId id="2147483665" r:id="rId13"/>
    <p:sldLayoutId id="2147483666" r:id="rId14"/>
    <p:sldLayoutId id="2147483667" r:id="rId15"/>
    <p:sldLayoutId id="2147483668" r:id="rId16"/>
    <p:sldLayoutId id="2147483669" r:id="rId17"/>
    <p:sldLayoutId id="2147483670" r:id="rId18"/>
    <p:sldLayoutId id="2147483671" r:id="rId19"/>
    <p:sldLayoutId id="2147483672" r:id="rId20"/>
    <p:sldLayoutId id="2147483673" r:id="rId21"/>
    <p:sldLayoutId id="2147483674" r:id="rId22"/>
    <p:sldLayoutId id="2147483675" r:id="rId23"/>
    <p:sldLayoutId id="2147483676" r:id="rId24"/>
    <p:sldLayoutId id="2147483677" r:id="rId25"/>
    <p:sldLayoutId id="2147483678" r:id="rId26"/>
    <p:sldLayoutId id="2147483679" r:id="rId27"/>
    <p:sldLayoutId id="2147483680" r:id="rId28"/>
    <p:sldLayoutId id="2147483681" r:id="rId29"/>
    <p:sldLayoutId id="2147483682" r:id="rId30"/>
    <p:sldLayoutId id="2147483683" r:id="rId31"/>
    <p:sldLayoutId id="2147483684" r:id="rId32"/>
    <p:sldLayoutId id="2147483685" r:id="rId33"/>
    <p:sldLayoutId id="2147483686" r:id="rId34"/>
    <p:sldLayoutId id="2147483687" r:id="rId35"/>
    <p:sldLayoutId id="2147483688" r:id="rId36"/>
    <p:sldLayoutId id="2147483689" r:id="rId37"/>
    <p:sldLayoutId id="2147483690" r:id="rId38"/>
    <p:sldLayoutId id="2147483691" r:id="rId39"/>
    <p:sldLayoutId id="2147483692" r:id="rId40"/>
    <p:sldLayoutId id="2147483693" r:id="rId41"/>
    <p:sldLayoutId id="2147483694" r:id="rId42"/>
    <p:sldLayoutId id="2147483695" r:id="rId43"/>
    <p:sldLayoutId id="2147483696" r:id="rId44"/>
    <p:sldLayoutId id="2147483697" r:id="rId45"/>
    <p:sldLayoutId id="2147483698" r:id="rId46"/>
    <p:sldLayoutId id="2147483699" r:id="rId47"/>
    <p:sldLayoutId id="2147483700" r:id="rId48"/>
    <p:sldLayoutId id="2147483701" r:id="rId49"/>
    <p:sldLayoutId id="2147483702" r:id="rId50"/>
    <p:sldLayoutId id="2147483703" r:id="rId51"/>
    <p:sldLayoutId id="2147483704" r:id="rId52"/>
    <p:sldLayoutId id="2147483705" r:id="rId53"/>
    <p:sldLayoutId id="2147483706" r:id="rId54"/>
  </p:sldLayoutIdLst>
  <p:hf sldNum="0" hdr="0" ftr="0" dt="0"/>
  <p:txStyles>
    <p:titleStyle>
      <a:lvl1pPr algn="l" rtl="0" eaLnBrk="1" fontAlgn="base" hangingPunct="1">
        <a:lnSpc>
          <a:spcPct val="85000"/>
        </a:lnSpc>
        <a:spcBef>
          <a:spcPts val="300"/>
        </a:spcBef>
        <a:spcAft>
          <a:spcPct val="0"/>
        </a:spcAft>
        <a:defRPr sz="4000" kern="1400" spc="-160">
          <a:solidFill>
            <a:schemeClr val="tx1"/>
          </a:solidFill>
          <a:latin typeface="+mj-lt"/>
          <a:ea typeface="+mj-ea"/>
          <a:cs typeface="+mj-cs"/>
        </a:defRPr>
      </a:lvl1pPr>
      <a:lvl2pPr algn="l" rtl="0" eaLnBrk="1" fontAlgn="base" hangingPunct="1">
        <a:lnSpc>
          <a:spcPct val="85000"/>
        </a:lnSpc>
        <a:spcBef>
          <a:spcPct val="0"/>
        </a:spcBef>
        <a:spcAft>
          <a:spcPct val="0"/>
        </a:spcAft>
        <a:defRPr sz="4000">
          <a:solidFill>
            <a:schemeClr val="tx1"/>
          </a:solidFill>
          <a:latin typeface="Ericsson Hilda" pitchFamily="2" charset="0"/>
        </a:defRPr>
      </a:lvl2pPr>
      <a:lvl3pPr algn="l" rtl="0" eaLnBrk="1" fontAlgn="base" hangingPunct="1">
        <a:lnSpc>
          <a:spcPct val="85000"/>
        </a:lnSpc>
        <a:spcBef>
          <a:spcPct val="0"/>
        </a:spcBef>
        <a:spcAft>
          <a:spcPct val="0"/>
        </a:spcAft>
        <a:defRPr sz="4000">
          <a:solidFill>
            <a:schemeClr val="tx1"/>
          </a:solidFill>
          <a:latin typeface="Ericsson Hilda" pitchFamily="2" charset="0"/>
        </a:defRPr>
      </a:lvl3pPr>
      <a:lvl4pPr algn="l" rtl="0" eaLnBrk="1" fontAlgn="base" hangingPunct="1">
        <a:lnSpc>
          <a:spcPct val="85000"/>
        </a:lnSpc>
        <a:spcBef>
          <a:spcPct val="0"/>
        </a:spcBef>
        <a:spcAft>
          <a:spcPct val="0"/>
        </a:spcAft>
        <a:defRPr sz="4000">
          <a:solidFill>
            <a:schemeClr val="tx1"/>
          </a:solidFill>
          <a:latin typeface="Ericsson Hilda" pitchFamily="2" charset="0"/>
        </a:defRPr>
      </a:lvl4pPr>
      <a:lvl5pPr algn="l" rtl="0" eaLnBrk="1" fontAlgn="base" hangingPunct="1">
        <a:lnSpc>
          <a:spcPct val="85000"/>
        </a:lnSpc>
        <a:spcBef>
          <a:spcPct val="0"/>
        </a:spcBef>
        <a:spcAft>
          <a:spcPct val="0"/>
        </a:spcAft>
        <a:defRPr sz="4000">
          <a:solidFill>
            <a:schemeClr val="tx1"/>
          </a:solidFill>
          <a:latin typeface="Ericsson Hilda" pitchFamily="2" charset="0"/>
        </a:defRPr>
      </a:lvl5pPr>
      <a:lvl6pPr marL="457200" algn="l" rtl="0" eaLnBrk="1" fontAlgn="base" hangingPunct="1">
        <a:spcBef>
          <a:spcPct val="0"/>
        </a:spcBef>
        <a:spcAft>
          <a:spcPct val="0"/>
        </a:spcAft>
        <a:defRPr sz="3200">
          <a:solidFill>
            <a:schemeClr val="tx1"/>
          </a:solidFill>
          <a:latin typeface="Ericsson Hilda" pitchFamily="2" charset="0"/>
        </a:defRPr>
      </a:lvl6pPr>
      <a:lvl7pPr marL="914400" algn="l" rtl="0" eaLnBrk="1" fontAlgn="base" hangingPunct="1">
        <a:spcBef>
          <a:spcPct val="0"/>
        </a:spcBef>
        <a:spcAft>
          <a:spcPct val="0"/>
        </a:spcAft>
        <a:defRPr sz="3200">
          <a:solidFill>
            <a:schemeClr val="tx1"/>
          </a:solidFill>
          <a:latin typeface="Ericsson Hilda" pitchFamily="2" charset="0"/>
        </a:defRPr>
      </a:lvl7pPr>
      <a:lvl8pPr marL="1371600" algn="l" rtl="0" eaLnBrk="1" fontAlgn="base" hangingPunct="1">
        <a:spcBef>
          <a:spcPct val="0"/>
        </a:spcBef>
        <a:spcAft>
          <a:spcPct val="0"/>
        </a:spcAft>
        <a:defRPr sz="3200">
          <a:solidFill>
            <a:schemeClr val="tx1"/>
          </a:solidFill>
          <a:latin typeface="Ericsson Hilda" pitchFamily="2" charset="0"/>
        </a:defRPr>
      </a:lvl8pPr>
      <a:lvl9pPr marL="1828800" algn="l" rtl="0" eaLnBrk="1" fontAlgn="base" hangingPunct="1">
        <a:spcBef>
          <a:spcPct val="0"/>
        </a:spcBef>
        <a:spcAft>
          <a:spcPct val="0"/>
        </a:spcAft>
        <a:defRPr sz="3200">
          <a:solidFill>
            <a:schemeClr val="tx1"/>
          </a:solidFill>
          <a:latin typeface="Ericsson Hilda" pitchFamily="2" charset="0"/>
        </a:defRPr>
      </a:lvl9pPr>
    </p:titleStyle>
    <p:bodyStyle>
      <a:lvl1pPr marL="265113" indent="-265113" algn="l" rtl="0" eaLnBrk="1" fontAlgn="base" hangingPunct="1">
        <a:spcBef>
          <a:spcPts val="800"/>
        </a:spcBef>
        <a:spcAft>
          <a:spcPct val="0"/>
        </a:spcAft>
        <a:buClrTx/>
        <a:buFont typeface="Ericsson Hilda" panose="00000500000000000000" pitchFamily="2" charset="0"/>
        <a:buChar char="●"/>
        <a:defRPr sz="2000" kern="1000" spc="-30">
          <a:solidFill>
            <a:schemeClr val="tx1"/>
          </a:solidFill>
          <a:latin typeface="+mn-lt"/>
          <a:ea typeface="+mn-ea"/>
          <a:cs typeface="+mn-cs"/>
        </a:defRPr>
      </a:lvl1pPr>
      <a:lvl2pPr marL="538163" indent="-273050" algn="l" rtl="0" eaLnBrk="1" fontAlgn="base" hangingPunct="1">
        <a:spcBef>
          <a:spcPts val="800"/>
        </a:spcBef>
        <a:spcAft>
          <a:spcPct val="0"/>
        </a:spcAft>
        <a:buClrTx/>
        <a:buFont typeface="Ericsson Hilda" panose="00000500000000000000" pitchFamily="2" charset="0"/>
        <a:buChar char="–"/>
        <a:defRPr sz="2000" kern="1000" spc="-30">
          <a:solidFill>
            <a:schemeClr val="tx1"/>
          </a:solidFill>
          <a:latin typeface="+mn-lt"/>
        </a:defRPr>
      </a:lvl2pPr>
      <a:lvl3pPr marL="803275" indent="-265113" algn="l" rtl="0" eaLnBrk="1" fontAlgn="base" hangingPunct="1">
        <a:spcBef>
          <a:spcPts val="800"/>
        </a:spcBef>
        <a:spcAft>
          <a:spcPct val="0"/>
        </a:spcAft>
        <a:buClrTx/>
        <a:buFont typeface="Ericsson Hilda" panose="00000500000000000000" pitchFamily="2" charset="0"/>
        <a:buChar char="●"/>
        <a:defRPr sz="2000" kern="1000" spc="-30">
          <a:solidFill>
            <a:schemeClr val="tx1"/>
          </a:solidFill>
          <a:latin typeface="+mn-lt"/>
        </a:defRPr>
      </a:lvl3pPr>
      <a:lvl4pPr marL="1076325" indent="-273050" algn="l" rtl="0" eaLnBrk="1" fontAlgn="base" hangingPunct="1">
        <a:spcBef>
          <a:spcPts val="800"/>
        </a:spcBef>
        <a:spcAft>
          <a:spcPct val="0"/>
        </a:spcAft>
        <a:buClrTx/>
        <a:buFont typeface="Ericsson Hilda" panose="00000500000000000000" pitchFamily="2" charset="0"/>
        <a:buChar char="–"/>
        <a:defRPr sz="2000" kern="1000" spc="-30">
          <a:solidFill>
            <a:schemeClr val="tx1"/>
          </a:solidFill>
          <a:latin typeface="+mn-lt"/>
        </a:defRPr>
      </a:lvl4pPr>
      <a:lvl5pPr marL="1341438" indent="-265113" algn="l" rtl="0" eaLnBrk="1" fontAlgn="base" hangingPunct="1">
        <a:spcBef>
          <a:spcPts val="800"/>
        </a:spcBef>
        <a:spcAft>
          <a:spcPct val="0"/>
        </a:spcAft>
        <a:buClrTx/>
        <a:buFont typeface="Ericsson Hilda" panose="00000500000000000000" pitchFamily="2" charset="0"/>
        <a:buChar char="●"/>
        <a:defRPr sz="2000" kern="1000" spc="-30">
          <a:solidFill>
            <a:schemeClr val="tx1"/>
          </a:solidFill>
          <a:latin typeface="+mn-lt"/>
        </a:defRPr>
      </a:lvl5pPr>
      <a:lvl6pPr marL="1341438" indent="-265113" algn="l" rtl="0" eaLnBrk="1" fontAlgn="base" hangingPunct="1">
        <a:spcBef>
          <a:spcPts val="800"/>
        </a:spcBef>
        <a:spcAft>
          <a:spcPct val="0"/>
        </a:spcAft>
        <a:buClrTx/>
        <a:buFont typeface="Ericsson Hilda" panose="00000500000000000000" pitchFamily="2" charset="0"/>
        <a:buChar char="●"/>
        <a:defRPr sz="2000">
          <a:solidFill>
            <a:schemeClr val="tx1"/>
          </a:solidFill>
          <a:latin typeface="+mn-lt"/>
        </a:defRPr>
      </a:lvl6pPr>
      <a:lvl7pPr marL="1341438" indent="-265113" algn="l" rtl="0" eaLnBrk="1" fontAlgn="base" hangingPunct="1">
        <a:spcBef>
          <a:spcPts val="800"/>
        </a:spcBef>
        <a:spcAft>
          <a:spcPct val="0"/>
        </a:spcAft>
        <a:buClrTx/>
        <a:buFont typeface="Ericsson Hilda" panose="00000500000000000000" pitchFamily="2" charset="0"/>
        <a:buChar char="●"/>
        <a:defRPr sz="2000">
          <a:solidFill>
            <a:schemeClr val="tx1"/>
          </a:solidFill>
          <a:latin typeface="+mn-lt"/>
        </a:defRPr>
      </a:lvl7pPr>
      <a:lvl8pPr marL="1341438" indent="-265113" algn="l" rtl="0" eaLnBrk="1" fontAlgn="base" hangingPunct="1">
        <a:spcBef>
          <a:spcPts val="800"/>
        </a:spcBef>
        <a:spcAft>
          <a:spcPct val="0"/>
        </a:spcAft>
        <a:buClrTx/>
        <a:buFont typeface="Ericsson Hilda" panose="00000500000000000000" pitchFamily="2" charset="0"/>
        <a:buChar char="●"/>
        <a:defRPr sz="2000">
          <a:solidFill>
            <a:schemeClr val="tx1"/>
          </a:solidFill>
          <a:latin typeface="+mn-lt"/>
        </a:defRPr>
      </a:lvl8pPr>
      <a:lvl9pPr marL="1341438" indent="-265113" algn="l" rtl="0" eaLnBrk="1" fontAlgn="base" hangingPunct="1">
        <a:spcBef>
          <a:spcPts val="800"/>
        </a:spcBef>
        <a:spcAft>
          <a:spcPct val="0"/>
        </a:spcAft>
        <a:buClrTx/>
        <a:buFont typeface="Ericsson Hilda" panose="00000500000000000000" pitchFamily="2" charset="0"/>
        <a:buChar char="●"/>
        <a:defRPr sz="2000">
          <a:solidFill>
            <a:schemeClr val="tx1"/>
          </a:solidFill>
          <a:latin typeface="+mn-lt"/>
        </a:defRPr>
      </a:lvl9pPr>
    </p:bodyStyle>
    <p:otherStyle>
      <a:defPPr>
        <a:defRPr lang="sv-S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300">
          <p15:clr>
            <a:srgbClr val="A4A3A4"/>
          </p15:clr>
        </p15:guide>
        <p15:guide id="2" pos="302">
          <p15:clr>
            <a:srgbClr val="A4A3A4"/>
          </p15:clr>
        </p15:guide>
        <p15:guide id="3" pos="1935">
          <p15:clr>
            <a:srgbClr val="A4A3A4"/>
          </p15:clr>
        </p15:guide>
        <p15:guide id="4" orient="horz" pos="981">
          <p15:clr>
            <a:srgbClr val="A4A3A4"/>
          </p15:clr>
        </p15:guide>
        <p15:guide id="6" pos="2116">
          <p15:clr>
            <a:srgbClr val="A4A3A4"/>
          </p15:clr>
        </p15:guide>
        <p15:guide id="7" pos="3931">
          <p15:clr>
            <a:srgbClr val="A4A3A4"/>
          </p15:clr>
        </p15:guide>
        <p15:guide id="9" pos="3749">
          <p15:clr>
            <a:srgbClr val="A4A3A4"/>
          </p15:clr>
        </p15:guide>
        <p15:guide id="10" pos="5564">
          <p15:clr>
            <a:srgbClr val="A4A3A4"/>
          </p15:clr>
        </p15:guide>
        <p15:guide id="12" pos="5745">
          <p15:clr>
            <a:srgbClr val="A4A3A4"/>
          </p15:clr>
        </p15:guide>
        <p15:guide id="13" pos="7378">
          <p15:clr>
            <a:srgbClr val="A4A3A4"/>
          </p15:clr>
        </p15:guide>
        <p15:guide id="16" orient="horz" pos="2478">
          <p15:clr>
            <a:srgbClr val="A4A3A4"/>
          </p15:clr>
        </p15:guide>
        <p15:guide id="17" orient="horz" pos="2614">
          <p15:clr>
            <a:srgbClr val="A4A3A4"/>
          </p15:clr>
        </p15:guide>
        <p15:guide id="18" orient="horz" pos="3929">
          <p15:clr>
            <a:srgbClr val="A4A3A4"/>
          </p15:clr>
        </p15:guide>
        <p15:guide id="19" orient="horz" pos="4110">
          <p15:clr>
            <a:srgbClr val="A4A3A4"/>
          </p15:clr>
        </p15:guide>
        <p15:guide id="20" orient="horz" pos="1162">
          <p15:clr>
            <a:srgbClr val="A4A3A4"/>
          </p15:clr>
        </p15:guide>
      </p15:sldGuideLst>
    </p:ext>
  </p:extLst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06" name="Title_SM"/>
          <p:cNvSpPr>
            <a:spLocks noGrp="1" noChangeArrowheads="1"/>
          </p:cNvSpPr>
          <p:nvPr>
            <p:ph type="title"/>
          </p:nvPr>
        </p:nvSpPr>
        <p:spPr bwMode="auto">
          <a:xfrm>
            <a:off x="479424" y="476250"/>
            <a:ext cx="8353425" cy="10810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72000" tIns="36000" rIns="73152" bIns="36576" numCol="1" anchor="t" anchorCtr="0" compatLnSpc="1">
            <a:prstTxWarp prst="textNoShape">
              <a:avLst/>
            </a:prstTxWarp>
            <a:noAutofit/>
          </a:bodyPr>
          <a:lstStyle/>
          <a:p>
            <a:pPr lvl="0"/>
            <a:r>
              <a:rPr lang="en-US"/>
              <a:t>Slide title, Ericsson Hilda Light 40pt, Ericsson Black, max 2-lines</a:t>
            </a:r>
          </a:p>
        </p:txBody>
      </p:sp>
      <p:sp>
        <p:nvSpPr>
          <p:cNvPr id="8" name="Text Placeholder 2">
            <a:extLst>
              <a:ext uri="{FF2B5EF4-FFF2-40B4-BE49-F238E27FC236}">
                <a16:creationId xmlns:a16="http://schemas.microsoft.com/office/drawing/2014/main" id="{483145CE-A2DE-4236-A4F9-8AE088671CA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79425" y="1844674"/>
            <a:ext cx="11233150" cy="4392613"/>
          </a:xfrm>
          <a:prstGeom prst="rect">
            <a:avLst/>
          </a:prstGeom>
        </p:spPr>
        <p:txBody>
          <a:bodyPr vert="horz" lIns="72000" tIns="36000" rIns="72000" bIns="36000" rtlCol="0">
            <a:noAutofit/>
          </a:bodyPr>
          <a:lstStyle/>
          <a:p>
            <a:pPr lvl="0"/>
            <a:r>
              <a:rPr lang="en-US" err="1"/>
              <a:t>Mintaszöveg</a:t>
            </a:r>
            <a:r>
              <a:rPr lang="en-US"/>
              <a:t> </a:t>
            </a:r>
            <a:r>
              <a:rPr lang="en-US" err="1"/>
              <a:t>szerkesztése</a:t>
            </a:r>
            <a:endParaRPr lang="en-US"/>
          </a:p>
          <a:p>
            <a:pPr lvl="1"/>
            <a:r>
              <a:rPr lang="en-US" err="1"/>
              <a:t>Második</a:t>
            </a:r>
            <a:r>
              <a:rPr lang="en-US"/>
              <a:t> </a:t>
            </a:r>
            <a:r>
              <a:rPr lang="en-US" err="1"/>
              <a:t>szint</a:t>
            </a:r>
            <a:endParaRPr lang="en-US"/>
          </a:p>
          <a:p>
            <a:pPr lvl="2"/>
            <a:r>
              <a:rPr lang="en-US" err="1"/>
              <a:t>Harmadik</a:t>
            </a:r>
            <a:r>
              <a:rPr lang="en-US"/>
              <a:t> </a:t>
            </a:r>
            <a:r>
              <a:rPr lang="en-US" err="1"/>
              <a:t>szint</a:t>
            </a:r>
            <a:endParaRPr lang="en-US"/>
          </a:p>
          <a:p>
            <a:pPr lvl="3"/>
            <a:r>
              <a:rPr lang="en-US" err="1"/>
              <a:t>Negyedik</a:t>
            </a:r>
            <a:r>
              <a:rPr lang="en-US"/>
              <a:t> </a:t>
            </a:r>
            <a:r>
              <a:rPr lang="en-US" err="1"/>
              <a:t>szint</a:t>
            </a:r>
            <a:endParaRPr lang="en-US"/>
          </a:p>
          <a:p>
            <a:pPr lvl="4"/>
            <a:r>
              <a:rPr lang="en-US" err="1"/>
              <a:t>Ötödik</a:t>
            </a:r>
            <a:r>
              <a:rPr lang="en-US"/>
              <a:t> </a:t>
            </a:r>
            <a:r>
              <a:rPr lang="en-US" err="1"/>
              <a:t>szint</a:t>
            </a:r>
            <a:endParaRPr lang="en-US"/>
          </a:p>
        </p:txBody>
      </p:sp>
      <p:pic>
        <p:nvPicPr>
          <p:cNvPr id="7" name="Graphic 6">
            <a:extLst>
              <a:ext uri="{FF2B5EF4-FFF2-40B4-BE49-F238E27FC236}">
                <a16:creationId xmlns:a16="http://schemas.microsoft.com/office/drawing/2014/main" id="{ECFCA6C0-C300-46F3-8D05-D936BF801E76}"/>
              </a:ext>
            </a:extLst>
          </p:cNvPr>
          <p:cNvPicPr>
            <a:picLocks noChangeAspect="1"/>
          </p:cNvPicPr>
          <p:nvPr userDrawn="1"/>
        </p:nvPicPr>
        <p:blipFill>
          <a:blip cstate="print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19"/>
              </a:ext>
            </a:extLst>
          </a:blip>
          <a:stretch>
            <a:fillRect/>
          </a:stretch>
        </p:blipFill>
        <p:spPr>
          <a:xfrm>
            <a:off x="11493088" y="476251"/>
            <a:ext cx="256032" cy="25603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8009205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08" r:id="rId1"/>
    <p:sldLayoutId id="2147483709" r:id="rId2"/>
    <p:sldLayoutId id="2147483710" r:id="rId3"/>
    <p:sldLayoutId id="2147483711" r:id="rId4"/>
    <p:sldLayoutId id="2147483712" r:id="rId5"/>
    <p:sldLayoutId id="2147483713" r:id="rId6"/>
    <p:sldLayoutId id="2147483714" r:id="rId7"/>
    <p:sldLayoutId id="2147483715" r:id="rId8"/>
    <p:sldLayoutId id="2147483716" r:id="rId9"/>
    <p:sldLayoutId id="2147483717" r:id="rId10"/>
    <p:sldLayoutId id="2147483718" r:id="rId11"/>
    <p:sldLayoutId id="2147483719" r:id="rId12"/>
    <p:sldLayoutId id="2147483720" r:id="rId13"/>
    <p:sldLayoutId id="2147483721" r:id="rId14"/>
    <p:sldLayoutId id="2147483722" r:id="rId15"/>
    <p:sldLayoutId id="2147483723" r:id="rId16"/>
    <p:sldLayoutId id="2147483724" r:id="rId17"/>
  </p:sldLayoutIdLst>
  <p:hf sldNum="0" hdr="0" ftr="0" dt="0"/>
  <p:txStyles>
    <p:titleStyle>
      <a:lvl1pPr algn="l" rtl="0" eaLnBrk="1" fontAlgn="base" hangingPunct="1">
        <a:lnSpc>
          <a:spcPct val="85000"/>
        </a:lnSpc>
        <a:spcBef>
          <a:spcPts val="300"/>
        </a:spcBef>
        <a:spcAft>
          <a:spcPct val="0"/>
        </a:spcAft>
        <a:defRPr sz="4000" kern="1400" spc="-160">
          <a:solidFill>
            <a:schemeClr val="tx1"/>
          </a:solidFill>
          <a:latin typeface="+mj-lt"/>
          <a:ea typeface="+mj-ea"/>
          <a:cs typeface="+mj-cs"/>
        </a:defRPr>
      </a:lvl1pPr>
      <a:lvl2pPr algn="l" rtl="0" eaLnBrk="1" fontAlgn="base" hangingPunct="1">
        <a:lnSpc>
          <a:spcPct val="85000"/>
        </a:lnSpc>
        <a:spcBef>
          <a:spcPct val="0"/>
        </a:spcBef>
        <a:spcAft>
          <a:spcPct val="0"/>
        </a:spcAft>
        <a:defRPr sz="4000">
          <a:solidFill>
            <a:schemeClr val="tx1"/>
          </a:solidFill>
          <a:latin typeface="Ericsson Hilda" pitchFamily="2" charset="0"/>
        </a:defRPr>
      </a:lvl2pPr>
      <a:lvl3pPr algn="l" rtl="0" eaLnBrk="1" fontAlgn="base" hangingPunct="1">
        <a:lnSpc>
          <a:spcPct val="85000"/>
        </a:lnSpc>
        <a:spcBef>
          <a:spcPct val="0"/>
        </a:spcBef>
        <a:spcAft>
          <a:spcPct val="0"/>
        </a:spcAft>
        <a:defRPr sz="4000">
          <a:solidFill>
            <a:schemeClr val="tx1"/>
          </a:solidFill>
          <a:latin typeface="Ericsson Hilda" pitchFamily="2" charset="0"/>
        </a:defRPr>
      </a:lvl3pPr>
      <a:lvl4pPr algn="l" rtl="0" eaLnBrk="1" fontAlgn="base" hangingPunct="1">
        <a:lnSpc>
          <a:spcPct val="85000"/>
        </a:lnSpc>
        <a:spcBef>
          <a:spcPct val="0"/>
        </a:spcBef>
        <a:spcAft>
          <a:spcPct val="0"/>
        </a:spcAft>
        <a:defRPr sz="4000">
          <a:solidFill>
            <a:schemeClr val="tx1"/>
          </a:solidFill>
          <a:latin typeface="Ericsson Hilda" pitchFamily="2" charset="0"/>
        </a:defRPr>
      </a:lvl4pPr>
      <a:lvl5pPr algn="l" rtl="0" eaLnBrk="1" fontAlgn="base" hangingPunct="1">
        <a:lnSpc>
          <a:spcPct val="85000"/>
        </a:lnSpc>
        <a:spcBef>
          <a:spcPct val="0"/>
        </a:spcBef>
        <a:spcAft>
          <a:spcPct val="0"/>
        </a:spcAft>
        <a:defRPr sz="4000">
          <a:solidFill>
            <a:schemeClr val="tx1"/>
          </a:solidFill>
          <a:latin typeface="Ericsson Hilda" pitchFamily="2" charset="0"/>
        </a:defRPr>
      </a:lvl5pPr>
      <a:lvl6pPr marL="457200" algn="l" rtl="0" eaLnBrk="1" fontAlgn="base" hangingPunct="1">
        <a:spcBef>
          <a:spcPct val="0"/>
        </a:spcBef>
        <a:spcAft>
          <a:spcPct val="0"/>
        </a:spcAft>
        <a:defRPr sz="3200">
          <a:solidFill>
            <a:schemeClr val="tx1"/>
          </a:solidFill>
          <a:latin typeface="Ericsson Hilda" pitchFamily="2" charset="0"/>
        </a:defRPr>
      </a:lvl6pPr>
      <a:lvl7pPr marL="914400" algn="l" rtl="0" eaLnBrk="1" fontAlgn="base" hangingPunct="1">
        <a:spcBef>
          <a:spcPct val="0"/>
        </a:spcBef>
        <a:spcAft>
          <a:spcPct val="0"/>
        </a:spcAft>
        <a:defRPr sz="3200">
          <a:solidFill>
            <a:schemeClr val="tx1"/>
          </a:solidFill>
          <a:latin typeface="Ericsson Hilda" pitchFamily="2" charset="0"/>
        </a:defRPr>
      </a:lvl7pPr>
      <a:lvl8pPr marL="1371600" algn="l" rtl="0" eaLnBrk="1" fontAlgn="base" hangingPunct="1">
        <a:spcBef>
          <a:spcPct val="0"/>
        </a:spcBef>
        <a:spcAft>
          <a:spcPct val="0"/>
        </a:spcAft>
        <a:defRPr sz="3200">
          <a:solidFill>
            <a:schemeClr val="tx1"/>
          </a:solidFill>
          <a:latin typeface="Ericsson Hilda" pitchFamily="2" charset="0"/>
        </a:defRPr>
      </a:lvl8pPr>
      <a:lvl9pPr marL="1828800" algn="l" rtl="0" eaLnBrk="1" fontAlgn="base" hangingPunct="1">
        <a:spcBef>
          <a:spcPct val="0"/>
        </a:spcBef>
        <a:spcAft>
          <a:spcPct val="0"/>
        </a:spcAft>
        <a:defRPr sz="3200">
          <a:solidFill>
            <a:schemeClr val="tx1"/>
          </a:solidFill>
          <a:latin typeface="Ericsson Hilda" pitchFamily="2" charset="0"/>
        </a:defRPr>
      </a:lvl9pPr>
    </p:titleStyle>
    <p:bodyStyle>
      <a:lvl1pPr marL="265113" indent="-265113" algn="l" rtl="0" eaLnBrk="1" fontAlgn="base" hangingPunct="1">
        <a:spcBef>
          <a:spcPts val="800"/>
        </a:spcBef>
        <a:spcAft>
          <a:spcPct val="0"/>
        </a:spcAft>
        <a:buClrTx/>
        <a:buFont typeface="Ericsson Hilda" panose="00000500000000000000" pitchFamily="2" charset="0"/>
        <a:buChar char="●"/>
        <a:defRPr sz="2000" kern="1000" spc="-30">
          <a:solidFill>
            <a:schemeClr val="tx1"/>
          </a:solidFill>
          <a:latin typeface="+mn-lt"/>
          <a:ea typeface="+mn-ea"/>
          <a:cs typeface="+mn-cs"/>
        </a:defRPr>
      </a:lvl1pPr>
      <a:lvl2pPr marL="538163" indent="-273050" algn="l" rtl="0" eaLnBrk="1" fontAlgn="base" hangingPunct="1">
        <a:spcBef>
          <a:spcPts val="800"/>
        </a:spcBef>
        <a:spcAft>
          <a:spcPct val="0"/>
        </a:spcAft>
        <a:buClrTx/>
        <a:buFont typeface="Ericsson Hilda" panose="00000500000000000000" pitchFamily="2" charset="0"/>
        <a:buChar char="–"/>
        <a:defRPr sz="2000" kern="1000" spc="-30">
          <a:solidFill>
            <a:schemeClr val="tx1"/>
          </a:solidFill>
          <a:latin typeface="+mn-lt"/>
        </a:defRPr>
      </a:lvl2pPr>
      <a:lvl3pPr marL="803275" indent="-265113" algn="l" rtl="0" eaLnBrk="1" fontAlgn="base" hangingPunct="1">
        <a:spcBef>
          <a:spcPts val="800"/>
        </a:spcBef>
        <a:spcAft>
          <a:spcPct val="0"/>
        </a:spcAft>
        <a:buClrTx/>
        <a:buFont typeface="Ericsson Hilda" panose="00000500000000000000" pitchFamily="2" charset="0"/>
        <a:buChar char="●"/>
        <a:defRPr sz="2000" kern="1000" spc="-30">
          <a:solidFill>
            <a:schemeClr val="tx1"/>
          </a:solidFill>
          <a:latin typeface="+mn-lt"/>
        </a:defRPr>
      </a:lvl3pPr>
      <a:lvl4pPr marL="1076325" indent="-273050" algn="l" rtl="0" eaLnBrk="1" fontAlgn="base" hangingPunct="1">
        <a:spcBef>
          <a:spcPts val="800"/>
        </a:spcBef>
        <a:spcAft>
          <a:spcPct val="0"/>
        </a:spcAft>
        <a:buClrTx/>
        <a:buFont typeface="Ericsson Hilda" panose="00000500000000000000" pitchFamily="2" charset="0"/>
        <a:buChar char="–"/>
        <a:defRPr sz="2000" kern="1000" spc="-30">
          <a:solidFill>
            <a:schemeClr val="tx1"/>
          </a:solidFill>
          <a:latin typeface="+mn-lt"/>
        </a:defRPr>
      </a:lvl4pPr>
      <a:lvl5pPr marL="1341438" indent="-265113" algn="l" rtl="0" eaLnBrk="1" fontAlgn="base" hangingPunct="1">
        <a:spcBef>
          <a:spcPts val="800"/>
        </a:spcBef>
        <a:spcAft>
          <a:spcPct val="0"/>
        </a:spcAft>
        <a:buClrTx/>
        <a:buFont typeface="Ericsson Hilda" panose="00000500000000000000" pitchFamily="2" charset="0"/>
        <a:buChar char="●"/>
        <a:defRPr sz="2000" kern="1000" spc="-30">
          <a:solidFill>
            <a:schemeClr val="tx1"/>
          </a:solidFill>
          <a:latin typeface="+mn-lt"/>
        </a:defRPr>
      </a:lvl5pPr>
      <a:lvl6pPr marL="1341438" indent="-265113" algn="l" rtl="0" eaLnBrk="1" fontAlgn="base" hangingPunct="1">
        <a:spcBef>
          <a:spcPts val="800"/>
        </a:spcBef>
        <a:spcAft>
          <a:spcPct val="0"/>
        </a:spcAft>
        <a:buClrTx/>
        <a:buFont typeface="Ericsson Hilda" panose="00000500000000000000" pitchFamily="2" charset="0"/>
        <a:buChar char="●"/>
        <a:defRPr sz="2000">
          <a:solidFill>
            <a:schemeClr val="tx1"/>
          </a:solidFill>
          <a:latin typeface="+mn-lt"/>
        </a:defRPr>
      </a:lvl6pPr>
      <a:lvl7pPr marL="1341438" indent="-265113" algn="l" rtl="0" eaLnBrk="1" fontAlgn="base" hangingPunct="1">
        <a:spcBef>
          <a:spcPts val="800"/>
        </a:spcBef>
        <a:spcAft>
          <a:spcPct val="0"/>
        </a:spcAft>
        <a:buClrTx/>
        <a:buFont typeface="Ericsson Hilda" panose="00000500000000000000" pitchFamily="2" charset="0"/>
        <a:buChar char="●"/>
        <a:defRPr sz="2000">
          <a:solidFill>
            <a:schemeClr val="tx1"/>
          </a:solidFill>
          <a:latin typeface="+mn-lt"/>
        </a:defRPr>
      </a:lvl7pPr>
      <a:lvl8pPr marL="1341438" indent="-265113" algn="l" rtl="0" eaLnBrk="1" fontAlgn="base" hangingPunct="1">
        <a:spcBef>
          <a:spcPts val="800"/>
        </a:spcBef>
        <a:spcAft>
          <a:spcPct val="0"/>
        </a:spcAft>
        <a:buClrTx/>
        <a:buFont typeface="Ericsson Hilda" panose="00000500000000000000" pitchFamily="2" charset="0"/>
        <a:buChar char="●"/>
        <a:defRPr sz="2000">
          <a:solidFill>
            <a:schemeClr val="tx1"/>
          </a:solidFill>
          <a:latin typeface="+mn-lt"/>
        </a:defRPr>
      </a:lvl8pPr>
      <a:lvl9pPr marL="1341438" indent="-265113" algn="l" rtl="0" eaLnBrk="1" fontAlgn="base" hangingPunct="1">
        <a:spcBef>
          <a:spcPts val="800"/>
        </a:spcBef>
        <a:spcAft>
          <a:spcPct val="0"/>
        </a:spcAft>
        <a:buClrTx/>
        <a:buFont typeface="Ericsson Hilda" panose="00000500000000000000" pitchFamily="2" charset="0"/>
        <a:buChar char="●"/>
        <a:defRPr sz="2000">
          <a:solidFill>
            <a:schemeClr val="tx1"/>
          </a:solidFill>
          <a:latin typeface="+mn-lt"/>
        </a:defRPr>
      </a:lvl9pPr>
    </p:bodyStyle>
    <p:otherStyle>
      <a:defPPr>
        <a:defRPr lang="sv-S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300">
          <p15:clr>
            <a:srgbClr val="A4A3A4"/>
          </p15:clr>
        </p15:guide>
        <p15:guide id="2" pos="302">
          <p15:clr>
            <a:srgbClr val="A4A3A4"/>
          </p15:clr>
        </p15:guide>
        <p15:guide id="3" pos="1935">
          <p15:clr>
            <a:srgbClr val="A4A3A4"/>
          </p15:clr>
        </p15:guide>
        <p15:guide id="4" orient="horz" pos="981">
          <p15:clr>
            <a:srgbClr val="A4A3A4"/>
          </p15:clr>
        </p15:guide>
        <p15:guide id="6" pos="2116">
          <p15:clr>
            <a:srgbClr val="A4A3A4"/>
          </p15:clr>
        </p15:guide>
        <p15:guide id="7" pos="3931">
          <p15:clr>
            <a:srgbClr val="A4A3A4"/>
          </p15:clr>
        </p15:guide>
        <p15:guide id="9" pos="3749">
          <p15:clr>
            <a:srgbClr val="A4A3A4"/>
          </p15:clr>
        </p15:guide>
        <p15:guide id="10" pos="5564">
          <p15:clr>
            <a:srgbClr val="A4A3A4"/>
          </p15:clr>
        </p15:guide>
        <p15:guide id="12" pos="5745">
          <p15:clr>
            <a:srgbClr val="A4A3A4"/>
          </p15:clr>
        </p15:guide>
        <p15:guide id="13" pos="7378">
          <p15:clr>
            <a:srgbClr val="A4A3A4"/>
          </p15:clr>
        </p15:guide>
        <p15:guide id="16" orient="horz" pos="2478">
          <p15:clr>
            <a:srgbClr val="A4A3A4"/>
          </p15:clr>
        </p15:guide>
        <p15:guide id="17" orient="horz" pos="2614">
          <p15:clr>
            <a:srgbClr val="A4A3A4"/>
          </p15:clr>
        </p15:guide>
        <p15:guide id="18" orient="horz" pos="3929">
          <p15:clr>
            <a:srgbClr val="A4A3A4"/>
          </p15:clr>
        </p15:guide>
        <p15:guide id="19" orient="horz" pos="4110">
          <p15:clr>
            <a:srgbClr val="A4A3A4"/>
          </p15:clr>
        </p15:guide>
        <p15:guide id="20" orient="horz" pos="1162">
          <p15:clr>
            <a:srgbClr val="A4A3A4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.xml"/><Relationship Id="rId2" Type="http://schemas.openxmlformats.org/officeDocument/2006/relationships/slideLayout" Target="../slideLayouts/slideLayout12.xml"/><Relationship Id="rId1" Type="http://schemas.openxmlformats.org/officeDocument/2006/relationships/tags" Target="../tags/tag1.xml"/><Relationship Id="rId5" Type="http://schemas.openxmlformats.org/officeDocument/2006/relationships/image" Target="../media/image1.emf"/><Relationship Id="rId4" Type="http://schemas.openxmlformats.org/officeDocument/2006/relationships/image" Target="../media/image7.jpe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5.xml"/><Relationship Id="rId2" Type="http://schemas.openxmlformats.org/officeDocument/2006/relationships/customXml" Target="../../customXml/item14.xml"/><Relationship Id="rId1" Type="http://schemas.openxmlformats.org/officeDocument/2006/relationships/customXml" Target="../../customXml/item1.xml"/><Relationship Id="rId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4.xml"/><Relationship Id="rId2" Type="http://schemas.openxmlformats.org/officeDocument/2006/relationships/customXml" Target="../../customXml/item17.xml"/><Relationship Id="rId1" Type="http://schemas.openxmlformats.org/officeDocument/2006/relationships/customXml" Target="../../customXml/item18.xml"/><Relationship Id="rId5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59.xml"/><Relationship Id="rId2" Type="http://schemas.openxmlformats.org/officeDocument/2006/relationships/customXml" Target="../../customXml/item3.xml"/><Relationship Id="rId1" Type="http://schemas.openxmlformats.org/officeDocument/2006/relationships/customXml" Target="../../customXml/item8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59.xml"/><Relationship Id="rId2" Type="http://schemas.openxmlformats.org/officeDocument/2006/relationships/customXml" Target="../../customXml/item6.xml"/><Relationship Id="rId1" Type="http://schemas.openxmlformats.org/officeDocument/2006/relationships/customXml" Target="../../customXml/item1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59.xml"/><Relationship Id="rId2" Type="http://schemas.openxmlformats.org/officeDocument/2006/relationships/customXml" Target="../../customXml/item12.xml"/><Relationship Id="rId1" Type="http://schemas.openxmlformats.org/officeDocument/2006/relationships/customXml" Target="../../customXml/item7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jpeg"/><Relationship Id="rId2" Type="http://schemas.openxmlformats.org/officeDocument/2006/relationships/slideLayout" Target="../slideLayouts/slideLayout24.xml"/><Relationship Id="rId1" Type="http://schemas.openxmlformats.org/officeDocument/2006/relationships/tags" Target="../tags/tag2.xml"/><Relationship Id="rId5" Type="http://schemas.openxmlformats.org/officeDocument/2006/relationships/image" Target="../media/image3.emf"/><Relationship Id="rId4" Type="http://schemas.openxmlformats.org/officeDocument/2006/relationships/image" Target="../media/image1.emf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3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3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3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3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3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18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5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3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3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3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3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3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4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3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59.xml"/><Relationship Id="rId2" Type="http://schemas.openxmlformats.org/officeDocument/2006/relationships/customXml" Target="../../customXml/item4.xml"/><Relationship Id="rId1" Type="http://schemas.openxmlformats.org/officeDocument/2006/relationships/customXml" Target="../../customXml/item16.xml"/><Relationship Id="rId4" Type="http://schemas.openxmlformats.org/officeDocument/2006/relationships/notesSlide" Target="../notesSlides/notesSlide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C5882B6-9C77-E884-C357-DCEDE7E691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>
            <a:extLst>
              <a:ext uri="{FF2B5EF4-FFF2-40B4-BE49-F238E27FC236}">
                <a16:creationId xmlns:a16="http://schemas.microsoft.com/office/drawing/2014/main" id="{69A7B065-916C-E885-2753-F188CDE382AF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>
            <a:off x="3870" y="1"/>
            <a:ext cx="12184260" cy="6857998"/>
          </a:xfrm>
          <a:prstGeom prst="rect">
            <a:avLst/>
          </a:prstGeom>
        </p:spPr>
      </p:pic>
      <p:sp>
        <p:nvSpPr>
          <p:cNvPr id="4" name="Title 7">
            <a:extLst>
              <a:ext uri="{FF2B5EF4-FFF2-40B4-BE49-F238E27FC236}">
                <a16:creationId xmlns:a16="http://schemas.microsoft.com/office/drawing/2014/main" id="{E79E048F-6B1A-A8F0-86E1-0DE6FBE07011}"/>
              </a:ext>
            </a:extLst>
          </p:cNvPr>
          <p:cNvSpPr txBox="1">
            <a:spLocks/>
          </p:cNvSpPr>
          <p:nvPr/>
        </p:nvSpPr>
        <p:spPr>
          <a:xfrm>
            <a:off x="479425" y="476250"/>
            <a:ext cx="8353426" cy="3457576"/>
          </a:xfrm>
          <a:prstGeom prst="rect">
            <a:avLst/>
          </a:prstGeom>
        </p:spPr>
        <p:txBody>
          <a:bodyPr/>
          <a:lstStyle>
            <a:lvl1pPr algn="l" rtl="0" eaLnBrk="1" fontAlgn="base" hangingPunct="1">
              <a:lnSpc>
                <a:spcPct val="85000"/>
              </a:lnSpc>
              <a:spcBef>
                <a:spcPts val="300"/>
              </a:spcBef>
              <a:spcAft>
                <a:spcPct val="0"/>
              </a:spcAft>
              <a:defRPr sz="4000" kern="1400" spc="-16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  <a:lvl2pPr algn="l" rtl="0" eaLnBrk="1" fontAlgn="base" hangingPunct="1">
              <a:lnSpc>
                <a:spcPct val="85000"/>
              </a:lnSpc>
              <a:spcBef>
                <a:spcPct val="0"/>
              </a:spcBef>
              <a:spcAft>
                <a:spcPct val="0"/>
              </a:spcAft>
              <a:defRPr sz="4000">
                <a:solidFill>
                  <a:schemeClr val="tx1"/>
                </a:solidFill>
                <a:latin typeface="Ericsson Hilda" pitchFamily="2" charset="0"/>
              </a:defRPr>
            </a:lvl2pPr>
            <a:lvl3pPr algn="l" rtl="0" eaLnBrk="1" fontAlgn="base" hangingPunct="1">
              <a:lnSpc>
                <a:spcPct val="85000"/>
              </a:lnSpc>
              <a:spcBef>
                <a:spcPct val="0"/>
              </a:spcBef>
              <a:spcAft>
                <a:spcPct val="0"/>
              </a:spcAft>
              <a:defRPr sz="4000">
                <a:solidFill>
                  <a:schemeClr val="tx1"/>
                </a:solidFill>
                <a:latin typeface="Ericsson Hilda" pitchFamily="2" charset="0"/>
              </a:defRPr>
            </a:lvl3pPr>
            <a:lvl4pPr algn="l" rtl="0" eaLnBrk="1" fontAlgn="base" hangingPunct="1">
              <a:lnSpc>
                <a:spcPct val="85000"/>
              </a:lnSpc>
              <a:spcBef>
                <a:spcPct val="0"/>
              </a:spcBef>
              <a:spcAft>
                <a:spcPct val="0"/>
              </a:spcAft>
              <a:defRPr sz="4000">
                <a:solidFill>
                  <a:schemeClr val="tx1"/>
                </a:solidFill>
                <a:latin typeface="Ericsson Hilda" pitchFamily="2" charset="0"/>
              </a:defRPr>
            </a:lvl4pPr>
            <a:lvl5pPr algn="l" rtl="0" eaLnBrk="1" fontAlgn="base" hangingPunct="1">
              <a:lnSpc>
                <a:spcPct val="85000"/>
              </a:lnSpc>
              <a:spcBef>
                <a:spcPct val="0"/>
              </a:spcBef>
              <a:spcAft>
                <a:spcPct val="0"/>
              </a:spcAft>
              <a:defRPr sz="4000">
                <a:solidFill>
                  <a:schemeClr val="tx1"/>
                </a:solidFill>
                <a:latin typeface="Ericsson Hilda" pitchFamily="2" charset="0"/>
              </a:defRPr>
            </a:lvl5pPr>
            <a:lvl6pPr marL="457200" algn="l" rtl="0" eaLnBrk="1" fontAlgn="base" hangingPunct="1">
              <a:spcBef>
                <a:spcPct val="0"/>
              </a:spcBef>
              <a:spcAft>
                <a:spcPct val="0"/>
              </a:spcAft>
              <a:defRPr sz="3200">
                <a:solidFill>
                  <a:schemeClr val="tx1"/>
                </a:solidFill>
                <a:latin typeface="Ericsson Hilda" pitchFamily="2" charset="0"/>
              </a:defRPr>
            </a:lvl6pPr>
            <a:lvl7pPr marL="914400" algn="l" rtl="0" eaLnBrk="1" fontAlgn="base" hangingPunct="1">
              <a:spcBef>
                <a:spcPct val="0"/>
              </a:spcBef>
              <a:spcAft>
                <a:spcPct val="0"/>
              </a:spcAft>
              <a:defRPr sz="3200">
                <a:solidFill>
                  <a:schemeClr val="tx1"/>
                </a:solidFill>
                <a:latin typeface="Ericsson Hilda" pitchFamily="2" charset="0"/>
              </a:defRPr>
            </a:lvl7pPr>
            <a:lvl8pPr marL="1371600" algn="l" rtl="0" eaLnBrk="1" fontAlgn="base" hangingPunct="1">
              <a:spcBef>
                <a:spcPct val="0"/>
              </a:spcBef>
              <a:spcAft>
                <a:spcPct val="0"/>
              </a:spcAft>
              <a:defRPr sz="3200">
                <a:solidFill>
                  <a:schemeClr val="tx1"/>
                </a:solidFill>
                <a:latin typeface="Ericsson Hilda" pitchFamily="2" charset="0"/>
              </a:defRPr>
            </a:lvl8pPr>
            <a:lvl9pPr marL="1828800" algn="l" rtl="0" eaLnBrk="1" fontAlgn="base" hangingPunct="1">
              <a:spcBef>
                <a:spcPct val="0"/>
              </a:spcBef>
              <a:spcAft>
                <a:spcPct val="0"/>
              </a:spcAft>
              <a:defRPr sz="3200">
                <a:solidFill>
                  <a:schemeClr val="tx1"/>
                </a:solidFill>
                <a:latin typeface="Ericsson Hilda" pitchFamily="2" charset="0"/>
              </a:defRPr>
            </a:lvl9pPr>
          </a:lstStyle>
          <a:p>
            <a:pPr marL="0" marR="0" lvl="0" indent="0" algn="l" defTabSz="914400" rtl="0" eaLnBrk="1" fontAlgn="base" latinLnBrk="0" hangingPunct="1">
              <a:lnSpc>
                <a:spcPct val="85000"/>
              </a:lnSpc>
              <a:spcBef>
                <a:spcPts val="30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6600" b="0" i="0" u="none" strike="noStrike" kern="1400" cap="none" spc="-160" normalizeH="0" baseline="0" noProof="0" dirty="0">
                <a:ln>
                  <a:noFill/>
                </a:ln>
                <a:solidFill>
                  <a:srgbClr val="181818"/>
                </a:solidFill>
                <a:effectLst/>
                <a:uLnTx/>
                <a:uFillTx/>
                <a:latin typeface="Ericsson Hilda Light"/>
                <a:ea typeface="+mj-ea"/>
                <a:cs typeface="+mj-cs"/>
              </a:rPr>
              <a:t>2025 Q4 Net check UK</a:t>
            </a:r>
          </a:p>
          <a:p>
            <a:pPr lvl="0">
              <a:defRPr/>
            </a:pPr>
            <a:r>
              <a:rPr lang="en-US" sz="6600" dirty="0">
                <a:solidFill>
                  <a:srgbClr val="181818"/>
                </a:solidFill>
                <a:latin typeface="Ericsson Hilda Light"/>
              </a:rPr>
              <a:t>NSA CDR analysis </a:t>
            </a:r>
            <a:br>
              <a:rPr lang="en-US" sz="6600" dirty="0">
                <a:solidFill>
                  <a:srgbClr val="181818"/>
                </a:solidFill>
                <a:latin typeface="Ericsson Hilda Light"/>
              </a:rPr>
            </a:br>
            <a:br>
              <a:rPr lang="en-US" sz="6600" dirty="0">
                <a:solidFill>
                  <a:srgbClr val="181818"/>
                </a:solidFill>
                <a:latin typeface="Ericsson Hilda Light"/>
              </a:rPr>
            </a:br>
            <a:r>
              <a:rPr lang="en-US" sz="4400" dirty="0">
                <a:solidFill>
                  <a:schemeClr val="bg2"/>
                </a:solidFill>
              </a:rPr>
              <a:t>Belfast, Bristol, Cardiff, Edinburgh, London, Leeds and Sheffield</a:t>
            </a:r>
            <a:endParaRPr kumimoji="0" lang="en-US" sz="6600" b="0" i="0" u="none" strike="noStrike" kern="1400" cap="none" spc="-160" normalizeH="0" baseline="0" noProof="0" dirty="0">
              <a:ln>
                <a:noFill/>
              </a:ln>
              <a:solidFill>
                <a:schemeClr val="bg2"/>
              </a:solidFill>
              <a:effectLst/>
              <a:uLnTx/>
              <a:uFillTx/>
              <a:latin typeface="Ericsson Hilda Light"/>
              <a:ea typeface="+mj-ea"/>
              <a:cs typeface="+mj-cs"/>
            </a:endParaRPr>
          </a:p>
        </p:txBody>
      </p:sp>
      <p:pic>
        <p:nvPicPr>
          <p:cNvPr id="2" name="image">
            <a:extLst>
              <a:ext uri="{FF2B5EF4-FFF2-40B4-BE49-F238E27FC236}">
                <a16:creationId xmlns:a16="http://schemas.microsoft.com/office/drawing/2014/main" id="{3CB54D4F-E30C-E00B-CFB2-9426ED9D938C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>
            <a:off x="11379841" y="429421"/>
            <a:ext cx="482228" cy="482439"/>
          </a:xfrm>
          <a:prstGeom prst="rect">
            <a:avLst/>
          </a:prstGeom>
        </p:spPr>
      </p:pic>
    </p:spTree>
    <p:custDataLst>
      <p:tags r:id="rId1"/>
    </p:custDataLst>
    <p:extLst>
      <p:ext uri="{BB962C8B-B14F-4D97-AF65-F5344CB8AC3E}">
        <p14:creationId xmlns:p14="http://schemas.microsoft.com/office/powerpoint/2010/main" val="67745259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5E2CEFA-4BAE-3C86-F857-D6FF88FEA0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>
            <a:extLst>
              <a:ext uri="{FF2B5EF4-FFF2-40B4-BE49-F238E27FC236}">
                <a16:creationId xmlns:a16="http://schemas.microsoft.com/office/drawing/2014/main" id="{908CAD87-C7E0-56E7-74C8-385CD67EB88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79425" y="476250"/>
            <a:ext cx="10521950" cy="1081088"/>
          </a:xfrm>
        </p:spPr>
        <p:txBody>
          <a:bodyPr wrap="square" anchor="t">
            <a:normAutofit/>
          </a:bodyPr>
          <a:lstStyle/>
          <a:p>
            <a:r>
              <a:rPr lang="en-US"/>
              <a:t>Executive Summary</a:t>
            </a:r>
          </a:p>
        </p:txBody>
      </p:sp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C9575C15-6C50-4090-83E2-90AE9C0E568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05190280"/>
              </p:ext>
            </p:extLst>
          </p:nvPr>
        </p:nvGraphicFramePr>
        <p:xfrm>
          <a:off x="222388" y="1294534"/>
          <a:ext cx="11622157" cy="486456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55983">
                  <a:extLst>
                    <a:ext uri="{9D8B030D-6E8A-4147-A177-3AD203B41FA5}">
                      <a16:colId xmlns:a16="http://schemas.microsoft.com/office/drawing/2014/main" val="1231941871"/>
                    </a:ext>
                  </a:extLst>
                </a:gridCol>
                <a:gridCol w="5672759">
                  <a:extLst>
                    <a:ext uri="{9D8B030D-6E8A-4147-A177-3AD203B41FA5}">
                      <a16:colId xmlns:a16="http://schemas.microsoft.com/office/drawing/2014/main" val="819676662"/>
                    </a:ext>
                  </a:extLst>
                </a:gridCol>
                <a:gridCol w="2185780">
                  <a:extLst>
                    <a:ext uri="{9D8B030D-6E8A-4147-A177-3AD203B41FA5}">
                      <a16:colId xmlns:a16="http://schemas.microsoft.com/office/drawing/2014/main" val="3964278779"/>
                    </a:ext>
                  </a:extLst>
                </a:gridCol>
                <a:gridCol w="3107635">
                  <a:extLst>
                    <a:ext uri="{9D8B030D-6E8A-4147-A177-3AD203B41FA5}">
                      <a16:colId xmlns:a16="http://schemas.microsoft.com/office/drawing/2014/main" val="1255488726"/>
                    </a:ext>
                  </a:extLst>
                </a:gridCol>
              </a:tblGrid>
              <a:tr h="226921"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sz="1200" u="none" strike="noStrike">
                          <a:effectLst/>
                        </a:rPr>
                        <a:t>Operator</a:t>
                      </a:r>
                      <a:endParaRPr lang="en-US" sz="1200" b="1" i="0" u="none" strike="noStrike">
                        <a:solidFill>
                          <a:srgbClr val="FFFFFF"/>
                        </a:solidFill>
                        <a:effectLst/>
                        <a:latin typeface="Ericsson Hilda" panose="00000500000000000000" pitchFamily="2" charset="0"/>
                      </a:endParaRPr>
                    </a:p>
                  </a:txBody>
                  <a:tcPr marL="6777" marR="6777" marT="6777" marB="0" anchor="ctr"/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sz="1200" u="none" strike="noStrike">
                          <a:effectLst/>
                        </a:rPr>
                        <a:t>Main Finding</a:t>
                      </a:r>
                      <a:endParaRPr lang="en-US" sz="1200" b="1" i="0" u="none" strike="noStrike">
                        <a:solidFill>
                          <a:srgbClr val="FFFFFF"/>
                        </a:solidFill>
                        <a:effectLst/>
                        <a:latin typeface="Ericsson Hilda" panose="00000500000000000000" pitchFamily="2" charset="0"/>
                      </a:endParaRPr>
                    </a:p>
                  </a:txBody>
                  <a:tcPr marL="6777" marR="6777" marT="6777" marB="0" anchor="ctr"/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sz="1200" u="none" strike="noStrike">
                          <a:effectLst/>
                        </a:rPr>
                        <a:t>Recommendation</a:t>
                      </a:r>
                      <a:endParaRPr lang="en-US" sz="1200" b="1" i="0" u="none" strike="noStrike">
                        <a:solidFill>
                          <a:srgbClr val="FFFFFF"/>
                        </a:solidFill>
                        <a:effectLst/>
                        <a:latin typeface="Ericsson Hilda" panose="00000500000000000000" pitchFamily="2" charset="0"/>
                      </a:endParaRPr>
                    </a:p>
                  </a:txBody>
                  <a:tcPr marL="6777" marR="6777" marT="6777" marB="0" anchor="ctr"/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sz="1200" u="none" strike="noStrike">
                          <a:effectLst/>
                        </a:rPr>
                        <a:t>Potential Scoring Impact</a:t>
                      </a:r>
                      <a:endParaRPr lang="en-US" sz="1200" b="1" i="0" u="none" strike="noStrike">
                        <a:solidFill>
                          <a:srgbClr val="FFFFFF"/>
                        </a:solidFill>
                        <a:effectLst/>
                        <a:latin typeface="Ericsson Hilda" panose="00000500000000000000" pitchFamily="2" charset="0"/>
                      </a:endParaRPr>
                    </a:p>
                  </a:txBody>
                  <a:tcPr marL="6777" marR="6777" marT="6777" marB="0" anchor="ctr"/>
                </a:tc>
                <a:extLst>
                  <a:ext uri="{0D108BD9-81ED-4DB2-BD59-A6C34878D82A}">
                    <a16:rowId xmlns:a16="http://schemas.microsoft.com/office/drawing/2014/main" val="2863621968"/>
                  </a:ext>
                </a:extLst>
              </a:tr>
              <a:tr h="226921">
                <a:tc rowSpan="7"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sz="1200" u="none" strike="noStrike">
                          <a:effectLst/>
                        </a:rPr>
                        <a:t>VFE</a:t>
                      </a:r>
                      <a:endParaRPr lang="en-US" sz="1200" b="1" i="0" u="none" strike="noStrike">
                        <a:solidFill>
                          <a:srgbClr val="181818"/>
                        </a:solidFill>
                        <a:effectLst/>
                        <a:latin typeface="Ericsson Hilda" panose="00000500000000000000" pitchFamily="2" charset="0"/>
                      </a:endParaRPr>
                    </a:p>
                  </a:txBody>
                  <a:tcPr marL="6777" marR="6777" marT="6777" marB="0" anchor="ctr"/>
                </a:tc>
                <a:tc>
                  <a:txBody>
                    <a:bodyPr/>
                    <a:lstStyle/>
                    <a:p>
                      <a:pPr algn="l" rtl="0" fontAlgn="ctr">
                        <a:buNone/>
                      </a:pPr>
                      <a:r>
                        <a:rPr lang="en-US" sz="1200" u="none" strike="noStrike" dirty="0">
                          <a:effectLst/>
                        </a:rPr>
                        <a:t>Higher data failure ratio in all data test, but specially in FDFS DL&amp;UL in Q4 compared to Q3. </a:t>
                      </a:r>
                      <a:endParaRPr lang="en-US" sz="1200" b="0" i="0" u="none" strike="noStrike" dirty="0">
                        <a:solidFill>
                          <a:srgbClr val="181818"/>
                        </a:solidFill>
                        <a:effectLst/>
                        <a:latin typeface="Ericsson Hilda" panose="00000500000000000000" pitchFamily="2" charset="0"/>
                      </a:endParaRPr>
                    </a:p>
                  </a:txBody>
                  <a:tcPr marL="60998" marR="6777" marT="6777" marB="0" anchor="ctr"/>
                </a:tc>
                <a:tc>
                  <a:txBody>
                    <a:bodyPr/>
                    <a:lstStyle/>
                    <a:p>
                      <a:pPr algn="l" rtl="0" fontAlgn="ctr">
                        <a:buNone/>
                      </a:pPr>
                      <a:r>
                        <a:rPr lang="en-US" sz="1200" u="none" strike="noStrike">
                          <a:effectLst/>
                        </a:rPr>
                        <a:t>E2E analysis</a:t>
                      </a:r>
                      <a:endParaRPr lang="en-US" sz="1200" b="0" i="0" u="none" strike="noStrike">
                        <a:solidFill>
                          <a:srgbClr val="181818"/>
                        </a:solidFill>
                        <a:effectLst/>
                        <a:latin typeface="Ericsson Hilda" panose="00000500000000000000" pitchFamily="2" charset="0"/>
                      </a:endParaRPr>
                    </a:p>
                  </a:txBody>
                  <a:tcPr marL="60998" marR="6777" marT="6777" marB="0" anchor="ctr"/>
                </a:tc>
                <a:tc>
                  <a:txBody>
                    <a:bodyPr/>
                    <a:lstStyle/>
                    <a:p>
                      <a:pPr algn="l" rtl="0" fontAlgn="ctr">
                        <a:buNone/>
                      </a:pPr>
                      <a:r>
                        <a:rPr lang="en-US" sz="1200" u="none" strike="noStrike">
                          <a:effectLst/>
                        </a:rPr>
                        <a:t>Data services Success Ratio ('Most reliable’) (FDFS DL&amp;UL, Browsing and Video)</a:t>
                      </a:r>
                      <a:endParaRPr lang="en-US" sz="1200" b="0" i="0" u="none" strike="noStrike">
                        <a:solidFill>
                          <a:srgbClr val="181818"/>
                        </a:solidFill>
                        <a:effectLst/>
                        <a:latin typeface="Ericsson Hilda" panose="00000500000000000000" pitchFamily="2" charset="0"/>
                      </a:endParaRPr>
                    </a:p>
                  </a:txBody>
                  <a:tcPr marL="60998" marR="6777" marT="6777" marB="0" anchor="ctr"/>
                </a:tc>
                <a:extLst>
                  <a:ext uri="{0D108BD9-81ED-4DB2-BD59-A6C34878D82A}">
                    <a16:rowId xmlns:a16="http://schemas.microsoft.com/office/drawing/2014/main" val="4118443984"/>
                  </a:ext>
                </a:extLst>
              </a:tr>
              <a:tr h="226921"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 rtl="0" fontAlgn="ctr">
                        <a:buNone/>
                      </a:pPr>
                      <a:r>
                        <a:rPr lang="en-US" sz="1200" b="0" i="0" u="none" strike="noStrike">
                          <a:solidFill>
                            <a:srgbClr val="181818"/>
                          </a:solidFill>
                          <a:effectLst/>
                          <a:latin typeface="Ericsson Hilda" panose="00000500000000000000" pitchFamily="2" charset="0"/>
                        </a:rPr>
                        <a:t>Improvement in CST in Q4 compared to Q3 and Q2</a:t>
                      </a:r>
                    </a:p>
                  </a:txBody>
                  <a:tcPr marL="60998" marR="6777" marT="6777" marB="0" anchor="ctr"/>
                </a:tc>
                <a:tc>
                  <a:txBody>
                    <a:bodyPr/>
                    <a:lstStyle/>
                    <a:p>
                      <a:pPr algn="l" rtl="0" fontAlgn="ctr">
                        <a:buNone/>
                      </a:pPr>
                      <a:endParaRPr lang="en-US" sz="1200" b="0" i="0" u="none" strike="noStrike">
                        <a:solidFill>
                          <a:srgbClr val="181818"/>
                        </a:solidFill>
                        <a:effectLst/>
                        <a:latin typeface="Ericsson Hilda" panose="00000500000000000000" pitchFamily="2" charset="0"/>
                      </a:endParaRPr>
                    </a:p>
                  </a:txBody>
                  <a:tcPr marL="60998" marR="6777" marT="6777" marB="0" anchor="ctr"/>
                </a:tc>
                <a:tc>
                  <a:txBody>
                    <a:bodyPr/>
                    <a:lstStyle/>
                    <a:p>
                      <a:pPr algn="l" rtl="0" fontAlgn="ctr">
                        <a:buNone/>
                      </a:pPr>
                      <a:r>
                        <a:rPr lang="en-US" sz="1200" b="0" i="0" u="none" strike="noStrike">
                          <a:solidFill>
                            <a:srgbClr val="181818"/>
                          </a:solidFill>
                          <a:effectLst/>
                          <a:latin typeface="Ericsson Hilda" panose="00000500000000000000" pitchFamily="2" charset="0"/>
                        </a:rPr>
                        <a:t>CALL SETUP TIME (‘Best Network’)</a:t>
                      </a:r>
                    </a:p>
                  </a:txBody>
                  <a:tcPr marL="60998" marR="6777" marT="6777" marB="0" anchor="ctr"/>
                </a:tc>
                <a:extLst>
                  <a:ext uri="{0D108BD9-81ED-4DB2-BD59-A6C34878D82A}">
                    <a16:rowId xmlns:a16="http://schemas.microsoft.com/office/drawing/2014/main" val="2196451456"/>
                  </a:ext>
                </a:extLst>
              </a:tr>
              <a:tr h="407636"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 rtl="0" fontAlgn="ctr">
                        <a:buNone/>
                      </a:pPr>
                      <a:r>
                        <a:rPr lang="en-US" sz="1200" b="0" i="0" u="none" strike="noStrike" dirty="0">
                          <a:solidFill>
                            <a:srgbClr val="181818"/>
                          </a:solidFill>
                          <a:effectLst/>
                          <a:latin typeface="Ericsson Hilda" panose="00000500000000000000" pitchFamily="2" charset="0"/>
                        </a:rPr>
                        <a:t>Improvement in FDTT DL throughput performance in Q4 vs Q3 (* due to change in the CORE), matching similar trends as in Q2</a:t>
                      </a:r>
                    </a:p>
                  </a:txBody>
                  <a:tcPr marL="60998" marR="6777" marT="6777" marB="0" anchor="ctr"/>
                </a:tc>
                <a:tc>
                  <a:txBody>
                    <a:bodyPr/>
                    <a:lstStyle/>
                    <a:p>
                      <a:pPr algn="l" rtl="0" fontAlgn="ctr">
                        <a:buNone/>
                      </a:pPr>
                      <a:endParaRPr lang="en-US" sz="1200" b="0" i="0" u="none" strike="noStrike">
                        <a:solidFill>
                          <a:srgbClr val="181818"/>
                        </a:solidFill>
                        <a:effectLst/>
                        <a:latin typeface="Ericsson Hilda" panose="00000500000000000000" pitchFamily="2" charset="0"/>
                      </a:endParaRPr>
                    </a:p>
                  </a:txBody>
                  <a:tcPr marL="60998" marR="6777" marT="6777" marB="0" anchor="ctr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u="none" strike="noStrike">
                          <a:effectLst/>
                        </a:rPr>
                        <a:t>FDTT DL Throughput</a:t>
                      </a:r>
                      <a:endParaRPr lang="en-US" sz="1200" b="0" i="0" u="none" strike="noStrike">
                        <a:solidFill>
                          <a:srgbClr val="181818"/>
                        </a:solidFill>
                        <a:effectLst/>
                        <a:latin typeface="Ericsson Hilda" panose="00000500000000000000" pitchFamily="2" charset="0"/>
                      </a:endParaRPr>
                    </a:p>
                  </a:txBody>
                  <a:tcPr marL="60998" marR="6777" marT="6777" marB="0" anchor="ctr"/>
                </a:tc>
                <a:extLst>
                  <a:ext uri="{0D108BD9-81ED-4DB2-BD59-A6C34878D82A}">
                    <a16:rowId xmlns:a16="http://schemas.microsoft.com/office/drawing/2014/main" val="1662449492"/>
                  </a:ext>
                </a:extLst>
              </a:tr>
              <a:tr h="407636"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 rtl="0" fontAlgn="ctr">
                        <a:buNone/>
                      </a:pPr>
                      <a:r>
                        <a:rPr lang="en-US" sz="1200" b="0" i="0" u="none" strike="noStrike" dirty="0">
                          <a:solidFill>
                            <a:srgbClr val="181818"/>
                          </a:solidFill>
                          <a:effectLst/>
                          <a:latin typeface="Ericsson Hilda" panose="00000500000000000000" pitchFamily="2" charset="0"/>
                        </a:rPr>
                        <a:t>Degradation in FDFS DL throughput performance in Q4 vs Q3 (* due to change in the CORE), matching similar trends as in Q2</a:t>
                      </a:r>
                    </a:p>
                  </a:txBody>
                  <a:tcPr marL="60998" marR="6777" marT="6777" marB="0" anchor="ctr"/>
                </a:tc>
                <a:tc>
                  <a:txBody>
                    <a:bodyPr/>
                    <a:lstStyle/>
                    <a:p>
                      <a:pPr algn="l" rtl="0" fontAlgn="ctr">
                        <a:buNone/>
                      </a:pPr>
                      <a:endParaRPr lang="en-US" sz="1200" b="0" i="0" u="none" strike="noStrike">
                        <a:solidFill>
                          <a:srgbClr val="181818"/>
                        </a:solidFill>
                        <a:effectLst/>
                        <a:latin typeface="Ericsson Hilda" panose="00000500000000000000" pitchFamily="2" charset="0"/>
                      </a:endParaRPr>
                    </a:p>
                  </a:txBody>
                  <a:tcPr marL="60998" marR="6777" marT="6777" marB="0" anchor="ctr"/>
                </a:tc>
                <a:tc>
                  <a:txBody>
                    <a:bodyPr/>
                    <a:lstStyle/>
                    <a:p>
                      <a:pPr algn="l" rtl="0" fontAlgn="ctr">
                        <a:buNone/>
                      </a:pPr>
                      <a:r>
                        <a:rPr lang="en-US" sz="1200" b="0" i="0" u="none" strike="noStrike">
                          <a:solidFill>
                            <a:srgbClr val="181818"/>
                          </a:solidFill>
                          <a:effectLst/>
                          <a:latin typeface="Ericsson Hilda" panose="00000500000000000000" pitchFamily="2" charset="0"/>
                        </a:rPr>
                        <a:t>FDFS DL Transfer Time</a:t>
                      </a:r>
                    </a:p>
                  </a:txBody>
                  <a:tcPr marL="60998" marR="6777" marT="6777" marB="0" anchor="ctr"/>
                </a:tc>
                <a:extLst>
                  <a:ext uri="{0D108BD9-81ED-4DB2-BD59-A6C34878D82A}">
                    <a16:rowId xmlns:a16="http://schemas.microsoft.com/office/drawing/2014/main" val="1926149615"/>
                  </a:ext>
                </a:extLst>
              </a:tr>
              <a:tr h="407636"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 rtl="0" fontAlgn="ctr">
                        <a:buNone/>
                      </a:pPr>
                      <a:r>
                        <a:rPr lang="en-US" sz="1200" b="0" i="0" u="none" strike="noStrike">
                          <a:solidFill>
                            <a:srgbClr val="181818"/>
                          </a:solidFill>
                          <a:effectLst/>
                          <a:latin typeface="Ericsson Hilda" panose="00000500000000000000" pitchFamily="2" charset="0"/>
                        </a:rPr>
                        <a:t>Higher Interactivity RTT in Q4 compared to Q3, similar figures as in Q2 (*). London showing poorer performance in Q4 compared to Q2.</a:t>
                      </a:r>
                    </a:p>
                  </a:txBody>
                  <a:tcPr marL="60998" marR="6777" marT="6777" marB="0" anchor="ctr"/>
                </a:tc>
                <a:tc>
                  <a:txBody>
                    <a:bodyPr/>
                    <a:lstStyle/>
                    <a:p>
                      <a:pPr algn="l" rtl="0" fontAlgn="ctr">
                        <a:buNone/>
                      </a:pPr>
                      <a:r>
                        <a:rPr lang="en-US" sz="1200" u="none" strike="noStrike">
                          <a:effectLst/>
                        </a:rPr>
                        <a:t>E2E analysis</a:t>
                      </a:r>
                      <a:endParaRPr lang="en-US" sz="1200" b="0" i="0" u="none" strike="noStrike">
                        <a:solidFill>
                          <a:srgbClr val="181818"/>
                        </a:solidFill>
                        <a:effectLst/>
                        <a:latin typeface="Ericsson Hilda" panose="00000500000000000000" pitchFamily="2" charset="0"/>
                      </a:endParaRPr>
                    </a:p>
                  </a:txBody>
                  <a:tcPr marL="60998" marR="6777" marT="6777" marB="0" anchor="ctr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u="none" strike="noStrike">
                          <a:effectLst/>
                        </a:rPr>
                        <a:t>Interactivity RTT </a:t>
                      </a:r>
                      <a:r>
                        <a:rPr lang="en-US" sz="1200" b="0" i="0" u="none" strike="noStrike">
                          <a:solidFill>
                            <a:srgbClr val="181818"/>
                          </a:solidFill>
                          <a:effectLst/>
                          <a:latin typeface="Ericsson Hilda" panose="00000500000000000000" pitchFamily="2" charset="0"/>
                        </a:rPr>
                        <a:t>(‘Best Network’)</a:t>
                      </a:r>
                    </a:p>
                  </a:txBody>
                  <a:tcPr marL="60998" marR="6777" marT="6777" marB="0" anchor="ctr"/>
                </a:tc>
                <a:extLst>
                  <a:ext uri="{0D108BD9-81ED-4DB2-BD59-A6C34878D82A}">
                    <a16:rowId xmlns:a16="http://schemas.microsoft.com/office/drawing/2014/main" val="1658485777"/>
                  </a:ext>
                </a:extLst>
              </a:tr>
              <a:tr h="407636">
                <a:tc vMerge="1">
                  <a:txBody>
                    <a:bodyPr/>
                    <a:lstStyle/>
                    <a:p>
                      <a:pPr algn="ctr" rtl="0" fontAlgn="ctr">
                        <a:buNone/>
                      </a:pPr>
                      <a:endParaRPr lang="en-US" sz="1200" b="1" i="0" u="none" strike="noStrike">
                        <a:solidFill>
                          <a:srgbClr val="181818"/>
                        </a:solidFill>
                        <a:effectLst/>
                        <a:latin typeface="Ericsson Hilda" panose="00000500000000000000" pitchFamily="2" charset="0"/>
                      </a:endParaRPr>
                    </a:p>
                  </a:txBody>
                  <a:tcPr marL="6777" marR="6777" marT="6777" marB="0" anchor="ctr"/>
                </a:tc>
                <a:tc>
                  <a:txBody>
                    <a:bodyPr/>
                    <a:lstStyle/>
                    <a:p>
                      <a:pPr algn="l" rtl="0" fontAlgn="ctr">
                        <a:buNone/>
                      </a:pPr>
                      <a:r>
                        <a:rPr lang="en-US" sz="1200" b="0" i="0" u="none" strike="noStrike">
                          <a:solidFill>
                            <a:srgbClr val="181818"/>
                          </a:solidFill>
                          <a:effectLst/>
                          <a:latin typeface="Ericsson Hilda" panose="00000500000000000000" pitchFamily="2" charset="0"/>
                        </a:rPr>
                        <a:t>Throughput performance when connecting to 3UK MOCN nodes mimics the 3UK performance</a:t>
                      </a:r>
                    </a:p>
                  </a:txBody>
                  <a:tcPr marL="60998" marR="6777" marT="6777" marB="0" anchor="ctr"/>
                </a:tc>
                <a:tc>
                  <a:txBody>
                    <a:bodyPr/>
                    <a:lstStyle/>
                    <a:p>
                      <a:pPr algn="l" rtl="0" fontAlgn="ctr">
                        <a:buNone/>
                      </a:pPr>
                      <a:endParaRPr lang="en-US" sz="1200" b="0" i="0" u="none" strike="noStrike">
                        <a:solidFill>
                          <a:srgbClr val="181818"/>
                        </a:solidFill>
                        <a:effectLst/>
                        <a:latin typeface="Ericsson Hilda" panose="00000500000000000000" pitchFamily="2" charset="0"/>
                      </a:endParaRPr>
                    </a:p>
                  </a:txBody>
                  <a:tcPr marL="60998" marR="6777" marT="6777" marB="0" anchor="ctr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u="none" strike="noStrike">
                          <a:effectLst/>
                        </a:rPr>
                        <a:t>FDTT and FDFS DL&amp;UL Throughput</a:t>
                      </a:r>
                      <a:endParaRPr lang="en-US" sz="1200" b="0" i="0" u="none" strike="noStrike">
                        <a:solidFill>
                          <a:srgbClr val="181818"/>
                        </a:solidFill>
                        <a:effectLst/>
                        <a:latin typeface="Ericsson Hilda" panose="00000500000000000000" pitchFamily="2" charset="0"/>
                      </a:endParaRPr>
                    </a:p>
                  </a:txBody>
                  <a:tcPr marL="60998" marR="6777" marT="6777" marB="0" anchor="ctr"/>
                </a:tc>
                <a:extLst>
                  <a:ext uri="{0D108BD9-81ED-4DB2-BD59-A6C34878D82A}">
                    <a16:rowId xmlns:a16="http://schemas.microsoft.com/office/drawing/2014/main" val="1527490177"/>
                  </a:ext>
                </a:extLst>
              </a:tr>
              <a:tr h="407636">
                <a:tc vMerge="1">
                  <a:txBody>
                    <a:bodyPr/>
                    <a:lstStyle/>
                    <a:p>
                      <a:pPr algn="ctr" rtl="0" fontAlgn="ctr">
                        <a:buNone/>
                      </a:pPr>
                      <a:endParaRPr lang="en-US" sz="1200" b="1" i="0" u="none" strike="noStrike">
                        <a:solidFill>
                          <a:srgbClr val="181818"/>
                        </a:solidFill>
                        <a:effectLst/>
                        <a:latin typeface="Ericsson Hilda" panose="00000500000000000000" pitchFamily="2" charset="0"/>
                      </a:endParaRPr>
                    </a:p>
                  </a:txBody>
                  <a:tcPr marL="6777" marR="6777" marT="6777" marB="0" anchor="ctr"/>
                </a:tc>
                <a:tc>
                  <a:txBody>
                    <a:bodyPr/>
                    <a:lstStyle/>
                    <a:p>
                      <a:pPr algn="l" rtl="0" fontAlgn="ctr">
                        <a:buNone/>
                      </a:pPr>
                      <a:r>
                        <a:rPr lang="en-US" sz="1200" b="0" i="0" u="none" strike="noStrike">
                          <a:solidFill>
                            <a:srgbClr val="181818"/>
                          </a:solidFill>
                          <a:effectLst/>
                          <a:latin typeface="Ericsson Hilda" panose="00000500000000000000" pitchFamily="2" charset="0"/>
                        </a:rPr>
                        <a:t>Better Throughput performance when connecting to VFUK MOCN nodes. This relates with the higher NR TDD utilization</a:t>
                      </a:r>
                    </a:p>
                  </a:txBody>
                  <a:tcPr marL="60998" marR="6777" marT="6777" marB="0" anchor="ctr"/>
                </a:tc>
                <a:tc>
                  <a:txBody>
                    <a:bodyPr/>
                    <a:lstStyle/>
                    <a:p>
                      <a:pPr algn="l" rtl="0" fontAlgn="ctr">
                        <a:buNone/>
                      </a:pPr>
                      <a:endParaRPr lang="en-US" sz="1200" b="0" i="0" u="none" strike="noStrike">
                        <a:solidFill>
                          <a:srgbClr val="181818"/>
                        </a:solidFill>
                        <a:effectLst/>
                        <a:latin typeface="Ericsson Hilda" panose="00000500000000000000" pitchFamily="2" charset="0"/>
                      </a:endParaRPr>
                    </a:p>
                  </a:txBody>
                  <a:tcPr marL="60998" marR="6777" marT="6777" marB="0" anchor="ctr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u="none" strike="noStrike">
                          <a:effectLst/>
                        </a:rPr>
                        <a:t>FDTT and FDFS DL&amp;UL Throughput</a:t>
                      </a:r>
                      <a:endParaRPr lang="en-US" sz="1200" b="0" i="0" u="none" strike="noStrike">
                        <a:solidFill>
                          <a:srgbClr val="181818"/>
                        </a:solidFill>
                        <a:effectLst/>
                        <a:latin typeface="Ericsson Hilda" panose="00000500000000000000" pitchFamily="2" charset="0"/>
                      </a:endParaRPr>
                    </a:p>
                  </a:txBody>
                  <a:tcPr marL="60998" marR="6777" marT="6777" marB="0" anchor="ctr"/>
                </a:tc>
                <a:extLst>
                  <a:ext uri="{0D108BD9-81ED-4DB2-BD59-A6C34878D82A}">
                    <a16:rowId xmlns:a16="http://schemas.microsoft.com/office/drawing/2014/main" val="2271828910"/>
                  </a:ext>
                </a:extLst>
              </a:tr>
              <a:tr h="404557">
                <a:tc rowSpan="5"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sz="1200" u="none" strike="noStrike">
                          <a:effectLst/>
                        </a:rPr>
                        <a:t>Three</a:t>
                      </a:r>
                      <a:endParaRPr lang="en-US" sz="1000" u="none" strike="noStrike">
                        <a:effectLst/>
                      </a:endParaRPr>
                    </a:p>
                  </a:txBody>
                  <a:tcPr marL="6777" marR="6777" marT="6777" marB="0" anchor="ctr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u="none" strike="noStrike">
                          <a:effectLst/>
                        </a:rPr>
                        <a:t> High unqualified data sessions in FDFS DL HTTPS test (not RF related) still present in Q4 in NSA CDR. In SA CDR this problem is not present.</a:t>
                      </a:r>
                      <a:endParaRPr lang="en-US" sz="1200" b="0" i="0" u="none" strike="noStrike">
                        <a:solidFill>
                          <a:srgbClr val="181818"/>
                        </a:solidFill>
                        <a:effectLst/>
                        <a:latin typeface="Ericsson Hilda" panose="00000500000000000000" pitchFamily="2" charset="0"/>
                      </a:endParaRPr>
                    </a:p>
                  </a:txBody>
                  <a:tcPr marL="6777" marR="6777" marT="6777" marB="0" anchor="ctr"/>
                </a:tc>
                <a:tc>
                  <a:txBody>
                    <a:bodyPr/>
                    <a:lstStyle/>
                    <a:p>
                      <a:pPr algn="l" rtl="0" fontAlgn="ctr">
                        <a:buNone/>
                      </a:pPr>
                      <a:r>
                        <a:rPr lang="en-US" sz="1200" u="none" strike="noStrike">
                          <a:effectLst/>
                        </a:rPr>
                        <a:t> E2E analysis. E2E core tracing needed</a:t>
                      </a:r>
                      <a:endParaRPr lang="en-US" sz="1200" b="0" i="0" u="none" strike="noStrike">
                        <a:solidFill>
                          <a:srgbClr val="181818"/>
                        </a:solidFill>
                        <a:effectLst/>
                        <a:latin typeface="Ericsson Hilda" panose="00000500000000000000" pitchFamily="2" charset="0"/>
                      </a:endParaRPr>
                    </a:p>
                  </a:txBody>
                  <a:tcPr marL="6777" marR="6777" marT="6777" marB="0" anchor="ctr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u="none" strike="noStrike">
                          <a:effectLst/>
                        </a:rPr>
                        <a:t> FDFS DL Success Ratio ('Most reliable')</a:t>
                      </a:r>
                      <a:endParaRPr lang="en-US" sz="1200" b="0" i="0" u="none" strike="noStrike">
                        <a:solidFill>
                          <a:srgbClr val="181818"/>
                        </a:solidFill>
                        <a:effectLst/>
                        <a:latin typeface="Ericsson Hilda" panose="00000500000000000000" pitchFamily="2" charset="0"/>
                      </a:endParaRPr>
                    </a:p>
                  </a:txBody>
                  <a:tcPr marL="6777" marR="6777" marT="6777" marB="0" anchor="ctr"/>
                </a:tc>
                <a:extLst>
                  <a:ext uri="{0D108BD9-81ED-4DB2-BD59-A6C34878D82A}">
                    <a16:rowId xmlns:a16="http://schemas.microsoft.com/office/drawing/2014/main" val="524180120"/>
                  </a:ext>
                </a:extLst>
              </a:tr>
              <a:tr h="407636">
                <a:tc vMerge="1">
                  <a:txBody>
                    <a:bodyPr/>
                    <a:lstStyle/>
                    <a:p>
                      <a:endParaRPr/>
                    </a:p>
                  </a:txBody>
                  <a:tcPr marL="6777" marR="6777" marT="6777" marB="0" anchor="ctr"/>
                </a:tc>
                <a:tc>
                  <a:txBody>
                    <a:bodyPr/>
                    <a:lstStyle/>
                    <a:p>
                      <a:pPr algn="l" rtl="0" fontAlgn="ctr">
                        <a:buNone/>
                      </a:pPr>
                      <a:r>
                        <a:rPr lang="en-US" sz="1200" u="none" strike="noStrike">
                          <a:effectLst/>
                        </a:rPr>
                        <a:t>Lower Call Success ratio in Q4 in London compared to Q3 (higher number of VoLTE failures)</a:t>
                      </a:r>
                      <a:endParaRPr lang="en-US" sz="1200" b="0" i="0" u="none" strike="noStrike">
                        <a:solidFill>
                          <a:srgbClr val="181818"/>
                        </a:solidFill>
                        <a:effectLst/>
                        <a:latin typeface="Ericsson Hilda" panose="00000500000000000000" pitchFamily="2" charset="0"/>
                      </a:endParaRPr>
                    </a:p>
                  </a:txBody>
                  <a:tcPr marL="60998" marR="6777" marT="6777" marB="0" anchor="ctr"/>
                </a:tc>
                <a:tc>
                  <a:txBody>
                    <a:bodyPr/>
                    <a:lstStyle/>
                    <a:p>
                      <a:pPr algn="l" rtl="0" fontAlgn="ctr">
                        <a:buNone/>
                      </a:pPr>
                      <a:r>
                        <a:rPr lang="en-US" sz="1200" u="none" strike="noStrike">
                          <a:effectLst/>
                        </a:rPr>
                        <a:t>Detail Log analysis of failures cases </a:t>
                      </a:r>
                      <a:endParaRPr lang="en-US" sz="1200" b="0" i="0" u="none" strike="noStrike">
                        <a:solidFill>
                          <a:srgbClr val="181818"/>
                        </a:solidFill>
                        <a:effectLst/>
                        <a:latin typeface="Ericsson Hilda" panose="00000500000000000000" pitchFamily="2" charset="0"/>
                      </a:endParaRPr>
                    </a:p>
                  </a:txBody>
                  <a:tcPr marL="60998" marR="6777" marT="6777" marB="0" anchor="ctr"/>
                </a:tc>
                <a:tc>
                  <a:txBody>
                    <a:bodyPr/>
                    <a:lstStyle/>
                    <a:p>
                      <a:pPr algn="l" rtl="0" fontAlgn="ctr">
                        <a:buNone/>
                      </a:pPr>
                      <a:r>
                        <a:rPr lang="en-US" sz="1200" u="none" strike="noStrike">
                          <a:effectLst/>
                        </a:rPr>
                        <a:t>Call Success Ratio ('Most reliable')</a:t>
                      </a:r>
                      <a:endParaRPr lang="en-US" sz="1200" b="0" i="0" u="none" strike="noStrike">
                        <a:solidFill>
                          <a:srgbClr val="181818"/>
                        </a:solidFill>
                        <a:effectLst/>
                        <a:latin typeface="Ericsson Hilda" panose="00000500000000000000" pitchFamily="2" charset="0"/>
                      </a:endParaRPr>
                    </a:p>
                  </a:txBody>
                  <a:tcPr marL="60998" marR="6777" marT="6777" marB="0" anchor="ctr"/>
                </a:tc>
                <a:extLst>
                  <a:ext uri="{0D108BD9-81ED-4DB2-BD59-A6C34878D82A}">
                    <a16:rowId xmlns:a16="http://schemas.microsoft.com/office/drawing/2014/main" val="3167912453"/>
                  </a:ext>
                </a:extLst>
              </a:tr>
              <a:tr h="407636">
                <a:tc vMerge="1">
                  <a:txBody>
                    <a:bodyPr/>
                    <a:lstStyle/>
                    <a:p>
                      <a:endParaRPr/>
                    </a:p>
                  </a:txBody>
                  <a:tcPr marL="6777" marR="6777" marT="6777" marB="0" anchor="ctr"/>
                </a:tc>
                <a:tc>
                  <a:txBody>
                    <a:bodyPr/>
                    <a:lstStyle/>
                    <a:p>
                      <a:pPr algn="l" rtl="0" fontAlgn="ctr">
                        <a:buNone/>
                      </a:pPr>
                      <a:r>
                        <a:rPr lang="en-US" sz="1200"/>
                        <a:t>Degradation observed in POLQA AVG MOS in Q4 compared to Q3 mainly in Belfast and Sheffield</a:t>
                      </a:r>
                      <a:endParaRPr lang="en-US" sz="1200" b="0" i="0" u="none" strike="noStrike">
                        <a:solidFill>
                          <a:srgbClr val="181818"/>
                        </a:solidFill>
                        <a:effectLst/>
                        <a:latin typeface="Ericsson Hilda" panose="00000500000000000000" pitchFamily="2" charset="0"/>
                      </a:endParaRPr>
                    </a:p>
                  </a:txBody>
                  <a:tcPr marL="60998" marR="6777" marT="6777" marB="0" anchor="ctr"/>
                </a:tc>
                <a:tc>
                  <a:txBody>
                    <a:bodyPr/>
                    <a:lstStyle/>
                    <a:p>
                      <a:pPr algn="l" rtl="0" fontAlgn="ctr">
                        <a:buNone/>
                      </a:pPr>
                      <a:endParaRPr lang="en-US" sz="1200" b="0" i="0" u="none" strike="noStrike">
                        <a:solidFill>
                          <a:srgbClr val="181818"/>
                        </a:solidFill>
                        <a:effectLst/>
                        <a:latin typeface="Ericsson Hilda" panose="00000500000000000000" pitchFamily="2" charset="0"/>
                      </a:endParaRPr>
                    </a:p>
                  </a:txBody>
                  <a:tcPr marL="60998" marR="6777" marT="6777" marB="0" anchor="ctr"/>
                </a:tc>
                <a:tc>
                  <a:txBody>
                    <a:bodyPr/>
                    <a:lstStyle/>
                    <a:p>
                      <a:pPr algn="l" rtl="0" fontAlgn="ctr">
                        <a:buNone/>
                      </a:pPr>
                      <a:r>
                        <a:rPr lang="en-US" sz="1200" b="0" i="0" u="none" strike="noStrike">
                          <a:solidFill>
                            <a:srgbClr val="181818"/>
                          </a:solidFill>
                          <a:effectLst/>
                          <a:latin typeface="Ericsson Hilda" panose="00000500000000000000" pitchFamily="2" charset="0"/>
                        </a:rPr>
                        <a:t>POLQA Avg MOS</a:t>
                      </a:r>
                    </a:p>
                  </a:txBody>
                  <a:tcPr marL="60998" marR="6777" marT="6777" marB="0" anchor="ctr"/>
                </a:tc>
                <a:extLst>
                  <a:ext uri="{0D108BD9-81ED-4DB2-BD59-A6C34878D82A}">
                    <a16:rowId xmlns:a16="http://schemas.microsoft.com/office/drawing/2014/main" val="252388039"/>
                  </a:ext>
                </a:extLst>
              </a:tr>
              <a:tr h="226921">
                <a:tc vMerge="1">
                  <a:txBody>
                    <a:bodyPr/>
                    <a:lstStyle/>
                    <a:p>
                      <a:endParaRPr/>
                    </a:p>
                  </a:txBody>
                  <a:tcPr marL="6777" marR="6777" marT="6777" marB="0" anchor="ctr"/>
                </a:tc>
                <a:tc>
                  <a:txBody>
                    <a:bodyPr/>
                    <a:lstStyle/>
                    <a:p>
                      <a:pPr algn="l" rtl="0" fontAlgn="ctr">
                        <a:buNone/>
                      </a:pPr>
                      <a:r>
                        <a:rPr lang="en-US" sz="1200" b="0" i="0" u="none" strike="noStrike">
                          <a:solidFill>
                            <a:srgbClr val="181818"/>
                          </a:solidFill>
                          <a:effectLst/>
                          <a:latin typeface="Ericsson Hilda" panose="00000500000000000000" pitchFamily="2" charset="0"/>
                        </a:rPr>
                        <a:t>Throughput performance when connecting to VFUK MOCN nodes mimics the VFUK performance</a:t>
                      </a:r>
                    </a:p>
                  </a:txBody>
                  <a:tcPr marL="60998" marR="6777" marT="6777" marB="0" anchor="ctr"/>
                </a:tc>
                <a:tc>
                  <a:txBody>
                    <a:bodyPr/>
                    <a:lstStyle/>
                    <a:p>
                      <a:pPr algn="l" rtl="0" fontAlgn="ctr">
                        <a:buNone/>
                      </a:pPr>
                      <a:endParaRPr lang="en-US" sz="1200" b="0" i="0" u="none" strike="noStrike">
                        <a:solidFill>
                          <a:srgbClr val="181818"/>
                        </a:solidFill>
                        <a:effectLst/>
                        <a:latin typeface="Ericsson Hilda" panose="00000500000000000000" pitchFamily="2" charset="0"/>
                      </a:endParaRPr>
                    </a:p>
                  </a:txBody>
                  <a:tcPr marL="60998" marR="6777" marT="6777" marB="0" anchor="ctr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u="none" strike="noStrike">
                          <a:effectLst/>
                        </a:rPr>
                        <a:t>FDTT and FDFS DL&amp;UL Throughput</a:t>
                      </a:r>
                      <a:endParaRPr lang="en-US" sz="1200" b="0" i="0" u="none" strike="noStrike">
                        <a:solidFill>
                          <a:srgbClr val="181818"/>
                        </a:solidFill>
                        <a:effectLst/>
                        <a:latin typeface="Ericsson Hilda" panose="00000500000000000000" pitchFamily="2" charset="0"/>
                      </a:endParaRPr>
                    </a:p>
                  </a:txBody>
                  <a:tcPr marL="60998" marR="6777" marT="6777" marB="0" anchor="ctr"/>
                </a:tc>
                <a:extLst>
                  <a:ext uri="{0D108BD9-81ED-4DB2-BD59-A6C34878D82A}">
                    <a16:rowId xmlns:a16="http://schemas.microsoft.com/office/drawing/2014/main" val="2097528208"/>
                  </a:ext>
                </a:extLst>
              </a:tr>
              <a:tr h="407636">
                <a:tc vMerge="1">
                  <a:txBody>
                    <a:bodyPr/>
                    <a:lstStyle/>
                    <a:p>
                      <a:pPr algn="ctr" rtl="0" fontAlgn="ctr">
                        <a:buNone/>
                      </a:pPr>
                      <a:endParaRPr lang="en-US" sz="1000" u="none" strike="noStrike">
                        <a:effectLst/>
                      </a:endParaRPr>
                    </a:p>
                  </a:txBody>
                  <a:tcPr marL="6777" marR="6777" marT="6777" marB="0" anchor="ctr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i="0" u="none" strike="noStrike">
                          <a:solidFill>
                            <a:srgbClr val="181818"/>
                          </a:solidFill>
                          <a:effectLst/>
                          <a:latin typeface="Ericsson Hilda" panose="00000500000000000000" pitchFamily="2" charset="0"/>
                        </a:rPr>
                        <a:t>Better Throughput performance when connecting to 3UK MOCN nodes. This relates with the higher NR TDD utilization</a:t>
                      </a:r>
                    </a:p>
                  </a:txBody>
                  <a:tcPr marL="60998" marR="6777" marT="6777" marB="0" anchor="ctr"/>
                </a:tc>
                <a:tc>
                  <a:txBody>
                    <a:bodyPr/>
                    <a:lstStyle/>
                    <a:p>
                      <a:pPr algn="l" rtl="0" fontAlgn="ctr">
                        <a:buNone/>
                      </a:pPr>
                      <a:endParaRPr lang="en-US" sz="1200" b="0" i="0" u="none" strike="noStrike">
                        <a:solidFill>
                          <a:srgbClr val="181818"/>
                        </a:solidFill>
                        <a:effectLst/>
                        <a:latin typeface="Ericsson Hilda" panose="00000500000000000000" pitchFamily="2" charset="0"/>
                      </a:endParaRPr>
                    </a:p>
                  </a:txBody>
                  <a:tcPr marL="60998" marR="6777" marT="6777" marB="0" anchor="ctr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u="none" strike="noStrike" dirty="0">
                          <a:effectLst/>
                        </a:rPr>
                        <a:t>FDTT and FDFS DL&amp;UL Throughput</a:t>
                      </a:r>
                      <a:endParaRPr lang="en-US" sz="1200" b="0" i="0" u="none" strike="noStrike" dirty="0">
                        <a:solidFill>
                          <a:srgbClr val="181818"/>
                        </a:solidFill>
                        <a:effectLst/>
                        <a:latin typeface="Ericsson Hilda" panose="00000500000000000000" pitchFamily="2" charset="0"/>
                      </a:endParaRPr>
                    </a:p>
                  </a:txBody>
                  <a:tcPr marL="60998" marR="6777" marT="6777" marB="0" anchor="ctr"/>
                </a:tc>
                <a:extLst>
                  <a:ext uri="{0D108BD9-81ED-4DB2-BD59-A6C34878D82A}">
                    <a16:rowId xmlns:a16="http://schemas.microsoft.com/office/drawing/2014/main" val="2000937595"/>
                  </a:ext>
                </a:extLst>
              </a:tr>
            </a:tbl>
          </a:graphicData>
        </a:graphic>
      </p:graphicFrame>
      <p:sp>
        <p:nvSpPr>
          <p:cNvPr id="4" name="TextBox 3">
            <a:extLst>
              <a:ext uri="{FF2B5EF4-FFF2-40B4-BE49-F238E27FC236}">
                <a16:creationId xmlns:a16="http://schemas.microsoft.com/office/drawing/2014/main" id="{F2B9695F-3483-5CC7-F351-C8C341E582C2}"/>
              </a:ext>
            </a:extLst>
          </p:cNvPr>
          <p:cNvSpPr txBox="1"/>
          <p:nvPr/>
        </p:nvSpPr>
        <p:spPr>
          <a:xfrm>
            <a:off x="304178" y="6268819"/>
            <a:ext cx="11458575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buNone/>
            </a:pPr>
            <a:r>
              <a:rPr lang="en-US" sz="1400" i="1" dirty="0"/>
              <a:t>(*) In 2025 Q4 Vodafone core is CISCO CORE (as in 2025 Q2) and in 2025 Q3 it was COSMOS ERICSSON</a:t>
            </a:r>
          </a:p>
        </p:txBody>
      </p:sp>
    </p:spTree>
    <p:custDataLst>
      <p:custData r:id="rId1"/>
      <p:custData r:id="rId2"/>
    </p:custDataLst>
    <p:extLst>
      <p:ext uri="{BB962C8B-B14F-4D97-AF65-F5344CB8AC3E}">
        <p14:creationId xmlns:p14="http://schemas.microsoft.com/office/powerpoint/2010/main" val="129304068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E9A4D93-5840-342A-4402-165E6E92E60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>
            <a:extLst>
              <a:ext uri="{FF2B5EF4-FFF2-40B4-BE49-F238E27FC236}">
                <a16:creationId xmlns:a16="http://schemas.microsoft.com/office/drawing/2014/main" id="{44BBD865-6FF6-F3EC-BF4E-F85CF5FE79B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Netcheck</a:t>
            </a:r>
            <a:r>
              <a:rPr lang="en-US" dirty="0"/>
              <a:t> Q4 scoring “Best network”. Drive city</a:t>
            </a:r>
          </a:p>
        </p:txBody>
      </p:sp>
      <p:sp>
        <p:nvSpPr>
          <p:cNvPr id="11" name="Content Placeholder 10">
            <a:extLst>
              <a:ext uri="{FF2B5EF4-FFF2-40B4-BE49-F238E27FC236}">
                <a16:creationId xmlns:a16="http://schemas.microsoft.com/office/drawing/2014/main" id="{147A7D83-2E0B-9109-0F75-24A40DA158C8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r>
              <a:rPr lang="en-US" dirty="0"/>
              <a:t>Cities considered: </a:t>
            </a:r>
            <a:r>
              <a:rPr lang="en-US" b="1" dirty="0"/>
              <a:t>Belfast, Bristol, Cardiff, Edinburgh, London, Leeds and Sheffield.</a:t>
            </a:r>
          </a:p>
          <a:p>
            <a:r>
              <a:rPr lang="en-US" dirty="0"/>
              <a:t>The ranking points are scaled to a maximum of 1.000 points, providing comparability with the overall Ranking</a:t>
            </a:r>
            <a:endParaRPr lang="en-US" dirty="0">
              <a:sym typeface="Wingdings" panose="05000000000000000000" pitchFamily="2" charset="2"/>
            </a:endParaRPr>
          </a:p>
          <a:p>
            <a:endParaRPr lang="en-US" dirty="0">
              <a:sym typeface="Wingdings" panose="05000000000000000000" pitchFamily="2" charset="2"/>
            </a:endParaRPr>
          </a:p>
          <a:p>
            <a:pPr marL="265113" lvl="1" indent="0">
              <a:buNone/>
            </a:pPr>
            <a:endParaRPr lang="en-US" dirty="0">
              <a:sym typeface="Wingdings" panose="05000000000000000000" pitchFamily="2" charset="2"/>
            </a:endParaRP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B6E96E3F-4560-B193-6C6D-AE0BB40B53A1}"/>
              </a:ext>
            </a:extLst>
          </p:cNvPr>
          <p:cNvPicPr>
            <a:picLocks noGrp="1" noChangeAspect="1"/>
          </p:cNvPicPr>
          <p:nvPr>
            <p:ph sz="quarter" idx="12"/>
          </p:nvPr>
        </p:nvPicPr>
        <p:blipFill>
          <a:blip r:embed="rId4"/>
          <a:stretch>
            <a:fillRect/>
          </a:stretch>
        </p:blipFill>
        <p:spPr>
          <a:xfrm>
            <a:off x="685617" y="1855870"/>
            <a:ext cx="7657234" cy="4700423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A605F540-3ACB-69F5-2ABD-D945701656E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218691" y="3790651"/>
            <a:ext cx="3723755" cy="2643010"/>
          </a:xfrm>
          <a:prstGeom prst="rect">
            <a:avLst/>
          </a:prstGeom>
        </p:spPr>
      </p:pic>
    </p:spTree>
    <p:custDataLst>
      <p:custData r:id="rId1"/>
      <p:custData r:id="rId2"/>
    </p:custDataLst>
    <p:extLst>
      <p:ext uri="{BB962C8B-B14F-4D97-AF65-F5344CB8AC3E}">
        <p14:creationId xmlns:p14="http://schemas.microsoft.com/office/powerpoint/2010/main" val="160505379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1D062BD-8BF1-A699-C5E0-E5FF2BBD188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>
            <a:extLst>
              <a:ext uri="{FF2B5EF4-FFF2-40B4-BE49-F238E27FC236}">
                <a16:creationId xmlns:a16="http://schemas.microsoft.com/office/drawing/2014/main" id="{A53E9968-E7DA-8AE4-3F19-1A374795E20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Score breakdown</a:t>
            </a:r>
          </a:p>
        </p:txBody>
      </p:sp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7EA3E9F2-2871-6837-FCE8-D80E941FA2B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86940059"/>
              </p:ext>
            </p:extLst>
          </p:nvPr>
        </p:nvGraphicFramePr>
        <p:xfrm>
          <a:off x="568960" y="1198917"/>
          <a:ext cx="10232615" cy="5348344"/>
        </p:xfrm>
        <a:graphic>
          <a:graphicData uri="http://schemas.openxmlformats.org/drawingml/2006/table">
            <a:tbl>
              <a:tblPr firstCol="1"/>
              <a:tblGrid>
                <a:gridCol w="1212922">
                  <a:extLst>
                    <a:ext uri="{9D8B030D-6E8A-4147-A177-3AD203B41FA5}">
                      <a16:colId xmlns:a16="http://schemas.microsoft.com/office/drawing/2014/main" val="3113121742"/>
                    </a:ext>
                  </a:extLst>
                </a:gridCol>
                <a:gridCol w="2559646">
                  <a:extLst>
                    <a:ext uri="{9D8B030D-6E8A-4147-A177-3AD203B41FA5}">
                      <a16:colId xmlns:a16="http://schemas.microsoft.com/office/drawing/2014/main" val="1625475787"/>
                    </a:ext>
                  </a:extLst>
                </a:gridCol>
                <a:gridCol w="668347">
                  <a:extLst>
                    <a:ext uri="{9D8B030D-6E8A-4147-A177-3AD203B41FA5}">
                      <a16:colId xmlns:a16="http://schemas.microsoft.com/office/drawing/2014/main" val="1535087981"/>
                    </a:ext>
                  </a:extLst>
                </a:gridCol>
                <a:gridCol w="804570">
                  <a:extLst>
                    <a:ext uri="{9D8B030D-6E8A-4147-A177-3AD203B41FA5}">
                      <a16:colId xmlns:a16="http://schemas.microsoft.com/office/drawing/2014/main" val="2551595483"/>
                    </a:ext>
                  </a:extLst>
                </a:gridCol>
                <a:gridCol w="845739">
                  <a:extLst>
                    <a:ext uri="{9D8B030D-6E8A-4147-A177-3AD203B41FA5}">
                      <a16:colId xmlns:a16="http://schemas.microsoft.com/office/drawing/2014/main" val="1594207783"/>
                    </a:ext>
                  </a:extLst>
                </a:gridCol>
                <a:gridCol w="703199">
                  <a:extLst>
                    <a:ext uri="{9D8B030D-6E8A-4147-A177-3AD203B41FA5}">
                      <a16:colId xmlns:a16="http://schemas.microsoft.com/office/drawing/2014/main" val="2271915179"/>
                    </a:ext>
                  </a:extLst>
                </a:gridCol>
                <a:gridCol w="703199">
                  <a:extLst>
                    <a:ext uri="{9D8B030D-6E8A-4147-A177-3AD203B41FA5}">
                      <a16:colId xmlns:a16="http://schemas.microsoft.com/office/drawing/2014/main" val="1853812213"/>
                    </a:ext>
                  </a:extLst>
                </a:gridCol>
                <a:gridCol w="703199">
                  <a:extLst>
                    <a:ext uri="{9D8B030D-6E8A-4147-A177-3AD203B41FA5}">
                      <a16:colId xmlns:a16="http://schemas.microsoft.com/office/drawing/2014/main" val="1818747723"/>
                    </a:ext>
                  </a:extLst>
                </a:gridCol>
                <a:gridCol w="1063187">
                  <a:extLst>
                    <a:ext uri="{9D8B030D-6E8A-4147-A177-3AD203B41FA5}">
                      <a16:colId xmlns:a16="http://schemas.microsoft.com/office/drawing/2014/main" val="1763277425"/>
                    </a:ext>
                  </a:extLst>
                </a:gridCol>
                <a:gridCol w="968607">
                  <a:extLst>
                    <a:ext uri="{9D8B030D-6E8A-4147-A177-3AD203B41FA5}">
                      <a16:colId xmlns:a16="http://schemas.microsoft.com/office/drawing/2014/main" val="3798419767"/>
                    </a:ext>
                  </a:extLst>
                </a:gridCol>
              </a:tblGrid>
              <a:tr h="137269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900" b="1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NETCHECK KPIS</a:t>
                      </a:r>
                    </a:p>
                  </a:txBody>
                  <a:tcPr marL="5491" marR="5491" marT="5491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5491" marR="5491" marT="5491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900" b="1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Score weight (%)</a:t>
                      </a:r>
                    </a:p>
                  </a:txBody>
                  <a:tcPr marL="5491" marR="5491" marT="5491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EA72E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900" b="1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Max score over 1000</a:t>
                      </a:r>
                    </a:p>
                  </a:txBody>
                  <a:tcPr marL="5491" marR="5491" marT="5491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900" b="1" i="0" u="none" strike="noStrike">
                          <a:solidFill>
                            <a:srgbClr val="FFFFFF"/>
                          </a:solidFill>
                          <a:effectLst/>
                          <a:latin typeface="+mn-lt"/>
                        </a:rPr>
                        <a:t>Vodafone</a:t>
                      </a:r>
                    </a:p>
                  </a:txBody>
                  <a:tcPr marL="5491" marR="5491" marT="5491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A291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900" b="1" i="0" u="none" strike="noStrike" kern="1200">
                          <a:solidFill>
                            <a:srgbClr val="FFFFFF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O2</a:t>
                      </a:r>
                    </a:p>
                  </a:txBody>
                  <a:tcPr marL="5491" marR="5491" marT="5491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900" b="1" i="0" u="none" strike="noStrike">
                          <a:solidFill>
                            <a:srgbClr val="FFFFFF"/>
                          </a:solidFill>
                          <a:effectLst/>
                          <a:latin typeface="+mn-lt"/>
                        </a:rPr>
                        <a:t>Three</a:t>
                      </a:r>
                    </a:p>
                  </a:txBody>
                  <a:tcPr marL="5491" marR="5491" marT="5491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900" b="1" i="0" u="none" strike="noStrike">
                          <a:solidFill>
                            <a:srgbClr val="FFFFFF"/>
                          </a:solidFill>
                          <a:effectLst/>
                          <a:latin typeface="+mn-lt"/>
                        </a:rPr>
                        <a:t>EE</a:t>
                      </a:r>
                    </a:p>
                  </a:txBody>
                  <a:tcPr marL="5491" marR="5491" marT="5491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A09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da-DK" sz="1000" b="1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GAP Vodafone vs  EE</a:t>
                      </a:r>
                    </a:p>
                  </a:txBody>
                  <a:tcPr marL="5491" marR="5491" marT="5491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000" b="1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GAP Three vs EE</a:t>
                      </a:r>
                    </a:p>
                  </a:txBody>
                  <a:tcPr marL="5491" marR="5491" marT="5491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77597588"/>
                  </a:ext>
                </a:extLst>
              </a:tr>
              <a:tr h="131778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900" b="1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CLASSIC CALLS</a:t>
                      </a:r>
                    </a:p>
                  </a:txBody>
                  <a:tcPr marL="5491" marR="5491" marT="5491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900" b="1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CALL SUCCESS RATIO [%]</a:t>
                      </a:r>
                    </a:p>
                  </a:txBody>
                  <a:tcPr marL="5491" marR="5491" marT="5491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9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14.28%</a:t>
                      </a:r>
                    </a:p>
                  </a:txBody>
                  <a:tcPr marL="5491" marR="5491" marT="5491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9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142.80</a:t>
                      </a:r>
                    </a:p>
                  </a:txBody>
                  <a:tcPr marL="5491" marR="5491" marT="5491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900" b="0" i="0" u="none" strike="noStrike" kern="120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137.41</a:t>
                      </a: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900" b="0" i="0" u="none" strike="noStrike" kern="120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133.33</a:t>
                      </a: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900" b="0" i="0" u="none" strike="noStrike" kern="120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124.56</a:t>
                      </a: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900" b="0" i="0" u="none" strike="noStrike" kern="120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132.00</a:t>
                      </a: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900" b="1" i="0" u="none" strike="noStrike" kern="120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-5.41</a:t>
                      </a: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900" b="1" i="0" u="none" strike="noStrike" kern="120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7.44</a:t>
                      </a: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15989074"/>
                  </a:ext>
                </a:extLst>
              </a:tr>
              <a:tr h="131778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9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 </a:t>
                      </a:r>
                    </a:p>
                  </a:txBody>
                  <a:tcPr marL="5491" marR="5491" marT="5491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900" b="1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CALL SETUP TIME [s]</a:t>
                      </a:r>
                    </a:p>
                  </a:txBody>
                  <a:tcPr marL="5491" marR="5491" marT="5491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9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1.68%</a:t>
                      </a:r>
                    </a:p>
                  </a:txBody>
                  <a:tcPr marL="5491" marR="5491" marT="5491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9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16.80</a:t>
                      </a:r>
                    </a:p>
                  </a:txBody>
                  <a:tcPr marL="5491" marR="5491" marT="5491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900" b="0" i="0" u="none" strike="noStrike" kern="120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15.68</a:t>
                      </a: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900" b="0" i="0" u="none" strike="noStrike" kern="120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16.80</a:t>
                      </a: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900" b="0" i="0" u="none" strike="noStrike" kern="120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16.32</a:t>
                      </a: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900" b="0" i="0" u="none" strike="noStrike" kern="120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16.73</a:t>
                      </a: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900" b="1" i="0" u="none" strike="noStrike" kern="120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1.04</a:t>
                      </a: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900" b="1" i="0" u="none" strike="noStrike" kern="120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0.40</a:t>
                      </a: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3350072"/>
                  </a:ext>
                </a:extLst>
              </a:tr>
              <a:tr h="131778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9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 </a:t>
                      </a:r>
                    </a:p>
                  </a:txBody>
                  <a:tcPr marL="5491" marR="5491" marT="5491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900" b="1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CALL SETUP TIME &gt; 15 s [%]</a:t>
                      </a:r>
                    </a:p>
                  </a:txBody>
                  <a:tcPr marL="5491" marR="5491" marT="5491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9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0.84%</a:t>
                      </a:r>
                    </a:p>
                  </a:txBody>
                  <a:tcPr marL="5491" marR="5491" marT="5491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9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8.40</a:t>
                      </a:r>
                    </a:p>
                  </a:txBody>
                  <a:tcPr marL="5491" marR="5491" marT="5491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900" b="0" i="0" u="none" strike="noStrike" kern="120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7.87</a:t>
                      </a: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900" b="0" i="0" u="none" strike="noStrike" kern="120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8.40</a:t>
                      </a: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900" b="0" i="0" u="none" strike="noStrike" kern="120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8.00</a:t>
                      </a: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900" b="0" i="0" u="none" strike="noStrike" kern="120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8.40</a:t>
                      </a: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900" b="1" i="0" u="none" strike="noStrike" kern="120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0.53</a:t>
                      </a: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900" b="1" i="0" u="none" strike="noStrike" kern="120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0.40</a:t>
                      </a: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32516350"/>
                  </a:ext>
                </a:extLst>
              </a:tr>
              <a:tr h="131778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9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 </a:t>
                      </a:r>
                    </a:p>
                  </a:txBody>
                  <a:tcPr marL="5491" marR="5491" marT="5491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900" b="1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POLQA &lt; 1.6 [%]</a:t>
                      </a:r>
                    </a:p>
                  </a:txBody>
                  <a:tcPr marL="5491" marR="5491" marT="5491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9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4.20%</a:t>
                      </a:r>
                    </a:p>
                  </a:txBody>
                  <a:tcPr marL="5491" marR="5491" marT="5491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9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42.00</a:t>
                      </a:r>
                    </a:p>
                  </a:txBody>
                  <a:tcPr marL="5491" marR="5491" marT="5491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900" b="0" i="0" u="none" strike="noStrike" kern="120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33.13</a:t>
                      </a: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900" b="0" i="0" u="none" strike="noStrike" kern="120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32.31</a:t>
                      </a: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900" b="0" i="0" u="none" strike="noStrike" kern="120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32.05</a:t>
                      </a: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900" b="0" i="0" u="none" strike="noStrike" kern="120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34.17</a:t>
                      </a: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900" b="1" i="0" u="none" strike="noStrike" kern="120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1.04</a:t>
                      </a: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900" b="1" i="0" u="none" strike="noStrike" kern="120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2.12</a:t>
                      </a: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58106333"/>
                  </a:ext>
                </a:extLst>
              </a:tr>
              <a:tr h="131778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9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 </a:t>
                      </a:r>
                    </a:p>
                  </a:txBody>
                  <a:tcPr marL="5491" marR="5491" marT="5491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900" b="1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POLQA [MOS</a:t>
                      </a:r>
                    </a:p>
                  </a:txBody>
                  <a:tcPr marL="5491" marR="5491" marT="5491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9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1.40%</a:t>
                      </a:r>
                    </a:p>
                  </a:txBody>
                  <a:tcPr marL="5491" marR="5491" marT="5491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9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14.00</a:t>
                      </a:r>
                    </a:p>
                  </a:txBody>
                  <a:tcPr marL="5491" marR="5491" marT="5491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900" b="0" i="0" u="none" strike="noStrike" kern="120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13.81</a:t>
                      </a: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900" b="0" i="0" u="none" strike="noStrike" kern="120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13.80</a:t>
                      </a: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900" b="0" i="0" u="none" strike="noStrike" kern="120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13.71</a:t>
                      </a: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900" b="0" i="0" u="none" strike="noStrike" kern="120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13.95</a:t>
                      </a: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900" b="1" i="0" u="none" strike="noStrike" kern="120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0.14</a:t>
                      </a: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900" b="1" i="0" u="none" strike="noStrike" kern="120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0.24</a:t>
                      </a: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45873468"/>
                  </a:ext>
                </a:extLst>
              </a:tr>
              <a:tr h="137269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9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 </a:t>
                      </a:r>
                    </a:p>
                  </a:txBody>
                  <a:tcPr marL="5491" marR="5491" marT="5491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900" b="1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DISTURBED &amp; IMPAIRED CALL [%]</a:t>
                      </a:r>
                    </a:p>
                  </a:txBody>
                  <a:tcPr marL="5491" marR="5491" marT="5491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9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2.80%</a:t>
                      </a:r>
                    </a:p>
                  </a:txBody>
                  <a:tcPr marL="5491" marR="5491" marT="5491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9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28.00</a:t>
                      </a:r>
                    </a:p>
                  </a:txBody>
                  <a:tcPr marL="5491" marR="5491" marT="5491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900" b="0" i="0" u="none" strike="noStrike" kern="120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25.89</a:t>
                      </a: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900" b="0" i="0" u="none" strike="noStrike" kern="120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22.02</a:t>
                      </a: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900" b="0" i="0" u="none" strike="noStrike" kern="120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21.91</a:t>
                      </a: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900" b="0" i="0" u="none" strike="noStrike" kern="120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25.88</a:t>
                      </a: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900" b="1" i="0" u="none" strike="noStrike" kern="120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0.00</a:t>
                      </a: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900" b="1" i="0" u="none" strike="noStrike" kern="120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3.98</a:t>
                      </a: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92736457"/>
                  </a:ext>
                </a:extLst>
              </a:tr>
              <a:tr h="131778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9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WHATSAPP CALLS</a:t>
                      </a:r>
                    </a:p>
                  </a:txBody>
                  <a:tcPr marL="5491" marR="5491" marT="5491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900" b="1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CALL SUCCESS RATIO [%]</a:t>
                      </a:r>
                    </a:p>
                  </a:txBody>
                  <a:tcPr marL="5491" marR="5491" marT="5491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9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5.60%</a:t>
                      </a:r>
                    </a:p>
                  </a:txBody>
                  <a:tcPr marL="5491" marR="5491" marT="5491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9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56.00</a:t>
                      </a:r>
                    </a:p>
                  </a:txBody>
                  <a:tcPr marL="5491" marR="5491" marT="5491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900" b="0" i="0" u="none" strike="noStrike" kern="120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53.08</a:t>
                      </a: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900" b="0" i="0" u="none" strike="noStrike" kern="120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53.05</a:t>
                      </a: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900" b="0" i="0" u="none" strike="noStrike" kern="120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50.13</a:t>
                      </a: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900" b="0" i="0" u="none" strike="noStrike" kern="120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56.00</a:t>
                      </a: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900" b="1" i="0" u="none" strike="noStrike" kern="120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2.92</a:t>
                      </a: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900" b="1" i="0" u="none" strike="noStrike" kern="120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5.87</a:t>
                      </a: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35991858"/>
                  </a:ext>
                </a:extLst>
              </a:tr>
              <a:tr h="131778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9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 </a:t>
                      </a:r>
                    </a:p>
                  </a:txBody>
                  <a:tcPr marL="5491" marR="5491" marT="5491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900" b="1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POLQA &lt; 1.6 [%]</a:t>
                      </a:r>
                    </a:p>
                  </a:txBody>
                  <a:tcPr marL="5491" marR="5491" marT="5491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9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1.40%</a:t>
                      </a:r>
                    </a:p>
                  </a:txBody>
                  <a:tcPr marL="5491" marR="5491" marT="5491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9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14.00</a:t>
                      </a:r>
                    </a:p>
                  </a:txBody>
                  <a:tcPr marL="5491" marR="5491" marT="5491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900" b="0" i="0" u="none" strike="noStrike" kern="120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11.06</a:t>
                      </a: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900" b="0" i="0" u="none" strike="noStrike" kern="120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10.61</a:t>
                      </a: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900" b="0" i="0" u="none" strike="noStrike" kern="120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10.45</a:t>
                      </a: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900" b="0" i="0" u="none" strike="noStrike" kern="120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12.13</a:t>
                      </a: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900" b="1" i="0" u="none" strike="noStrike" kern="120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1.06</a:t>
                      </a: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900" b="1" i="0" u="none" strike="noStrike" kern="120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1.67</a:t>
                      </a: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53254522"/>
                  </a:ext>
                </a:extLst>
              </a:tr>
              <a:tr h="131778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9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 </a:t>
                      </a:r>
                    </a:p>
                  </a:txBody>
                  <a:tcPr marL="5491" marR="5491" marT="5491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900" b="1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POLQA [MOS]</a:t>
                      </a:r>
                    </a:p>
                  </a:txBody>
                  <a:tcPr marL="5491" marR="5491" marT="5491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9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0.47%</a:t>
                      </a:r>
                    </a:p>
                  </a:txBody>
                  <a:tcPr marL="5491" marR="5491" marT="5491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9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4.70</a:t>
                      </a:r>
                    </a:p>
                  </a:txBody>
                  <a:tcPr marL="5491" marR="5491" marT="5491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900" b="0" i="0" u="none" strike="noStrike" kern="120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4.11</a:t>
                      </a: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900" b="0" i="0" u="none" strike="noStrike" kern="120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4.10</a:t>
                      </a: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900" b="0" i="0" u="none" strike="noStrike" kern="120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4.10</a:t>
                      </a: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900" b="0" i="0" u="none" strike="noStrike" kern="120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4.15</a:t>
                      </a: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900" b="1" i="0" u="none" strike="noStrike" kern="120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0.04</a:t>
                      </a: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900" b="1" i="0" u="none" strike="noStrike" kern="120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0.04</a:t>
                      </a: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84680668"/>
                  </a:ext>
                </a:extLst>
              </a:tr>
              <a:tr h="137269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9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 </a:t>
                      </a:r>
                    </a:p>
                  </a:txBody>
                  <a:tcPr marL="5491" marR="5491" marT="5491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900" b="1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DISTURBED &amp; IMPAIRED CALL [%]</a:t>
                      </a:r>
                    </a:p>
                  </a:txBody>
                  <a:tcPr marL="5491" marR="5491" marT="5491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9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0.93%</a:t>
                      </a:r>
                    </a:p>
                  </a:txBody>
                  <a:tcPr marL="5491" marR="5491" marT="5491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9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9.30</a:t>
                      </a:r>
                    </a:p>
                  </a:txBody>
                  <a:tcPr marL="5491" marR="5491" marT="5491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900" b="0" i="0" u="none" strike="noStrike" kern="120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7.42</a:t>
                      </a: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900" b="0" i="0" u="none" strike="noStrike" kern="120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6.87</a:t>
                      </a: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900" b="0" i="0" u="none" strike="noStrike" kern="120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7.01</a:t>
                      </a: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900" b="0" i="0" u="none" strike="noStrike" kern="120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7.42</a:t>
                      </a: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900" b="1" i="0" u="none" strike="noStrike" kern="120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0.00</a:t>
                      </a: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900" b="1" i="0" u="none" strike="noStrike" kern="120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0.41</a:t>
                      </a: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41438808"/>
                  </a:ext>
                </a:extLst>
              </a:tr>
              <a:tr h="137269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9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Multi RAB</a:t>
                      </a:r>
                    </a:p>
                  </a:txBody>
                  <a:tcPr marL="5491" marR="5491" marT="5491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900" b="1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MULTI RAB DATA TRANSFER SUCCESS RATIO [%]</a:t>
                      </a:r>
                    </a:p>
                  </a:txBody>
                  <a:tcPr marL="5491" marR="5491" marT="5491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9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1.40%</a:t>
                      </a:r>
                    </a:p>
                  </a:txBody>
                  <a:tcPr marL="5491" marR="5491" marT="5491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9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14.00</a:t>
                      </a:r>
                    </a:p>
                  </a:txBody>
                  <a:tcPr marL="5491" marR="5491" marT="5491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900" b="0" i="0" u="none" strike="noStrike" kern="120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13.27</a:t>
                      </a: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900" b="0" i="0" u="none" strike="noStrike" kern="120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14.00</a:t>
                      </a: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900" b="0" i="0" u="none" strike="noStrike" kern="120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13.63</a:t>
                      </a: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900" b="0" i="0" u="none" strike="noStrike" kern="120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13.82</a:t>
                      </a: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900" b="1" i="0" u="none" strike="noStrike" kern="120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0.55</a:t>
                      </a: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900" b="1" i="0" u="none" strike="noStrike" kern="120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0.19</a:t>
                      </a: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52414515"/>
                  </a:ext>
                </a:extLst>
              </a:tr>
              <a:tr h="131778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9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TRANSFER</a:t>
                      </a:r>
                    </a:p>
                  </a:txBody>
                  <a:tcPr marL="5491" marR="5491" marT="5491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900" b="1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FDFS DL SUCCESS RATIO [%]</a:t>
                      </a:r>
                    </a:p>
                  </a:txBody>
                  <a:tcPr marL="5491" marR="5491" marT="5491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9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4.68%</a:t>
                      </a:r>
                    </a:p>
                  </a:txBody>
                  <a:tcPr marL="5491" marR="5491" marT="5491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9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46.80</a:t>
                      </a:r>
                    </a:p>
                  </a:txBody>
                  <a:tcPr marL="5491" marR="5491" marT="5491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900" b="0" i="0" u="none" strike="noStrike" kern="120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36.37</a:t>
                      </a: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900" b="0" i="0" u="none" strike="noStrike" kern="120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43.65</a:t>
                      </a: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900" b="0" i="0" u="none" strike="noStrike" kern="120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0.00</a:t>
                      </a: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900" b="0" i="0" u="none" strike="noStrike" kern="120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45.16</a:t>
                      </a: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900" b="1" i="0" u="none" strike="noStrike" kern="120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8.79</a:t>
                      </a: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900" b="1" i="0" u="none" strike="noStrike" kern="120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45.16</a:t>
                      </a: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49501882"/>
                  </a:ext>
                </a:extLst>
              </a:tr>
              <a:tr h="131778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9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 </a:t>
                      </a:r>
                    </a:p>
                  </a:txBody>
                  <a:tcPr marL="5491" marR="5491" marT="5491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900" b="1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FDFS DL TRANSFER TIME [s]</a:t>
                      </a:r>
                    </a:p>
                  </a:txBody>
                  <a:tcPr marL="5491" marR="5491" marT="5491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9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3.12%</a:t>
                      </a:r>
                    </a:p>
                  </a:txBody>
                  <a:tcPr marL="5491" marR="5491" marT="5491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9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31.20</a:t>
                      </a:r>
                    </a:p>
                  </a:txBody>
                  <a:tcPr marL="5491" marR="5491" marT="5491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900" b="0" i="0" u="none" strike="noStrike" kern="120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28.77</a:t>
                      </a: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900" b="0" i="0" u="none" strike="noStrike" kern="120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29.19</a:t>
                      </a: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900" b="0" i="0" u="none" strike="noStrike" kern="120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27.70</a:t>
                      </a: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900" b="0" i="0" u="none" strike="noStrike" kern="120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31.20</a:t>
                      </a: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900" b="1" i="0" u="none" strike="noStrike" kern="120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2.43</a:t>
                      </a: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900" b="1" i="0" u="none" strike="noStrike" kern="120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3.50</a:t>
                      </a: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10659621"/>
                  </a:ext>
                </a:extLst>
              </a:tr>
              <a:tr h="131778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9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 </a:t>
                      </a:r>
                    </a:p>
                  </a:txBody>
                  <a:tcPr marL="5491" marR="5491" marT="5491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900" b="1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FDFS UL SUCCESS RATIO [%]</a:t>
                      </a:r>
                    </a:p>
                  </a:txBody>
                  <a:tcPr marL="5491" marR="5491" marT="5491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9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2.34%</a:t>
                      </a:r>
                    </a:p>
                  </a:txBody>
                  <a:tcPr marL="5491" marR="5491" marT="5491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9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23.40</a:t>
                      </a:r>
                    </a:p>
                  </a:txBody>
                  <a:tcPr marL="5491" marR="5491" marT="5491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900" b="0" i="0" u="none" strike="noStrike" kern="120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15.42</a:t>
                      </a: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900" b="0" i="0" u="none" strike="noStrike" kern="120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18.43</a:t>
                      </a: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900" b="0" i="0" u="none" strike="noStrike" kern="120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19.23</a:t>
                      </a: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900" b="0" i="0" u="none" strike="noStrike" kern="120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19.89</a:t>
                      </a: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900" b="1" i="0" u="none" strike="noStrike" kern="120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4.47</a:t>
                      </a: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900" b="1" i="0" u="none" strike="noStrike" kern="120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0.66</a:t>
                      </a: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43319822"/>
                  </a:ext>
                </a:extLst>
              </a:tr>
              <a:tr h="131778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9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 </a:t>
                      </a:r>
                    </a:p>
                  </a:txBody>
                  <a:tcPr marL="5491" marR="5491" marT="5491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900" b="1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FDFS UL TRANSFER TIME [s]</a:t>
                      </a:r>
                    </a:p>
                  </a:txBody>
                  <a:tcPr marL="5491" marR="5491" marT="5491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9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1.56%</a:t>
                      </a:r>
                    </a:p>
                  </a:txBody>
                  <a:tcPr marL="5491" marR="5491" marT="5491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9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15.60</a:t>
                      </a:r>
                    </a:p>
                  </a:txBody>
                  <a:tcPr marL="5491" marR="5491" marT="5491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900" b="0" i="0" u="none" strike="noStrike" kern="120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13.30</a:t>
                      </a: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900" b="0" i="0" u="none" strike="noStrike" kern="120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9.96</a:t>
                      </a: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900" b="0" i="0" u="none" strike="noStrike" kern="120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13.15</a:t>
                      </a: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900" b="0" i="0" u="none" strike="noStrike" kern="120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14.36</a:t>
                      </a: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900" b="1" i="0" u="none" strike="noStrike" kern="120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1.06</a:t>
                      </a: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900" b="1" i="0" u="none" strike="noStrike" kern="120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1.21</a:t>
                      </a: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14427847"/>
                  </a:ext>
                </a:extLst>
              </a:tr>
              <a:tr h="131778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9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 </a:t>
                      </a:r>
                    </a:p>
                  </a:txBody>
                  <a:tcPr marL="5491" marR="5491" marT="5491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900" b="1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FDTT DL THROUGHPUT &gt; 2Mbit/s [%]</a:t>
                      </a:r>
                    </a:p>
                  </a:txBody>
                  <a:tcPr marL="5491" marR="5491" marT="5491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9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3.12%</a:t>
                      </a:r>
                    </a:p>
                  </a:txBody>
                  <a:tcPr marL="5491" marR="5491" marT="5491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9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31.20</a:t>
                      </a:r>
                    </a:p>
                  </a:txBody>
                  <a:tcPr marL="5491" marR="5491" marT="5491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900" b="0" i="0" u="none" strike="noStrike" kern="120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28.17</a:t>
                      </a: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900" b="0" i="0" u="none" strike="noStrike" kern="120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29.45</a:t>
                      </a: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900" b="0" i="0" u="none" strike="noStrike" kern="120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16.64</a:t>
                      </a: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900" b="0" i="0" u="none" strike="noStrike" kern="120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29.21</a:t>
                      </a: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900" b="1" i="0" u="none" strike="noStrike" kern="120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1.04</a:t>
                      </a: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900" b="1" i="0" u="none" strike="noStrike" kern="120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12.57</a:t>
                      </a: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94748435"/>
                  </a:ext>
                </a:extLst>
              </a:tr>
              <a:tr h="131778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9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 </a:t>
                      </a:r>
                    </a:p>
                  </a:txBody>
                  <a:tcPr marL="5491" marR="5491" marT="5491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900" b="1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FDTT DL THROUGHPUT &gt; 5Mbit/s [%]</a:t>
                      </a:r>
                    </a:p>
                  </a:txBody>
                  <a:tcPr marL="5491" marR="5491" marT="5491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9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3.90%</a:t>
                      </a:r>
                    </a:p>
                  </a:txBody>
                  <a:tcPr marL="5491" marR="5491" marT="5491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9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39.00</a:t>
                      </a:r>
                    </a:p>
                  </a:txBody>
                  <a:tcPr marL="5491" marR="5491" marT="5491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900" b="0" i="0" u="none" strike="noStrike" kern="120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36.35</a:t>
                      </a: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900" b="0" i="0" u="none" strike="noStrike" kern="120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36.37</a:t>
                      </a: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900" b="0" i="0" u="none" strike="noStrike" kern="120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24.77</a:t>
                      </a: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900" b="0" i="0" u="none" strike="noStrike" kern="120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37.16</a:t>
                      </a: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900" b="1" i="0" u="none" strike="noStrike" kern="120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0.82</a:t>
                      </a: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900" b="1" i="0" u="none" strike="noStrike" kern="120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12.39</a:t>
                      </a: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8502887"/>
                  </a:ext>
                </a:extLst>
              </a:tr>
              <a:tr h="131778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9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 </a:t>
                      </a:r>
                    </a:p>
                  </a:txBody>
                  <a:tcPr marL="5491" marR="5491" marT="5491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900" b="1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FDTT DL THROUGHPUT &gt; 20Mbit/s [%]</a:t>
                      </a:r>
                    </a:p>
                  </a:txBody>
                  <a:tcPr marL="5491" marR="5491" marT="5491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9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3.90%</a:t>
                      </a:r>
                    </a:p>
                  </a:txBody>
                  <a:tcPr marL="5491" marR="5491" marT="5491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9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39.00</a:t>
                      </a:r>
                    </a:p>
                  </a:txBody>
                  <a:tcPr marL="5491" marR="5491" marT="5491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900" b="0" i="0" u="none" strike="noStrike" kern="120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31.52</a:t>
                      </a: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900" b="0" i="0" u="none" strike="noStrike" kern="120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32.22</a:t>
                      </a: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900" b="0" i="0" u="none" strike="noStrike" kern="120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28.54</a:t>
                      </a: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900" b="0" i="0" u="none" strike="noStrike" kern="120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35.38</a:t>
                      </a: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900" b="1" i="0" u="none" strike="noStrike" kern="120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3.87</a:t>
                      </a: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900" b="1" i="0" u="none" strike="noStrike" kern="120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6.84</a:t>
                      </a: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0020006"/>
                  </a:ext>
                </a:extLst>
              </a:tr>
              <a:tr h="131778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9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 </a:t>
                      </a:r>
                    </a:p>
                  </a:txBody>
                  <a:tcPr marL="5491" marR="5491" marT="5491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900" b="1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FDTT DL THROUGHPUT &gt; 100Mbit/s [%]</a:t>
                      </a:r>
                    </a:p>
                  </a:txBody>
                  <a:tcPr marL="5491" marR="5491" marT="5491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9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2.34%</a:t>
                      </a:r>
                    </a:p>
                  </a:txBody>
                  <a:tcPr marL="5491" marR="5491" marT="5491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9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23.40</a:t>
                      </a:r>
                    </a:p>
                  </a:txBody>
                  <a:tcPr marL="5491" marR="5491" marT="5491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900" b="0" i="0" u="none" strike="noStrike" kern="120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20.32</a:t>
                      </a: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900" b="0" i="0" u="none" strike="noStrike" kern="120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19.50</a:t>
                      </a: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900" b="0" i="0" u="none" strike="noStrike" kern="120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19.21</a:t>
                      </a: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900" b="0" i="0" u="none" strike="noStrike" kern="120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21.40</a:t>
                      </a: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900" b="1" i="0" u="none" strike="noStrike" kern="120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1.08</a:t>
                      </a: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900" b="1" i="0" u="none" strike="noStrike" kern="120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2.19</a:t>
                      </a: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44781704"/>
                  </a:ext>
                </a:extLst>
              </a:tr>
              <a:tr h="131778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9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 </a:t>
                      </a:r>
                    </a:p>
                  </a:txBody>
                  <a:tcPr marL="5491" marR="5491" marT="5491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900" b="1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FDTT DL THROUGHPUT P90 [Mbit/s]</a:t>
                      </a:r>
                    </a:p>
                  </a:txBody>
                  <a:tcPr marL="5491" marR="5491" marT="5491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9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2.34%</a:t>
                      </a:r>
                    </a:p>
                  </a:txBody>
                  <a:tcPr marL="5491" marR="5491" marT="5491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9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23.40</a:t>
                      </a:r>
                    </a:p>
                  </a:txBody>
                  <a:tcPr marL="5491" marR="5491" marT="5491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900" b="0" i="0" u="none" strike="noStrike" kern="120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21.33</a:t>
                      </a: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900" b="0" i="0" u="none" strike="noStrike" kern="120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18.05</a:t>
                      </a: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900" b="0" i="0" u="none" strike="noStrike" kern="120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23.40</a:t>
                      </a: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900" b="0" i="0" u="none" strike="noStrike" kern="120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23.18</a:t>
                      </a: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900" b="1" i="0" u="none" strike="noStrike" kern="120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1.86</a:t>
                      </a: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900" b="1" i="0" u="none" strike="noStrike" kern="120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-0.22</a:t>
                      </a: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19381121"/>
                  </a:ext>
                </a:extLst>
              </a:tr>
              <a:tr h="131778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9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 </a:t>
                      </a:r>
                    </a:p>
                  </a:txBody>
                  <a:tcPr marL="5491" marR="5491" marT="5491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900" b="1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FDTT UL THROUGHPUT &gt; 1Mbit/s [%]</a:t>
                      </a:r>
                    </a:p>
                  </a:txBody>
                  <a:tcPr marL="5491" marR="5491" marT="5491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9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1.56%</a:t>
                      </a:r>
                    </a:p>
                  </a:txBody>
                  <a:tcPr marL="5491" marR="5491" marT="5491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9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15.60</a:t>
                      </a:r>
                    </a:p>
                  </a:txBody>
                  <a:tcPr marL="5491" marR="5491" marT="5491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900" b="0" i="0" u="none" strike="noStrike" kern="120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14.94</a:t>
                      </a: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900" b="0" i="0" u="none" strike="noStrike" kern="120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12.89</a:t>
                      </a: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900" b="0" i="0" u="none" strike="noStrike" kern="120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13.44</a:t>
                      </a: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900" b="0" i="0" u="none" strike="noStrike" kern="120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15.36</a:t>
                      </a: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900" b="1" i="0" u="none" strike="noStrike" kern="120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0.42</a:t>
                      </a: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900" b="1" i="0" u="none" strike="noStrike" kern="120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1.93</a:t>
                      </a: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19343977"/>
                  </a:ext>
                </a:extLst>
              </a:tr>
              <a:tr h="131778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9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 </a:t>
                      </a:r>
                    </a:p>
                  </a:txBody>
                  <a:tcPr marL="5491" marR="5491" marT="5491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900" b="1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FDTT UL THROUGHPUT &gt; 3Mbit/s [%]</a:t>
                      </a:r>
                    </a:p>
                  </a:txBody>
                  <a:tcPr marL="5491" marR="5491" marT="5491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9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1.95%</a:t>
                      </a:r>
                    </a:p>
                  </a:txBody>
                  <a:tcPr marL="5491" marR="5491" marT="5491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9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19.50</a:t>
                      </a:r>
                    </a:p>
                  </a:txBody>
                  <a:tcPr marL="5491" marR="5491" marT="5491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900" b="0" i="0" u="none" strike="noStrike" kern="120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17.62</a:t>
                      </a: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900" b="0" i="0" u="none" strike="noStrike" kern="120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16.00</a:t>
                      </a: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900" b="0" i="0" u="none" strike="noStrike" kern="120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16.57</a:t>
                      </a: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900" b="0" i="0" u="none" strike="noStrike" kern="120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18.64</a:t>
                      </a: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900" b="1" i="0" u="none" strike="noStrike" kern="120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1.03</a:t>
                      </a: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900" b="1" i="0" u="none" strike="noStrike" kern="120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2.08</a:t>
                      </a: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51560424"/>
                  </a:ext>
                </a:extLst>
              </a:tr>
              <a:tr h="131778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9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 </a:t>
                      </a:r>
                    </a:p>
                  </a:txBody>
                  <a:tcPr marL="5491" marR="5491" marT="5491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900" b="1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FDTT UL THROUGHPUT &gt; 10Mbit/s [%]</a:t>
                      </a:r>
                    </a:p>
                  </a:txBody>
                  <a:tcPr marL="5491" marR="5491" marT="5491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9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1.95%</a:t>
                      </a:r>
                    </a:p>
                  </a:txBody>
                  <a:tcPr marL="5491" marR="5491" marT="5491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9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19.50</a:t>
                      </a:r>
                    </a:p>
                  </a:txBody>
                  <a:tcPr marL="5491" marR="5491" marT="5491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900" b="0" i="0" u="none" strike="noStrike" kern="120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15.13</a:t>
                      </a: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900" b="0" i="0" u="none" strike="noStrike" kern="120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13.96</a:t>
                      </a: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900" b="0" i="0" u="none" strike="noStrike" kern="120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14.21</a:t>
                      </a: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900" b="0" i="0" u="none" strike="noStrike" kern="120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16.78</a:t>
                      </a: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900" b="1" i="0" u="none" strike="noStrike" kern="120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1.65</a:t>
                      </a: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900" b="1" i="0" u="none" strike="noStrike" kern="120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2.57</a:t>
                      </a: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48520103"/>
                  </a:ext>
                </a:extLst>
              </a:tr>
              <a:tr h="131778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9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 </a:t>
                      </a:r>
                    </a:p>
                  </a:txBody>
                  <a:tcPr marL="5491" marR="5491" marT="5491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900" b="1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FDTT UL THROUGHPUT &gt; 20Mbit/s [%]</a:t>
                      </a:r>
                    </a:p>
                  </a:txBody>
                  <a:tcPr marL="5491" marR="5491" marT="5491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9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1.17%</a:t>
                      </a:r>
                    </a:p>
                  </a:txBody>
                  <a:tcPr marL="5491" marR="5491" marT="5491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9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11.70</a:t>
                      </a:r>
                    </a:p>
                  </a:txBody>
                  <a:tcPr marL="5491" marR="5491" marT="5491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900" b="0" i="0" u="none" strike="noStrike" kern="120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10.29</a:t>
                      </a: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900" b="0" i="0" u="none" strike="noStrike" kern="120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9.73</a:t>
                      </a: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900" b="0" i="0" u="none" strike="noStrike" kern="120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10.12</a:t>
                      </a: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900" b="0" i="0" u="none" strike="noStrike" kern="120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10.73</a:t>
                      </a: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900" b="1" i="0" u="none" strike="noStrike" kern="120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0.44</a:t>
                      </a: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900" b="1" i="0" u="none" strike="noStrike" kern="120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0.61</a:t>
                      </a: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2795823"/>
                  </a:ext>
                </a:extLst>
              </a:tr>
              <a:tr h="137269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9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 </a:t>
                      </a:r>
                    </a:p>
                  </a:txBody>
                  <a:tcPr marL="5491" marR="5491" marT="5491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900" b="1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FDTT UL THROUGHPUT P90 [Mbit/s]</a:t>
                      </a:r>
                    </a:p>
                  </a:txBody>
                  <a:tcPr marL="5491" marR="5491" marT="5491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9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1.17%</a:t>
                      </a:r>
                    </a:p>
                  </a:txBody>
                  <a:tcPr marL="5491" marR="5491" marT="5491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9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11.70</a:t>
                      </a:r>
                    </a:p>
                  </a:txBody>
                  <a:tcPr marL="5491" marR="5491" marT="5491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900" b="0" i="0" u="none" strike="noStrike" kern="120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10.30</a:t>
                      </a: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900" b="0" i="0" u="none" strike="noStrike" kern="120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9.83</a:t>
                      </a: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900" b="0" i="0" u="none" strike="noStrike" kern="120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11.70</a:t>
                      </a: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900" b="0" i="0" u="none" strike="noStrike" kern="120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10.22</a:t>
                      </a: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900" b="1" i="0" u="none" strike="noStrike" kern="120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-0.09</a:t>
                      </a: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900" b="1" i="0" u="none" strike="noStrike" kern="120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-1.48</a:t>
                      </a: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00848647"/>
                  </a:ext>
                </a:extLst>
              </a:tr>
              <a:tr h="131778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9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HTTP/HTTPs BROWSING</a:t>
                      </a:r>
                    </a:p>
                  </a:txBody>
                  <a:tcPr marL="5491" marR="5491" marT="5491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900" b="1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BROWSING TIME TO 1MB [</a:t>
                      </a:r>
                      <a:r>
                        <a:rPr lang="en-US" sz="900" b="1" i="0" u="none" strike="noStrike" err="1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ms</a:t>
                      </a:r>
                      <a:r>
                        <a:rPr lang="en-US" sz="900" b="1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]</a:t>
                      </a:r>
                    </a:p>
                  </a:txBody>
                  <a:tcPr marL="5491" marR="5491" marT="5491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9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5.20%</a:t>
                      </a:r>
                    </a:p>
                  </a:txBody>
                  <a:tcPr marL="5491" marR="5491" marT="5491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9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52.00</a:t>
                      </a:r>
                    </a:p>
                  </a:txBody>
                  <a:tcPr marL="5491" marR="5491" marT="5491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900" b="0" i="0" u="none" strike="noStrike" kern="120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52.00</a:t>
                      </a: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900" b="0" i="0" u="none" strike="noStrike" kern="120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52.00</a:t>
                      </a: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900" b="0" i="0" u="none" strike="noStrike" kern="120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52.00</a:t>
                      </a: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900" b="0" i="0" u="none" strike="noStrike" kern="120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52.00</a:t>
                      </a: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900" b="1" i="0" u="none" strike="noStrike" kern="120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0.00</a:t>
                      </a: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900" b="1" i="0" u="none" strike="noStrike" kern="120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0.00</a:t>
                      </a: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4303398"/>
                  </a:ext>
                </a:extLst>
              </a:tr>
              <a:tr h="137269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9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 </a:t>
                      </a:r>
                    </a:p>
                  </a:txBody>
                  <a:tcPr marL="5491" marR="5491" marT="5491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900" b="1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BROWSING SUCCESS RATIO [%]</a:t>
                      </a:r>
                    </a:p>
                  </a:txBody>
                  <a:tcPr marL="5491" marR="5491" marT="5491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9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7.80%</a:t>
                      </a:r>
                    </a:p>
                  </a:txBody>
                  <a:tcPr marL="5491" marR="5491" marT="5491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9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78.00</a:t>
                      </a:r>
                    </a:p>
                  </a:txBody>
                  <a:tcPr marL="5491" marR="5491" marT="5491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900" b="0" i="0" u="none" strike="noStrike" kern="120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68.55</a:t>
                      </a: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900" b="0" i="0" u="none" strike="noStrike" kern="120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75.12</a:t>
                      </a: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900" b="0" i="0" u="none" strike="noStrike" kern="120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68.87</a:t>
                      </a: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900" b="0" i="0" u="none" strike="noStrike" kern="120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75.53</a:t>
                      </a: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900" b="1" i="0" u="none" strike="noStrike" kern="120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6.98</a:t>
                      </a: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900" b="1" i="0" u="none" strike="noStrike" kern="120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6.66</a:t>
                      </a: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34026827"/>
                  </a:ext>
                </a:extLst>
              </a:tr>
              <a:tr h="131778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9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VIDEO STREAM</a:t>
                      </a:r>
                    </a:p>
                  </a:txBody>
                  <a:tcPr marL="5491" marR="5491" marT="5491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900" b="1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VIDEO STREAMING SUCCESS RATIO [%]</a:t>
                      </a:r>
                    </a:p>
                  </a:txBody>
                  <a:tcPr marL="5491" marR="5491" marT="5491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9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8.32%</a:t>
                      </a:r>
                    </a:p>
                  </a:txBody>
                  <a:tcPr marL="5491" marR="5491" marT="5491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9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83.20</a:t>
                      </a:r>
                    </a:p>
                  </a:txBody>
                  <a:tcPr marL="5491" marR="5491" marT="5491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900" b="0" i="0" u="none" strike="noStrike" kern="120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77.20</a:t>
                      </a: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900" b="0" i="0" u="none" strike="noStrike" kern="120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81.92</a:t>
                      </a: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900" b="0" i="0" u="none" strike="noStrike" kern="120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76.73</a:t>
                      </a: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900" b="0" i="0" u="none" strike="noStrike" kern="120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81.14</a:t>
                      </a: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900" b="1" i="0" u="none" strike="noStrike" kern="120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3.94</a:t>
                      </a: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900" b="1" i="0" u="none" strike="noStrike" kern="120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4.41</a:t>
                      </a: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78439850"/>
                  </a:ext>
                </a:extLst>
              </a:tr>
              <a:tr h="131778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9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 </a:t>
                      </a:r>
                    </a:p>
                  </a:txBody>
                  <a:tcPr marL="5491" marR="5491" marT="5491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900" b="1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VIDEO STREAMING TTFP &gt;= 10 s [%]</a:t>
                      </a:r>
                    </a:p>
                  </a:txBody>
                  <a:tcPr marL="5491" marR="5491" marT="5491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9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0.52%</a:t>
                      </a:r>
                    </a:p>
                  </a:txBody>
                  <a:tcPr marL="5491" marR="5491" marT="5491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9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5.20</a:t>
                      </a:r>
                    </a:p>
                  </a:txBody>
                  <a:tcPr marL="5491" marR="5491" marT="5491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900" b="0" i="0" u="none" strike="noStrike" kern="120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4.96</a:t>
                      </a: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900" b="0" i="0" u="none" strike="noStrike" kern="120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4.48</a:t>
                      </a: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900" b="0" i="0" u="none" strike="noStrike" kern="120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3.79</a:t>
                      </a: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900" b="0" i="0" u="none" strike="noStrike" kern="120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5.12</a:t>
                      </a: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900" b="1" i="0" u="none" strike="noStrike" kern="120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0.16</a:t>
                      </a: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900" b="1" i="0" u="none" strike="noStrike" kern="120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1.33</a:t>
                      </a: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8648413"/>
                  </a:ext>
                </a:extLst>
              </a:tr>
              <a:tr h="137269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9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 </a:t>
                      </a:r>
                    </a:p>
                  </a:txBody>
                  <a:tcPr marL="5491" marR="5491" marT="5491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900" b="1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VIDEO STREAMING IRRITATING EXPERIENCE [%]</a:t>
                      </a:r>
                    </a:p>
                  </a:txBody>
                  <a:tcPr marL="5491" marR="5491" marT="5491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9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4.16%</a:t>
                      </a:r>
                    </a:p>
                  </a:txBody>
                  <a:tcPr marL="5491" marR="5491" marT="5491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9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41.60</a:t>
                      </a:r>
                    </a:p>
                  </a:txBody>
                  <a:tcPr marL="5491" marR="5491" marT="5491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900" b="0" i="0" u="none" strike="noStrike" kern="120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41.34</a:t>
                      </a: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900" b="0" i="0" u="none" strike="noStrike" kern="120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40.96</a:t>
                      </a: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900" b="0" i="0" u="none" strike="noStrike" kern="120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40.30</a:t>
                      </a: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900" b="0" i="0" u="none" strike="noStrike" kern="120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41.48</a:t>
                      </a: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900" b="1" i="0" u="none" strike="noStrike" kern="120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0.13</a:t>
                      </a: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900" b="1" i="0" u="none" strike="noStrike" kern="120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1.18</a:t>
                      </a: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73278409"/>
                  </a:ext>
                </a:extLst>
              </a:tr>
              <a:tr h="131778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9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INTERACTIVITY</a:t>
                      </a:r>
                    </a:p>
                  </a:txBody>
                  <a:tcPr marL="5491" marR="5491" marT="5491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900" b="1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INTERACTIVITY PACKET ERROR RATIO [%]</a:t>
                      </a:r>
                    </a:p>
                  </a:txBody>
                  <a:tcPr marL="5491" marR="5491" marT="5491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9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0.78%</a:t>
                      </a:r>
                    </a:p>
                  </a:txBody>
                  <a:tcPr marL="5491" marR="5491" marT="5491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9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7.80</a:t>
                      </a:r>
                    </a:p>
                  </a:txBody>
                  <a:tcPr marL="5491" marR="5491" marT="5491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900" b="0" i="0" u="none" strike="noStrike" kern="120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6.70</a:t>
                      </a: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900" b="0" i="0" u="none" strike="noStrike" kern="120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6.59</a:t>
                      </a: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900" b="0" i="0" u="none" strike="noStrike" kern="120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0.00</a:t>
                      </a: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900" b="0" i="0" u="none" strike="noStrike" kern="120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7.43</a:t>
                      </a: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900" b="1" i="0" u="none" strike="noStrike" kern="120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0.73</a:t>
                      </a: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900" b="1" i="0" u="none" strike="noStrike" kern="120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7.43</a:t>
                      </a: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55527329"/>
                  </a:ext>
                </a:extLst>
              </a:tr>
              <a:tr h="137269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9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 </a:t>
                      </a:r>
                    </a:p>
                  </a:txBody>
                  <a:tcPr marL="5491" marR="5491" marT="5491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900" b="1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INTERACTIVITY MEDIAN RTT [MS]</a:t>
                      </a:r>
                    </a:p>
                  </a:txBody>
                  <a:tcPr marL="5491" marR="5491" marT="5491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9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3.12%</a:t>
                      </a:r>
                    </a:p>
                  </a:txBody>
                  <a:tcPr marL="5491" marR="5491" marT="5491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9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31.20</a:t>
                      </a:r>
                    </a:p>
                  </a:txBody>
                  <a:tcPr marL="5491" marR="5491" marT="5491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900" b="0" i="0" u="none" strike="noStrike" kern="120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26.92</a:t>
                      </a: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900" b="0" i="0" u="none" strike="noStrike" kern="120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27.64</a:t>
                      </a: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900" b="0" i="0" u="none" strike="noStrike" kern="120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29.42</a:t>
                      </a: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900" b="0" i="0" u="none" strike="noStrike" kern="120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29.56</a:t>
                      </a: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900" b="1" i="0" u="none" strike="noStrike" kern="120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2.64</a:t>
                      </a: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900" b="1" i="0" u="none" strike="noStrike" kern="120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0.13</a:t>
                      </a: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38485007"/>
                  </a:ext>
                </a:extLst>
              </a:tr>
            </a:tbl>
          </a:graphicData>
        </a:graphic>
      </p:graphicFrame>
    </p:spTree>
    <p:custDataLst>
      <p:custData r:id="rId1"/>
      <p:custData r:id="rId2"/>
    </p:custDataLst>
    <p:extLst>
      <p:ext uri="{BB962C8B-B14F-4D97-AF65-F5344CB8AC3E}">
        <p14:creationId xmlns:p14="http://schemas.microsoft.com/office/powerpoint/2010/main" val="326022909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3E6F3A1-4245-A842-327B-8DB1A9ADA51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>
            <a:extLst>
              <a:ext uri="{FF2B5EF4-FFF2-40B4-BE49-F238E27FC236}">
                <a16:creationId xmlns:a16="http://schemas.microsoft.com/office/drawing/2014/main" id="{14380641-CF34-AB65-D630-1B6F33614D3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KPIs prioritization: gap Vodafone vs EE</a:t>
            </a:r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4835D3A4-BA53-6227-34A6-C4AD5B9FFBA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80269763"/>
              </p:ext>
            </p:extLst>
          </p:nvPr>
        </p:nvGraphicFramePr>
        <p:xfrm>
          <a:off x="548394" y="1948786"/>
          <a:ext cx="6954260" cy="3403718"/>
        </p:xfrm>
        <a:graphic>
          <a:graphicData uri="http://schemas.openxmlformats.org/drawingml/2006/table">
            <a:tbl>
              <a:tblPr firstRow="1" firstCol="1">
                <a:tableStyleId>{5C22544A-7EE6-4342-B048-85BDC9FD1C3A}</a:tableStyleId>
              </a:tblPr>
              <a:tblGrid>
                <a:gridCol w="1666724">
                  <a:extLst>
                    <a:ext uri="{9D8B030D-6E8A-4147-A177-3AD203B41FA5}">
                      <a16:colId xmlns:a16="http://schemas.microsoft.com/office/drawing/2014/main" val="3642605734"/>
                    </a:ext>
                  </a:extLst>
                </a:gridCol>
                <a:gridCol w="3040319">
                  <a:extLst>
                    <a:ext uri="{9D8B030D-6E8A-4147-A177-3AD203B41FA5}">
                      <a16:colId xmlns:a16="http://schemas.microsoft.com/office/drawing/2014/main" val="254157762"/>
                    </a:ext>
                  </a:extLst>
                </a:gridCol>
                <a:gridCol w="1353904">
                  <a:extLst>
                    <a:ext uri="{9D8B030D-6E8A-4147-A177-3AD203B41FA5}">
                      <a16:colId xmlns:a16="http://schemas.microsoft.com/office/drawing/2014/main" val="2990189239"/>
                    </a:ext>
                  </a:extLst>
                </a:gridCol>
                <a:gridCol w="893313">
                  <a:extLst>
                    <a:ext uri="{9D8B030D-6E8A-4147-A177-3AD203B41FA5}">
                      <a16:colId xmlns:a16="http://schemas.microsoft.com/office/drawing/2014/main" val="1773962362"/>
                    </a:ext>
                  </a:extLst>
                </a:gridCol>
              </a:tblGrid>
              <a:tr h="74750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5198" marR="5198" marT="5198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1" i="0" u="none" strike="noStrike" err="1">
                          <a:solidFill>
                            <a:schemeClr val="bg1"/>
                          </a:solidFill>
                          <a:effectLst/>
                          <a:latin typeface="+mn-lt"/>
                        </a:rPr>
                        <a:t>Netcheck</a:t>
                      </a:r>
                      <a:r>
                        <a:rPr lang="en-US" sz="1600" b="1" i="0" u="none" strike="noStrike">
                          <a:solidFill>
                            <a:schemeClr val="bg1"/>
                          </a:solidFill>
                          <a:effectLst/>
                          <a:latin typeface="+mn-lt"/>
                        </a:rPr>
                        <a:t> KPIs</a:t>
                      </a:r>
                    </a:p>
                  </a:txBody>
                  <a:tcPr marL="5198" marR="5198" marT="5198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100" u="none" strike="noStrike">
                          <a:solidFill>
                            <a:schemeClr val="tx1"/>
                          </a:solidFill>
                          <a:effectLst/>
                        </a:rPr>
                        <a:t>GAP Vodafone vs EE</a:t>
                      </a:r>
                      <a:endParaRPr lang="en-US" sz="1100" b="0" i="0" u="none" strike="noStrike">
                        <a:solidFill>
                          <a:schemeClr val="tx1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5198" marR="5198" marT="5198" marB="0" anchor="b"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Type of KPI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5198" marR="5198" marT="5198" marB="0" anchor="b"/>
                </a:tc>
                <a:extLst>
                  <a:ext uri="{0D108BD9-81ED-4DB2-BD59-A6C34878D82A}">
                    <a16:rowId xmlns:a16="http://schemas.microsoft.com/office/drawing/2014/main" val="119120654"/>
                  </a:ext>
                </a:extLst>
              </a:tr>
              <a:tr h="129959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100" b="1" i="0" u="none" strike="noStrike" kern="1200">
                          <a:solidFill>
                            <a:schemeClr val="bg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TRANSFER</a:t>
                      </a: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100" b="0" i="0" u="none" strike="noStrike" kern="120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FDFS DL SUCCESS RATIO [%]</a:t>
                      </a: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100" b="0" i="0" u="none" strike="noStrike" kern="120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8.79</a:t>
                      </a:r>
                    </a:p>
                  </a:txBody>
                  <a:tcPr marL="7620" marR="7620" marT="7620" marB="0" anchor="b"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100" b="0" i="0" u="none" strike="noStrike" kern="1200">
                          <a:solidFill>
                            <a:srgbClr val="000000"/>
                          </a:solidFill>
                          <a:effectLst/>
                          <a:highlight>
                            <a:srgbClr val="00FF00"/>
                          </a:highlight>
                          <a:latin typeface="+mn-lt"/>
                          <a:ea typeface="+mn-ea"/>
                          <a:cs typeface="+mn-cs"/>
                        </a:rPr>
                        <a:t>Reliable</a:t>
                      </a: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4144100137"/>
                  </a:ext>
                </a:extLst>
              </a:tr>
              <a:tr h="129959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100" b="1" i="0" u="none" strike="noStrike" kern="1200">
                          <a:solidFill>
                            <a:schemeClr val="bg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HTTP/HTTPs BROWSING</a:t>
                      </a: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100" b="0" i="0" u="none" strike="noStrike" kern="120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BROWSING SUCCESS RATIO [%]</a:t>
                      </a: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100" b="0" i="0" u="none" strike="noStrike" kern="120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6.98</a:t>
                      </a:r>
                    </a:p>
                  </a:txBody>
                  <a:tcPr marL="7620" marR="7620" marT="7620" marB="0" anchor="b"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100" b="0" i="0" u="none" strike="noStrike" kern="1200">
                          <a:solidFill>
                            <a:srgbClr val="000000"/>
                          </a:solidFill>
                          <a:effectLst/>
                          <a:highlight>
                            <a:srgbClr val="00FF00"/>
                          </a:highlight>
                          <a:latin typeface="+mn-lt"/>
                          <a:ea typeface="+mn-ea"/>
                          <a:cs typeface="+mn-cs"/>
                        </a:rPr>
                        <a:t>Reliable</a:t>
                      </a: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424373942"/>
                  </a:ext>
                </a:extLst>
              </a:tr>
              <a:tr h="129959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100" b="1" i="0" u="none" strike="noStrike" kern="1200">
                          <a:solidFill>
                            <a:schemeClr val="bg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TRANSFER</a:t>
                      </a: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100" b="0" i="0" u="none" strike="noStrike" kern="120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FDFS UL SUCCESS RATIO [%]</a:t>
                      </a: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100" b="0" i="0" u="none" strike="noStrike" kern="120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4.47</a:t>
                      </a:r>
                    </a:p>
                  </a:txBody>
                  <a:tcPr marL="7620" marR="7620" marT="7620" marB="0" anchor="b"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100" b="0" i="0" u="none" strike="noStrike" kern="1200">
                          <a:solidFill>
                            <a:srgbClr val="000000"/>
                          </a:solidFill>
                          <a:effectLst/>
                          <a:highlight>
                            <a:srgbClr val="00FF00"/>
                          </a:highlight>
                          <a:latin typeface="+mn-lt"/>
                          <a:ea typeface="+mn-ea"/>
                          <a:cs typeface="+mn-cs"/>
                        </a:rPr>
                        <a:t>Reliable</a:t>
                      </a: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343873704"/>
                  </a:ext>
                </a:extLst>
              </a:tr>
              <a:tr h="129959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100" b="1" i="0" u="none" strike="noStrike" kern="1200">
                          <a:solidFill>
                            <a:schemeClr val="bg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VIDEO STREAM</a:t>
                      </a: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100" b="0" i="0" u="none" strike="noStrike" kern="120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VIDEO STREAMING SUCCESS RATIO [%]</a:t>
                      </a: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100" b="0" i="0" u="none" strike="noStrike" kern="120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3.94</a:t>
                      </a:r>
                    </a:p>
                  </a:txBody>
                  <a:tcPr marL="7620" marR="7620" marT="7620" marB="0" anchor="b"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100" b="0" i="0" u="none" strike="noStrike" kern="1200">
                          <a:solidFill>
                            <a:srgbClr val="000000"/>
                          </a:solidFill>
                          <a:effectLst/>
                          <a:highlight>
                            <a:srgbClr val="00FF00"/>
                          </a:highlight>
                          <a:latin typeface="+mn-lt"/>
                          <a:ea typeface="+mn-ea"/>
                          <a:cs typeface="+mn-cs"/>
                        </a:rPr>
                        <a:t>Reliable</a:t>
                      </a: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4040423678"/>
                  </a:ext>
                </a:extLst>
              </a:tr>
              <a:tr h="129959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100" b="1" i="0" u="none" strike="noStrike" kern="1200">
                          <a:solidFill>
                            <a:schemeClr val="bg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TRANSFER</a:t>
                      </a: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100" b="0" i="0" u="none" strike="noStrike" kern="120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FDTT DL THROUGHPUT &gt; 20Mbit/s [%]</a:t>
                      </a: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100" b="0" i="0" u="none" strike="noStrike" kern="120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3.87</a:t>
                      </a:r>
                    </a:p>
                  </a:txBody>
                  <a:tcPr marL="7620" marR="7620" marT="7620" marB="0" anchor="b"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100" b="0" i="0" u="none" strike="noStrike" kern="120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Diff</a:t>
                      </a: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1259169613"/>
                  </a:ext>
                </a:extLst>
              </a:tr>
              <a:tr h="129959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100" b="1" i="0" u="none" strike="noStrike" kern="1200">
                          <a:solidFill>
                            <a:schemeClr val="bg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WHATSAPP CALLS</a:t>
                      </a: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100" b="0" i="0" u="none" strike="noStrike" kern="120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CALL SUCCESS RATIO [%]</a:t>
                      </a: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100" b="0" i="0" u="none" strike="noStrike" kern="120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2.92</a:t>
                      </a:r>
                    </a:p>
                  </a:txBody>
                  <a:tcPr marL="7620" marR="7620" marT="7620" marB="0" anchor="b"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100" b="0" i="0" u="none" strike="noStrike" kern="1200">
                          <a:solidFill>
                            <a:srgbClr val="000000"/>
                          </a:solidFill>
                          <a:effectLst/>
                          <a:highlight>
                            <a:srgbClr val="00FF00"/>
                          </a:highlight>
                          <a:latin typeface="+mn-lt"/>
                          <a:ea typeface="+mn-ea"/>
                          <a:cs typeface="+mn-cs"/>
                        </a:rPr>
                        <a:t>Reliable</a:t>
                      </a: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1420483915"/>
                  </a:ext>
                </a:extLst>
              </a:tr>
              <a:tr h="129959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100" b="1" i="0" u="none" strike="noStrike" kern="1200">
                          <a:solidFill>
                            <a:schemeClr val="bg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INTERACTIVITY</a:t>
                      </a: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100" b="0" i="0" u="none" strike="noStrike" kern="120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INTERACTIVITY MEDIAN RTT [MS]</a:t>
                      </a: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100" b="0" i="0" u="none" strike="noStrike" kern="120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2.64</a:t>
                      </a:r>
                    </a:p>
                  </a:txBody>
                  <a:tcPr marL="7620" marR="7620" marT="7620" marB="0" anchor="b"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100" b="0" i="0" u="none" strike="noStrike" kern="120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Diff</a:t>
                      </a: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2607468503"/>
                  </a:ext>
                </a:extLst>
              </a:tr>
              <a:tr h="129959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100" b="1" i="0" u="none" strike="noStrike" kern="1200">
                          <a:solidFill>
                            <a:schemeClr val="bg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TRANSFER</a:t>
                      </a: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100" b="0" i="0" u="none" strike="noStrike" kern="120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FDFS DL TRANSFER TIME [s]</a:t>
                      </a: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100" b="0" i="0" u="none" strike="noStrike" kern="120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2.43</a:t>
                      </a:r>
                    </a:p>
                  </a:txBody>
                  <a:tcPr marL="7620" marR="7620" marT="7620" marB="0" anchor="b"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100" b="0" i="0" u="none" strike="noStrike" kern="120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Diff</a:t>
                      </a: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3767018905"/>
                  </a:ext>
                </a:extLst>
              </a:tr>
              <a:tr h="129959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100" b="1" i="0" u="none" strike="noStrike" kern="1200">
                          <a:solidFill>
                            <a:schemeClr val="bg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TRANSFER</a:t>
                      </a: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100" b="0" i="0" u="none" strike="noStrike" kern="120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FDTT DL THROUGHPUT P90 [Mbit/s]</a:t>
                      </a: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100" b="0" i="0" u="none" strike="noStrike" kern="120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1.86</a:t>
                      </a:r>
                    </a:p>
                  </a:txBody>
                  <a:tcPr marL="7620" marR="7620" marT="7620" marB="0" anchor="b"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100" b="0" i="0" u="none" strike="noStrike" kern="120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Diff</a:t>
                      </a: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3129836276"/>
                  </a:ext>
                </a:extLst>
              </a:tr>
              <a:tr h="129959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100" b="1" i="0" u="none" strike="noStrike" kern="1200">
                          <a:solidFill>
                            <a:schemeClr val="bg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TRANSFER</a:t>
                      </a: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100" b="0" i="0" u="none" strike="noStrike" kern="120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FDTT UL THROUGHPUT &gt; 10Mbit/s [%]</a:t>
                      </a: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100" b="0" i="0" u="none" strike="noStrike" kern="120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1.65</a:t>
                      </a:r>
                    </a:p>
                  </a:txBody>
                  <a:tcPr marL="7620" marR="7620" marT="7620" marB="0" anchor="b"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100" b="0" i="0" u="none" strike="noStrike" kern="120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Diff</a:t>
                      </a: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4071184441"/>
                  </a:ext>
                </a:extLst>
              </a:tr>
              <a:tr h="129959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100" b="1" i="0" u="none" strike="noStrike" kern="1200">
                          <a:solidFill>
                            <a:schemeClr val="bg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TRANSFER</a:t>
                      </a: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100" b="0" i="0" u="none" strike="noStrike" kern="120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FDTT DL THROUGHPUT &gt; 100Mbit/s [%]</a:t>
                      </a: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100" b="0" i="0" u="none" strike="noStrike" kern="120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1.08</a:t>
                      </a:r>
                    </a:p>
                  </a:txBody>
                  <a:tcPr marL="7620" marR="7620" marT="7620" marB="0" anchor="b"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100" b="0" i="0" u="none" strike="noStrike" kern="120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Diff</a:t>
                      </a: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2358039104"/>
                  </a:ext>
                </a:extLst>
              </a:tr>
              <a:tr h="129959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100" b="1" i="0" u="none" strike="noStrike" kern="1200">
                          <a:solidFill>
                            <a:schemeClr val="bg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WHATSAPP CALLS</a:t>
                      </a: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100" b="0" i="0" u="none" strike="noStrike" kern="120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POLQA &lt; 1.6 [%]</a:t>
                      </a: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100" b="0" i="0" u="none" strike="noStrike" kern="120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1.06</a:t>
                      </a:r>
                    </a:p>
                  </a:txBody>
                  <a:tcPr marL="7620" marR="7620" marT="7620" marB="0" anchor="b"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100" b="0" i="0" u="none" strike="noStrike" kern="1200">
                          <a:solidFill>
                            <a:srgbClr val="000000"/>
                          </a:solidFill>
                          <a:effectLst/>
                          <a:highlight>
                            <a:srgbClr val="00FF00"/>
                          </a:highlight>
                          <a:latin typeface="+mn-lt"/>
                          <a:ea typeface="+mn-ea"/>
                          <a:cs typeface="+mn-cs"/>
                        </a:rPr>
                        <a:t>Reliable</a:t>
                      </a: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2337247337"/>
                  </a:ext>
                </a:extLst>
              </a:tr>
              <a:tr h="129959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100" b="1" i="0" u="none" strike="noStrike" kern="1200">
                          <a:solidFill>
                            <a:schemeClr val="bg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TRANSFER</a:t>
                      </a: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100" b="0" i="0" u="none" strike="noStrike" kern="120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FDFS UL TRANSFER TIME [s]</a:t>
                      </a: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100" b="0" i="0" u="none" strike="noStrike" kern="120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1.06</a:t>
                      </a:r>
                    </a:p>
                  </a:txBody>
                  <a:tcPr marL="7620" marR="7620" marT="7620" marB="0" anchor="b"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100" b="0" i="0" u="none" strike="noStrike" kern="120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Diff</a:t>
                      </a: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957910050"/>
                  </a:ext>
                </a:extLst>
              </a:tr>
              <a:tr h="129959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100" b="1" i="0" u="none" strike="noStrike" kern="1200">
                          <a:solidFill>
                            <a:schemeClr val="bg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CLASSIC CALLS</a:t>
                      </a: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100" b="0" i="0" u="none" strike="noStrike" kern="120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CALL SETUP TIME [s]</a:t>
                      </a: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100" b="0" i="0" u="none" strike="noStrike" kern="120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1.04</a:t>
                      </a:r>
                    </a:p>
                  </a:txBody>
                  <a:tcPr marL="7620" marR="7620" marT="7620" marB="0" anchor="b"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100" b="0" i="0" u="none" strike="noStrike" kern="120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Diff</a:t>
                      </a: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2893233163"/>
                  </a:ext>
                </a:extLst>
              </a:tr>
              <a:tr h="129959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100" b="1" i="0" u="none" strike="noStrike" kern="1200">
                          <a:solidFill>
                            <a:schemeClr val="bg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TRANSFER</a:t>
                      </a: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100" b="0" i="0" u="none" strike="noStrike" kern="120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FDTT DL THROUGHPUT &gt; 2Mbit/s [%]</a:t>
                      </a: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100" b="0" i="0" u="none" strike="noStrike" kern="120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1.04</a:t>
                      </a:r>
                    </a:p>
                  </a:txBody>
                  <a:tcPr marL="7620" marR="7620" marT="7620" marB="0" anchor="b"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100" b="0" i="0" u="none" strike="noStrike" kern="1200">
                          <a:solidFill>
                            <a:srgbClr val="000000"/>
                          </a:solidFill>
                          <a:effectLst/>
                          <a:highlight>
                            <a:srgbClr val="00FF00"/>
                          </a:highlight>
                          <a:latin typeface="+mn-lt"/>
                          <a:ea typeface="+mn-ea"/>
                          <a:cs typeface="+mn-cs"/>
                        </a:rPr>
                        <a:t>Reliable</a:t>
                      </a: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303940047"/>
                  </a:ext>
                </a:extLst>
              </a:tr>
              <a:tr h="129959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100" b="1" i="0" u="none" strike="noStrike" kern="1200">
                          <a:solidFill>
                            <a:schemeClr val="bg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CLASSIC CALLS</a:t>
                      </a: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100" b="0" i="0" u="none" strike="noStrike" kern="120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POLQA &lt; 1.6 [%]</a:t>
                      </a: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100" b="0" i="0" u="none" strike="noStrike" kern="120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1.04</a:t>
                      </a:r>
                    </a:p>
                  </a:txBody>
                  <a:tcPr marL="7620" marR="7620" marT="7620" marB="0" anchor="b"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100" b="0" i="0" u="none" strike="noStrike" kern="1200">
                          <a:solidFill>
                            <a:srgbClr val="000000"/>
                          </a:solidFill>
                          <a:effectLst/>
                          <a:highlight>
                            <a:srgbClr val="00FF00"/>
                          </a:highlight>
                          <a:latin typeface="+mn-lt"/>
                          <a:ea typeface="+mn-ea"/>
                          <a:cs typeface="+mn-cs"/>
                        </a:rPr>
                        <a:t>Reliable</a:t>
                      </a: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3165703035"/>
                  </a:ext>
                </a:extLst>
              </a:tr>
              <a:tr h="129959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100" b="1" i="0" u="none" strike="noStrike" kern="1200">
                          <a:solidFill>
                            <a:schemeClr val="bg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TRANSFER</a:t>
                      </a: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100" b="0" i="0" u="none" strike="noStrike" kern="120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FDTT UL THROUGHPUT &gt; 3Mbit/s [%]</a:t>
                      </a: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100" b="0" i="0" u="none" strike="noStrike" kern="120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1.03</a:t>
                      </a:r>
                    </a:p>
                  </a:txBody>
                  <a:tcPr marL="7620" marR="7620" marT="7620" marB="0" anchor="b"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100" b="0" i="0" u="none" strike="noStrike" kern="120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Diff</a:t>
                      </a: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3736332286"/>
                  </a:ext>
                </a:extLst>
              </a:tr>
              <a:tr h="129959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100" b="1" i="0" u="none" strike="noStrike" kern="1200">
                          <a:solidFill>
                            <a:schemeClr val="bg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TRANSFER</a:t>
                      </a: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100" b="0" i="0" u="none" strike="noStrike" kern="120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FDTT DL THROUGHPUT &gt; 5Mbit/s [%]</a:t>
                      </a: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100" b="0" i="0" u="none" strike="noStrike" kern="120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0.82</a:t>
                      </a:r>
                    </a:p>
                  </a:txBody>
                  <a:tcPr marL="7620" marR="7620" marT="7620" marB="0" anchor="b"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100" b="0" i="0" u="none" strike="noStrike" kern="120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Diff</a:t>
                      </a: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904656314"/>
                  </a:ext>
                </a:extLst>
              </a:tr>
            </a:tbl>
          </a:graphicData>
        </a:graphic>
      </p:graphicFrame>
      <p:sp>
        <p:nvSpPr>
          <p:cNvPr id="5" name="Content Placeholder 10">
            <a:extLst>
              <a:ext uri="{FF2B5EF4-FFF2-40B4-BE49-F238E27FC236}">
                <a16:creationId xmlns:a16="http://schemas.microsoft.com/office/drawing/2014/main" id="{B4F34C75-980E-919A-0A59-4B0BB617A70B}"/>
              </a:ext>
            </a:extLst>
          </p:cNvPr>
          <p:cNvSpPr txBox="1">
            <a:spLocks/>
          </p:cNvSpPr>
          <p:nvPr/>
        </p:nvSpPr>
        <p:spPr>
          <a:xfrm>
            <a:off x="7715249" y="1933574"/>
            <a:ext cx="4131719" cy="3112019"/>
          </a:xfrm>
          <a:prstGeom prst="rect">
            <a:avLst/>
          </a:prstGeom>
        </p:spPr>
        <p:txBody>
          <a:bodyPr vert="horz" lIns="72000" tIns="36000" rIns="72000" bIns="36000" rtlCol="0">
            <a:noAutofit/>
          </a:bodyPr>
          <a:lstStyle>
            <a:lvl1pPr marL="265113" indent="-265113" algn="l" rtl="0" eaLnBrk="1" fontAlgn="base" hangingPunct="1">
              <a:spcBef>
                <a:spcPts val="800"/>
              </a:spcBef>
              <a:spcAft>
                <a:spcPct val="0"/>
              </a:spcAft>
              <a:buClrTx/>
              <a:buFont typeface="Ericsson Hilda" panose="00000500000000000000" pitchFamily="2" charset="0"/>
              <a:buChar char="●"/>
              <a:defRPr sz="2000" kern="1000" spc="-3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38163" indent="-273050" algn="l" rtl="0" eaLnBrk="1" fontAlgn="base" hangingPunct="1">
              <a:spcBef>
                <a:spcPts val="800"/>
              </a:spcBef>
              <a:spcAft>
                <a:spcPct val="0"/>
              </a:spcAft>
              <a:buClrTx/>
              <a:buFont typeface="Ericsson Hilda" panose="00000500000000000000" pitchFamily="2" charset="0"/>
              <a:buChar char="–"/>
              <a:defRPr sz="2000" kern="1000" spc="-30">
                <a:solidFill>
                  <a:schemeClr val="tx1"/>
                </a:solidFill>
                <a:latin typeface="+mn-lt"/>
              </a:defRPr>
            </a:lvl2pPr>
            <a:lvl3pPr marL="803275" indent="-265113" algn="l" rtl="0" eaLnBrk="1" fontAlgn="base" hangingPunct="1">
              <a:spcBef>
                <a:spcPts val="800"/>
              </a:spcBef>
              <a:spcAft>
                <a:spcPct val="0"/>
              </a:spcAft>
              <a:buClrTx/>
              <a:buFont typeface="Ericsson Hilda" panose="00000500000000000000" pitchFamily="2" charset="0"/>
              <a:buChar char="●"/>
              <a:defRPr sz="2000" kern="1000" spc="-30">
                <a:solidFill>
                  <a:schemeClr val="tx1"/>
                </a:solidFill>
                <a:latin typeface="+mn-lt"/>
              </a:defRPr>
            </a:lvl3pPr>
            <a:lvl4pPr marL="1076325" indent="-273050" algn="l" rtl="0" eaLnBrk="1" fontAlgn="base" hangingPunct="1">
              <a:spcBef>
                <a:spcPts val="800"/>
              </a:spcBef>
              <a:spcAft>
                <a:spcPct val="0"/>
              </a:spcAft>
              <a:buClrTx/>
              <a:buFont typeface="Ericsson Hilda" panose="00000500000000000000" pitchFamily="2" charset="0"/>
              <a:buChar char="–"/>
              <a:defRPr sz="2000" kern="1000" spc="-30">
                <a:solidFill>
                  <a:schemeClr val="tx1"/>
                </a:solidFill>
                <a:latin typeface="+mn-lt"/>
              </a:defRPr>
            </a:lvl4pPr>
            <a:lvl5pPr marL="1341438" indent="-265113" algn="l" rtl="0" eaLnBrk="1" fontAlgn="base" hangingPunct="1">
              <a:spcBef>
                <a:spcPts val="800"/>
              </a:spcBef>
              <a:spcAft>
                <a:spcPct val="0"/>
              </a:spcAft>
              <a:buClrTx/>
              <a:buFont typeface="Ericsson Hilda" panose="00000500000000000000" pitchFamily="2" charset="0"/>
              <a:buChar char="●"/>
              <a:defRPr sz="2000" kern="1000" spc="-30">
                <a:solidFill>
                  <a:schemeClr val="tx1"/>
                </a:solidFill>
                <a:latin typeface="+mn-lt"/>
              </a:defRPr>
            </a:lvl5pPr>
            <a:lvl6pPr marL="1341438" indent="-265113" algn="l" rtl="0" eaLnBrk="1" fontAlgn="base" hangingPunct="1">
              <a:spcBef>
                <a:spcPts val="800"/>
              </a:spcBef>
              <a:spcAft>
                <a:spcPct val="0"/>
              </a:spcAft>
              <a:buClrTx/>
              <a:buFont typeface="Ericsson Hilda" panose="00000500000000000000" pitchFamily="2" charset="0"/>
              <a:buChar char="●"/>
              <a:defRPr sz="2000">
                <a:solidFill>
                  <a:schemeClr val="tx1"/>
                </a:solidFill>
                <a:latin typeface="+mn-lt"/>
              </a:defRPr>
            </a:lvl6pPr>
            <a:lvl7pPr marL="1341438" indent="-265113" algn="l" rtl="0" eaLnBrk="1" fontAlgn="base" hangingPunct="1">
              <a:spcBef>
                <a:spcPts val="800"/>
              </a:spcBef>
              <a:spcAft>
                <a:spcPct val="0"/>
              </a:spcAft>
              <a:buClrTx/>
              <a:buFont typeface="Ericsson Hilda" panose="00000500000000000000" pitchFamily="2" charset="0"/>
              <a:buChar char="●"/>
              <a:defRPr sz="2000">
                <a:solidFill>
                  <a:schemeClr val="tx1"/>
                </a:solidFill>
                <a:latin typeface="+mn-lt"/>
              </a:defRPr>
            </a:lvl7pPr>
            <a:lvl8pPr marL="1341438" indent="-265113" algn="l" rtl="0" eaLnBrk="1" fontAlgn="base" hangingPunct="1">
              <a:spcBef>
                <a:spcPts val="800"/>
              </a:spcBef>
              <a:spcAft>
                <a:spcPct val="0"/>
              </a:spcAft>
              <a:buClrTx/>
              <a:buFont typeface="Ericsson Hilda" panose="00000500000000000000" pitchFamily="2" charset="0"/>
              <a:buChar char="●"/>
              <a:defRPr sz="2000">
                <a:solidFill>
                  <a:schemeClr val="tx1"/>
                </a:solidFill>
                <a:latin typeface="+mn-lt"/>
              </a:defRPr>
            </a:lvl8pPr>
            <a:lvl9pPr marL="1341438" indent="-265113" algn="l" rtl="0" eaLnBrk="1" fontAlgn="base" hangingPunct="1">
              <a:spcBef>
                <a:spcPts val="800"/>
              </a:spcBef>
              <a:spcAft>
                <a:spcPct val="0"/>
              </a:spcAft>
              <a:buClrTx/>
              <a:buFont typeface="Ericsson Hilda" panose="00000500000000000000" pitchFamily="2" charset="0"/>
              <a:buChar char="●"/>
              <a:defRPr sz="2000">
                <a:solidFill>
                  <a:schemeClr val="tx1"/>
                </a:solidFill>
                <a:latin typeface="+mn-lt"/>
              </a:defRPr>
            </a:lvl9pPr>
          </a:lstStyle>
          <a:p>
            <a:r>
              <a:rPr lang="en-US">
                <a:sym typeface="Wingdings" panose="05000000000000000000" pitchFamily="2" charset="2"/>
              </a:rPr>
              <a:t>Vodafone having highest gap with EE in data success ratio in Q4, all part of reliability definition (</a:t>
            </a:r>
            <a:r>
              <a:rPr lang="en-US" b="1">
                <a:sym typeface="Wingdings" panose="05000000000000000000" pitchFamily="2" charset="2"/>
              </a:rPr>
              <a:t>almost 25 points </a:t>
            </a:r>
            <a:r>
              <a:rPr lang="en-US">
                <a:sym typeface="Wingdings" panose="05000000000000000000" pitchFamily="2" charset="2"/>
              </a:rPr>
              <a:t>gap with EE).</a:t>
            </a:r>
          </a:p>
          <a:p>
            <a:pPr marL="0" indent="0">
              <a:buNone/>
            </a:pPr>
            <a:endParaRPr lang="en-US">
              <a:sym typeface="Wingdings" panose="05000000000000000000" pitchFamily="2" charset="2"/>
            </a:endParaRPr>
          </a:p>
          <a:p>
            <a:endParaRPr lang="en-US">
              <a:sym typeface="Wingdings" panose="05000000000000000000" pitchFamily="2" charset="2"/>
            </a:endParaRPr>
          </a:p>
          <a:p>
            <a:endParaRPr lang="en-US">
              <a:sym typeface="Wingdings" panose="05000000000000000000" pitchFamily="2" charset="2"/>
            </a:endParaRPr>
          </a:p>
          <a:p>
            <a:pPr marL="265113" lvl="1" indent="0">
              <a:buFont typeface="Ericsson Hilda" panose="00000500000000000000" pitchFamily="2" charset="0"/>
              <a:buNone/>
            </a:pPr>
            <a:endParaRPr lang="en-US">
              <a:sym typeface="Wingdings" panose="05000000000000000000" pitchFamily="2" charset="2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F502D0C-CCAA-01FC-46C7-F87948F64A2B}"/>
              </a:ext>
            </a:extLst>
          </p:cNvPr>
          <p:cNvSpPr txBox="1"/>
          <p:nvPr/>
        </p:nvSpPr>
        <p:spPr>
          <a:xfrm>
            <a:off x="9549477" y="5150073"/>
            <a:ext cx="2297491" cy="338554"/>
          </a:xfrm>
          <a:prstGeom prst="rect">
            <a:avLst/>
          </a:prstGeom>
          <a:solidFill>
            <a:schemeClr val="accent4"/>
          </a:solidFill>
        </p:spPr>
        <p:txBody>
          <a:bodyPr wrap="square">
            <a:spAutoFit/>
          </a:bodyPr>
          <a:lstStyle/>
          <a:p>
            <a:pPr algn="ctr"/>
            <a:r>
              <a:rPr lang="en-US" sz="1600" b="1"/>
              <a:t>Low-rate DL sessions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BA4F63ED-8A4E-0E2B-101D-1D00DE27AE8F}"/>
              </a:ext>
            </a:extLst>
          </p:cNvPr>
          <p:cNvSpPr txBox="1"/>
          <p:nvPr/>
        </p:nvSpPr>
        <p:spPr>
          <a:xfrm>
            <a:off x="9508780" y="4298231"/>
            <a:ext cx="2347421" cy="338554"/>
          </a:xfrm>
          <a:prstGeom prst="rect">
            <a:avLst/>
          </a:prstGeom>
          <a:solidFill>
            <a:schemeClr val="accent4"/>
          </a:solidFill>
        </p:spPr>
        <p:txBody>
          <a:bodyPr wrap="square">
            <a:spAutoFit/>
          </a:bodyPr>
          <a:lstStyle/>
          <a:p>
            <a:pPr algn="ctr"/>
            <a:r>
              <a:rPr lang="en-US" sz="1600" b="1"/>
              <a:t>Voice qualifiers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4E9E5F10-369D-733F-4A06-0D7E4251DF88}"/>
              </a:ext>
            </a:extLst>
          </p:cNvPr>
          <p:cNvSpPr txBox="1"/>
          <p:nvPr/>
        </p:nvSpPr>
        <p:spPr>
          <a:xfrm>
            <a:off x="8556447" y="3434392"/>
            <a:ext cx="2612326" cy="338554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pPr algn="ctr"/>
            <a:r>
              <a:rPr lang="en-US" sz="1600" b="1">
                <a:latin typeface="+mn-lt"/>
              </a:rPr>
              <a:t>Focus Areas Vodafone: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04057FEE-2742-8F5F-80CB-B26BBBA0ED39}"/>
              </a:ext>
            </a:extLst>
          </p:cNvPr>
          <p:cNvSpPr txBox="1"/>
          <p:nvPr/>
        </p:nvSpPr>
        <p:spPr>
          <a:xfrm>
            <a:off x="8064334" y="3896228"/>
            <a:ext cx="2297491" cy="338554"/>
          </a:xfrm>
          <a:prstGeom prst="rect">
            <a:avLst/>
          </a:prstGeom>
          <a:solidFill>
            <a:schemeClr val="accent4"/>
          </a:solidFill>
        </p:spPr>
        <p:txBody>
          <a:bodyPr wrap="square">
            <a:spAutoFit/>
          </a:bodyPr>
          <a:lstStyle/>
          <a:p>
            <a:pPr algn="ctr"/>
            <a:r>
              <a:rPr lang="en-US" sz="1600" b="1">
                <a:latin typeface="+mn-lt"/>
              </a:rPr>
              <a:t>Data Qualifiers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9DFF6447-DF23-BB5B-B2B9-559BA3381D7D}"/>
              </a:ext>
            </a:extLst>
          </p:cNvPr>
          <p:cNvSpPr txBox="1"/>
          <p:nvPr/>
        </p:nvSpPr>
        <p:spPr>
          <a:xfrm>
            <a:off x="8082325" y="4710113"/>
            <a:ext cx="2189290" cy="338554"/>
          </a:xfrm>
          <a:prstGeom prst="rect">
            <a:avLst/>
          </a:prstGeom>
          <a:solidFill>
            <a:schemeClr val="accent4"/>
          </a:solidFill>
        </p:spPr>
        <p:txBody>
          <a:bodyPr wrap="square">
            <a:spAutoFit/>
          </a:bodyPr>
          <a:lstStyle/>
          <a:p>
            <a:pPr algn="ctr"/>
            <a:r>
              <a:rPr lang="en-US" sz="1600" b="1">
                <a:latin typeface="+mn-lt"/>
              </a:rPr>
              <a:t>POLQA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40E6F6DB-63A6-A965-1431-D2C1936A3BFC}"/>
              </a:ext>
            </a:extLst>
          </p:cNvPr>
          <p:cNvSpPr txBox="1"/>
          <p:nvPr/>
        </p:nvSpPr>
        <p:spPr>
          <a:xfrm>
            <a:off x="8125466" y="5567703"/>
            <a:ext cx="1787948" cy="338554"/>
          </a:xfrm>
          <a:prstGeom prst="rect">
            <a:avLst/>
          </a:prstGeom>
          <a:solidFill>
            <a:schemeClr val="accent4"/>
          </a:solidFill>
        </p:spPr>
        <p:txBody>
          <a:bodyPr wrap="square">
            <a:spAutoFit/>
          </a:bodyPr>
          <a:lstStyle/>
          <a:p>
            <a:pPr algn="ctr"/>
            <a:r>
              <a:rPr lang="en-US" sz="1600">
                <a:latin typeface="+mn-lt"/>
              </a:rPr>
              <a:t>Interactivity RTT</a:t>
            </a:r>
          </a:p>
        </p:txBody>
      </p: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6C4CCC0F-F7EF-1380-0993-6B9C31F7F401}"/>
              </a:ext>
            </a:extLst>
          </p:cNvPr>
          <p:cNvCxnSpPr>
            <a:cxnSpLocks/>
          </p:cNvCxnSpPr>
          <p:nvPr/>
        </p:nvCxnSpPr>
        <p:spPr bwMode="auto">
          <a:xfrm>
            <a:off x="404961" y="1481841"/>
            <a:ext cx="0" cy="3685222"/>
          </a:xfrm>
          <a:prstGeom prst="straightConnector1">
            <a:avLst/>
          </a:prstGeom>
          <a:ln w="28575">
            <a:headEnd type="none" w="med" len="me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" name="TextBox 26">
            <a:extLst>
              <a:ext uri="{FF2B5EF4-FFF2-40B4-BE49-F238E27FC236}">
                <a16:creationId xmlns:a16="http://schemas.microsoft.com/office/drawing/2014/main" id="{F559E423-FE1B-A1D7-8A07-23751323F967}"/>
              </a:ext>
            </a:extLst>
          </p:cNvPr>
          <p:cNvSpPr txBox="1"/>
          <p:nvPr/>
        </p:nvSpPr>
        <p:spPr>
          <a:xfrm>
            <a:off x="178691" y="1481841"/>
            <a:ext cx="1011934" cy="338554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pPr algn="ctr"/>
            <a:r>
              <a:rPr lang="en-US" sz="1600" b="1">
                <a:latin typeface="+mn-lt"/>
              </a:rPr>
              <a:t>Priority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37C580A2-99A4-FF72-E295-4CFA2E86B9AB}"/>
              </a:ext>
            </a:extLst>
          </p:cNvPr>
          <p:cNvSpPr txBox="1"/>
          <p:nvPr/>
        </p:nvSpPr>
        <p:spPr>
          <a:xfrm>
            <a:off x="9657678" y="5980043"/>
            <a:ext cx="2189290" cy="338554"/>
          </a:xfrm>
          <a:prstGeom prst="rect">
            <a:avLst/>
          </a:prstGeom>
          <a:solidFill>
            <a:schemeClr val="accent4"/>
          </a:solidFill>
        </p:spPr>
        <p:txBody>
          <a:bodyPr wrap="square">
            <a:spAutoFit/>
          </a:bodyPr>
          <a:lstStyle/>
          <a:p>
            <a:pPr algn="ctr"/>
            <a:r>
              <a:rPr lang="en-US" sz="1600">
                <a:latin typeface="+mn-lt"/>
              </a:rPr>
              <a:t>Low-rate UL sessions</a:t>
            </a:r>
          </a:p>
        </p:txBody>
      </p:sp>
      <p:sp>
        <p:nvSpPr>
          <p:cNvPr id="3" name="Content Placeholder 10">
            <a:extLst>
              <a:ext uri="{FF2B5EF4-FFF2-40B4-BE49-F238E27FC236}">
                <a16:creationId xmlns:a16="http://schemas.microsoft.com/office/drawing/2014/main" id="{6193EC98-3904-F84F-DC83-A686696E2691}"/>
              </a:ext>
            </a:extLst>
          </p:cNvPr>
          <p:cNvSpPr txBox="1">
            <a:spLocks/>
          </p:cNvSpPr>
          <p:nvPr/>
        </p:nvSpPr>
        <p:spPr>
          <a:xfrm>
            <a:off x="479425" y="5609268"/>
            <a:ext cx="7235824" cy="741550"/>
          </a:xfrm>
          <a:prstGeom prst="rect">
            <a:avLst/>
          </a:prstGeom>
        </p:spPr>
        <p:txBody>
          <a:bodyPr vert="horz" lIns="72000" tIns="36000" rIns="72000" bIns="36000" rtlCol="0">
            <a:noAutofit/>
          </a:bodyPr>
          <a:lstStyle>
            <a:lvl1pPr marL="265113" indent="-265113" algn="l" rtl="0" eaLnBrk="1" fontAlgn="base" hangingPunct="1">
              <a:spcBef>
                <a:spcPts val="800"/>
              </a:spcBef>
              <a:spcAft>
                <a:spcPct val="0"/>
              </a:spcAft>
              <a:buClrTx/>
              <a:buFont typeface="Ericsson Hilda" panose="00000500000000000000" pitchFamily="2" charset="0"/>
              <a:buChar char="●"/>
              <a:defRPr sz="2000" kern="1000" spc="-3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38163" indent="-273050" algn="l" rtl="0" eaLnBrk="1" fontAlgn="base" hangingPunct="1">
              <a:spcBef>
                <a:spcPts val="800"/>
              </a:spcBef>
              <a:spcAft>
                <a:spcPct val="0"/>
              </a:spcAft>
              <a:buClrTx/>
              <a:buFont typeface="Ericsson Hilda" panose="00000500000000000000" pitchFamily="2" charset="0"/>
              <a:buChar char="–"/>
              <a:defRPr sz="2000" kern="1000" spc="-30">
                <a:solidFill>
                  <a:schemeClr val="tx1"/>
                </a:solidFill>
                <a:latin typeface="+mn-lt"/>
              </a:defRPr>
            </a:lvl2pPr>
            <a:lvl3pPr marL="803275" indent="-265113" algn="l" rtl="0" eaLnBrk="1" fontAlgn="base" hangingPunct="1">
              <a:spcBef>
                <a:spcPts val="800"/>
              </a:spcBef>
              <a:spcAft>
                <a:spcPct val="0"/>
              </a:spcAft>
              <a:buClrTx/>
              <a:buFont typeface="Ericsson Hilda" panose="00000500000000000000" pitchFamily="2" charset="0"/>
              <a:buChar char="●"/>
              <a:defRPr sz="2000" kern="1000" spc="-30">
                <a:solidFill>
                  <a:schemeClr val="tx1"/>
                </a:solidFill>
                <a:latin typeface="+mn-lt"/>
              </a:defRPr>
            </a:lvl3pPr>
            <a:lvl4pPr marL="1076325" indent="-273050" algn="l" rtl="0" eaLnBrk="1" fontAlgn="base" hangingPunct="1">
              <a:spcBef>
                <a:spcPts val="800"/>
              </a:spcBef>
              <a:spcAft>
                <a:spcPct val="0"/>
              </a:spcAft>
              <a:buClrTx/>
              <a:buFont typeface="Ericsson Hilda" panose="00000500000000000000" pitchFamily="2" charset="0"/>
              <a:buChar char="–"/>
              <a:defRPr sz="2000" kern="1000" spc="-30">
                <a:solidFill>
                  <a:schemeClr val="tx1"/>
                </a:solidFill>
                <a:latin typeface="+mn-lt"/>
              </a:defRPr>
            </a:lvl4pPr>
            <a:lvl5pPr marL="1341438" indent="-265113" algn="l" rtl="0" eaLnBrk="1" fontAlgn="base" hangingPunct="1">
              <a:spcBef>
                <a:spcPts val="800"/>
              </a:spcBef>
              <a:spcAft>
                <a:spcPct val="0"/>
              </a:spcAft>
              <a:buClrTx/>
              <a:buFont typeface="Ericsson Hilda" panose="00000500000000000000" pitchFamily="2" charset="0"/>
              <a:buChar char="●"/>
              <a:defRPr sz="2000" kern="1000" spc="-30">
                <a:solidFill>
                  <a:schemeClr val="tx1"/>
                </a:solidFill>
                <a:latin typeface="+mn-lt"/>
              </a:defRPr>
            </a:lvl5pPr>
            <a:lvl6pPr marL="1341438" indent="-265113" algn="l" rtl="0" eaLnBrk="1" fontAlgn="base" hangingPunct="1">
              <a:spcBef>
                <a:spcPts val="800"/>
              </a:spcBef>
              <a:spcAft>
                <a:spcPct val="0"/>
              </a:spcAft>
              <a:buClrTx/>
              <a:buFont typeface="Ericsson Hilda" panose="00000500000000000000" pitchFamily="2" charset="0"/>
              <a:buChar char="●"/>
              <a:defRPr sz="2000">
                <a:solidFill>
                  <a:schemeClr val="tx1"/>
                </a:solidFill>
                <a:latin typeface="+mn-lt"/>
              </a:defRPr>
            </a:lvl6pPr>
            <a:lvl7pPr marL="1341438" indent="-265113" algn="l" rtl="0" eaLnBrk="1" fontAlgn="base" hangingPunct="1">
              <a:spcBef>
                <a:spcPts val="800"/>
              </a:spcBef>
              <a:spcAft>
                <a:spcPct val="0"/>
              </a:spcAft>
              <a:buClrTx/>
              <a:buFont typeface="Ericsson Hilda" panose="00000500000000000000" pitchFamily="2" charset="0"/>
              <a:buChar char="●"/>
              <a:defRPr sz="2000">
                <a:solidFill>
                  <a:schemeClr val="tx1"/>
                </a:solidFill>
                <a:latin typeface="+mn-lt"/>
              </a:defRPr>
            </a:lvl7pPr>
            <a:lvl8pPr marL="1341438" indent="-265113" algn="l" rtl="0" eaLnBrk="1" fontAlgn="base" hangingPunct="1">
              <a:spcBef>
                <a:spcPts val="800"/>
              </a:spcBef>
              <a:spcAft>
                <a:spcPct val="0"/>
              </a:spcAft>
              <a:buClrTx/>
              <a:buFont typeface="Ericsson Hilda" panose="00000500000000000000" pitchFamily="2" charset="0"/>
              <a:buChar char="●"/>
              <a:defRPr sz="2000">
                <a:solidFill>
                  <a:schemeClr val="tx1"/>
                </a:solidFill>
                <a:latin typeface="+mn-lt"/>
              </a:defRPr>
            </a:lvl8pPr>
            <a:lvl9pPr marL="1341438" indent="-265113" algn="l" rtl="0" eaLnBrk="1" fontAlgn="base" hangingPunct="1">
              <a:spcBef>
                <a:spcPts val="800"/>
              </a:spcBef>
              <a:spcAft>
                <a:spcPct val="0"/>
              </a:spcAft>
              <a:buClrTx/>
              <a:buFont typeface="Ericsson Hilda" panose="00000500000000000000" pitchFamily="2" charset="0"/>
              <a:buChar char="●"/>
              <a:defRPr sz="2000">
                <a:solidFill>
                  <a:schemeClr val="tx1"/>
                </a:solidFill>
                <a:latin typeface="+mn-lt"/>
              </a:defRPr>
            </a:lvl9pPr>
          </a:lstStyle>
          <a:p>
            <a:r>
              <a:rPr lang="en-US" sz="1600" dirty="0"/>
              <a:t>Cities considered: </a:t>
            </a:r>
            <a:r>
              <a:rPr lang="en-US" sz="1600" b="1" dirty="0"/>
              <a:t>Belfast, Bristol, Cardiff, Edinburgh, London, Leeds and Sheffield</a:t>
            </a:r>
            <a:r>
              <a:rPr lang="en-US" sz="1600" dirty="0"/>
              <a:t>.</a:t>
            </a:r>
          </a:p>
        </p:txBody>
      </p:sp>
    </p:spTree>
    <p:custDataLst>
      <p:custData r:id="rId1"/>
      <p:custData r:id="rId2"/>
    </p:custDataLst>
    <p:extLst>
      <p:ext uri="{BB962C8B-B14F-4D97-AF65-F5344CB8AC3E}">
        <p14:creationId xmlns:p14="http://schemas.microsoft.com/office/powerpoint/2010/main" val="150788939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CAF0209-03FA-F0F6-54CD-56682AB2712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>
            <a:extLst>
              <a:ext uri="{FF2B5EF4-FFF2-40B4-BE49-F238E27FC236}">
                <a16:creationId xmlns:a16="http://schemas.microsoft.com/office/drawing/2014/main" id="{B2FE319C-E7C0-24DD-12A9-E2BBD52003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KPIs prioritization: gap Three vs EE</a:t>
            </a:r>
          </a:p>
        </p:txBody>
      </p:sp>
      <p:sp>
        <p:nvSpPr>
          <p:cNvPr id="11" name="Content Placeholder 10">
            <a:extLst>
              <a:ext uri="{FF2B5EF4-FFF2-40B4-BE49-F238E27FC236}">
                <a16:creationId xmlns:a16="http://schemas.microsoft.com/office/drawing/2014/main" id="{9588A020-7FA1-AF45-C69C-15CF3D2BB52A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479425" y="5851991"/>
            <a:ext cx="7112000" cy="741550"/>
          </a:xfrm>
        </p:spPr>
        <p:txBody>
          <a:bodyPr/>
          <a:lstStyle/>
          <a:p>
            <a:r>
              <a:rPr lang="en-US" sz="1600"/>
              <a:t>Cities considered: </a:t>
            </a:r>
            <a:r>
              <a:rPr lang="en-US" sz="1600" b="1"/>
              <a:t>Belfast, Bristol, Cardiff, Edinburgh, London, Leeds and Sheffield</a:t>
            </a:r>
            <a:r>
              <a:rPr lang="en-US" sz="1600"/>
              <a:t>.</a:t>
            </a:r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3B24AF3E-FE4B-0E61-0A17-A284004045A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38068019"/>
              </p:ext>
            </p:extLst>
          </p:nvPr>
        </p:nvGraphicFramePr>
        <p:xfrm>
          <a:off x="603849" y="1669928"/>
          <a:ext cx="6774816" cy="3350504"/>
        </p:xfrm>
        <a:graphic>
          <a:graphicData uri="http://schemas.openxmlformats.org/drawingml/2006/table">
            <a:tbl>
              <a:tblPr firstRow="1" firstCol="1">
                <a:tableStyleId>{5C22544A-7EE6-4342-B048-85BDC9FD1C3A}</a:tableStyleId>
              </a:tblPr>
              <a:tblGrid>
                <a:gridCol w="1466192">
                  <a:extLst>
                    <a:ext uri="{9D8B030D-6E8A-4147-A177-3AD203B41FA5}">
                      <a16:colId xmlns:a16="http://schemas.microsoft.com/office/drawing/2014/main" val="4208412275"/>
                    </a:ext>
                  </a:extLst>
                </a:gridCol>
                <a:gridCol w="3180044">
                  <a:extLst>
                    <a:ext uri="{9D8B030D-6E8A-4147-A177-3AD203B41FA5}">
                      <a16:colId xmlns:a16="http://schemas.microsoft.com/office/drawing/2014/main" val="1695913719"/>
                    </a:ext>
                  </a:extLst>
                </a:gridCol>
                <a:gridCol w="879739">
                  <a:extLst>
                    <a:ext uri="{9D8B030D-6E8A-4147-A177-3AD203B41FA5}">
                      <a16:colId xmlns:a16="http://schemas.microsoft.com/office/drawing/2014/main" val="1947050798"/>
                    </a:ext>
                  </a:extLst>
                </a:gridCol>
                <a:gridCol w="1248841">
                  <a:extLst>
                    <a:ext uri="{9D8B030D-6E8A-4147-A177-3AD203B41FA5}">
                      <a16:colId xmlns:a16="http://schemas.microsoft.com/office/drawing/2014/main" val="2677595599"/>
                    </a:ext>
                  </a:extLst>
                </a:gridCol>
              </a:tblGrid>
              <a:tr h="133109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5324" marR="5324" marT="5324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 u="none" strike="noStrike">
                          <a:effectLst/>
                          <a:latin typeface="+mn-lt"/>
                        </a:rPr>
                        <a:t>NETCHECK KPIS</a:t>
                      </a:r>
                      <a:endParaRPr lang="en-US" sz="14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5324" marR="5324" marT="5324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200" u="none" strike="noStrike"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GAP Three vs EE</a:t>
                      </a:r>
                      <a:endParaRPr lang="en-US" sz="1200" b="0" i="0" u="none" strike="noStrike">
                        <a:solidFill>
                          <a:schemeClr val="tx1"/>
                        </a:solidFill>
                        <a:effectLst/>
                        <a:latin typeface="+mn-lt"/>
                      </a:endParaRPr>
                    </a:p>
                  </a:txBody>
                  <a:tcPr marL="5324" marR="5324" marT="5324" marB="0" anchor="b"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200" u="none" strike="noStrike">
                          <a:effectLst/>
                          <a:latin typeface="+mn-lt"/>
                        </a:rPr>
                        <a:t>Type of KPI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5324" marR="5324" marT="5324" marB="0" anchor="b"/>
                </a:tc>
                <a:extLst>
                  <a:ext uri="{0D108BD9-81ED-4DB2-BD59-A6C34878D82A}">
                    <a16:rowId xmlns:a16="http://schemas.microsoft.com/office/drawing/2014/main" val="3268863048"/>
                  </a:ext>
                </a:extLst>
              </a:tr>
              <a:tr h="133109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100" b="1" i="0" u="none" strike="noStrike">
                          <a:solidFill>
                            <a:schemeClr val="bg1"/>
                          </a:solidFill>
                          <a:effectLst/>
                          <a:latin typeface="+mn-lt"/>
                        </a:rPr>
                        <a:t>TRANSFER</a:t>
                      </a: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FDFS DL SUCCESS RATIO [%]</a:t>
                      </a: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45.16</a:t>
                      </a:r>
                    </a:p>
                  </a:txBody>
                  <a:tcPr marL="7620" marR="7620" marT="7620" marB="0" anchor="b"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100" b="0" i="0" u="none" strike="noStrike" kern="1200">
                          <a:solidFill>
                            <a:srgbClr val="000000"/>
                          </a:solidFill>
                          <a:effectLst/>
                          <a:highlight>
                            <a:srgbClr val="00FF00"/>
                          </a:highlight>
                          <a:latin typeface="+mn-lt"/>
                          <a:ea typeface="+mn-ea"/>
                          <a:cs typeface="+mn-cs"/>
                        </a:rPr>
                        <a:t>Reliable</a:t>
                      </a: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1707389773"/>
                  </a:ext>
                </a:extLst>
              </a:tr>
              <a:tr h="133109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100" b="1" i="0" u="none" strike="noStrike">
                          <a:solidFill>
                            <a:schemeClr val="bg1"/>
                          </a:solidFill>
                          <a:effectLst/>
                          <a:latin typeface="+mn-lt"/>
                        </a:rPr>
                        <a:t>TRANSFER</a:t>
                      </a: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FDTT DL THROUGHPUT &gt; 2Mbit/s [%]</a:t>
                      </a: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12.57</a:t>
                      </a:r>
                    </a:p>
                  </a:txBody>
                  <a:tcPr marL="7620" marR="7620" marT="7620" marB="0" anchor="b"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100" b="0" i="0" u="none" strike="noStrike" kern="1200">
                          <a:solidFill>
                            <a:srgbClr val="000000"/>
                          </a:solidFill>
                          <a:effectLst/>
                          <a:highlight>
                            <a:srgbClr val="00FF00"/>
                          </a:highlight>
                          <a:latin typeface="+mn-lt"/>
                          <a:ea typeface="+mn-ea"/>
                          <a:cs typeface="+mn-cs"/>
                        </a:rPr>
                        <a:t>Reliable</a:t>
                      </a: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690446821"/>
                  </a:ext>
                </a:extLst>
              </a:tr>
              <a:tr h="133109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100" b="1" i="0" u="none" strike="noStrike">
                          <a:solidFill>
                            <a:schemeClr val="bg1"/>
                          </a:solidFill>
                          <a:effectLst/>
                          <a:latin typeface="+mn-lt"/>
                        </a:rPr>
                        <a:t>TRANSFER</a:t>
                      </a: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FDTT DL THROUGHPUT &gt; 5Mbit/s [%]</a:t>
                      </a: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12.39</a:t>
                      </a:r>
                    </a:p>
                  </a:txBody>
                  <a:tcPr marL="7620" marR="7620" marT="7620" marB="0" anchor="b"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100" b="0" i="0" u="none" strike="noStrike" kern="120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Diff</a:t>
                      </a: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2071051621"/>
                  </a:ext>
                </a:extLst>
              </a:tr>
              <a:tr h="133109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100" b="1" i="0" u="none" strike="noStrike">
                          <a:solidFill>
                            <a:schemeClr val="bg1"/>
                          </a:solidFill>
                          <a:effectLst/>
                          <a:latin typeface="+mn-lt"/>
                        </a:rPr>
                        <a:t>CLASSIC CALLS</a:t>
                      </a: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CALL SUCCESS RATIO [%]</a:t>
                      </a: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7.44</a:t>
                      </a:r>
                    </a:p>
                  </a:txBody>
                  <a:tcPr marL="7620" marR="7620" marT="7620" marB="0" anchor="b"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100" b="0" i="0" u="none" strike="noStrike" kern="1200">
                          <a:solidFill>
                            <a:srgbClr val="000000"/>
                          </a:solidFill>
                          <a:effectLst/>
                          <a:highlight>
                            <a:srgbClr val="00FF00"/>
                          </a:highlight>
                          <a:latin typeface="+mn-lt"/>
                          <a:ea typeface="+mn-ea"/>
                          <a:cs typeface="+mn-cs"/>
                        </a:rPr>
                        <a:t>Reliable</a:t>
                      </a: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3591753047"/>
                  </a:ext>
                </a:extLst>
              </a:tr>
              <a:tr h="133109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100" b="1" i="0" u="none" strike="noStrike">
                          <a:solidFill>
                            <a:schemeClr val="bg1"/>
                          </a:solidFill>
                          <a:effectLst/>
                          <a:latin typeface="+mn-lt"/>
                        </a:rPr>
                        <a:t>INTERACTIVITY</a:t>
                      </a: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INTERACTIVITY PACKET ERROR RATIO [%]</a:t>
                      </a: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7.43</a:t>
                      </a:r>
                    </a:p>
                  </a:txBody>
                  <a:tcPr marL="7620" marR="7620" marT="7620" marB="0" anchor="b"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100" b="0" i="0" u="none" strike="noStrike" kern="120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Diff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5324" marR="5324" marT="5324" marB="0" anchor="b"/>
                </a:tc>
                <a:extLst>
                  <a:ext uri="{0D108BD9-81ED-4DB2-BD59-A6C34878D82A}">
                    <a16:rowId xmlns:a16="http://schemas.microsoft.com/office/drawing/2014/main" val="412573719"/>
                  </a:ext>
                </a:extLst>
              </a:tr>
              <a:tr h="133109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100" b="1" i="0" u="none" strike="noStrike">
                          <a:solidFill>
                            <a:schemeClr val="bg1"/>
                          </a:solidFill>
                          <a:effectLst/>
                          <a:latin typeface="+mn-lt"/>
                        </a:rPr>
                        <a:t>TRANSFER</a:t>
                      </a: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FDTT DL THROUGHPUT &gt; 20Mbit/s [%]</a:t>
                      </a: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6.84</a:t>
                      </a:r>
                    </a:p>
                  </a:txBody>
                  <a:tcPr marL="7620" marR="7620" marT="7620" marB="0" anchor="b"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100" b="0" i="0" u="none" strike="noStrike" kern="120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Diff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5324" marR="5324" marT="5324" marB="0" anchor="b"/>
                </a:tc>
                <a:extLst>
                  <a:ext uri="{0D108BD9-81ED-4DB2-BD59-A6C34878D82A}">
                    <a16:rowId xmlns:a16="http://schemas.microsoft.com/office/drawing/2014/main" val="3736208195"/>
                  </a:ext>
                </a:extLst>
              </a:tr>
              <a:tr h="133109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100" b="1" i="0" u="none" strike="noStrike">
                          <a:solidFill>
                            <a:schemeClr val="bg1"/>
                          </a:solidFill>
                          <a:effectLst/>
                          <a:latin typeface="+mn-lt"/>
                        </a:rPr>
                        <a:t>HTTP/HTTPs BROWSING</a:t>
                      </a: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BROWSING SUCCESS RATIO [%]</a:t>
                      </a: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6.66</a:t>
                      </a:r>
                    </a:p>
                  </a:txBody>
                  <a:tcPr marL="7620" marR="7620" marT="7620" marB="0" anchor="b"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100" b="0" i="0" u="none" strike="noStrike" kern="1200">
                          <a:solidFill>
                            <a:srgbClr val="000000"/>
                          </a:solidFill>
                          <a:effectLst/>
                          <a:highlight>
                            <a:srgbClr val="00FF00"/>
                          </a:highlight>
                          <a:latin typeface="+mn-lt"/>
                          <a:ea typeface="+mn-ea"/>
                          <a:cs typeface="+mn-cs"/>
                        </a:rPr>
                        <a:t>Reliable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highlight>
                          <a:srgbClr val="00FF00"/>
                        </a:highlight>
                        <a:latin typeface="+mn-lt"/>
                      </a:endParaRPr>
                    </a:p>
                  </a:txBody>
                  <a:tcPr marL="5324" marR="5324" marT="5324" marB="0" anchor="b"/>
                </a:tc>
                <a:extLst>
                  <a:ext uri="{0D108BD9-81ED-4DB2-BD59-A6C34878D82A}">
                    <a16:rowId xmlns:a16="http://schemas.microsoft.com/office/drawing/2014/main" val="3631481158"/>
                  </a:ext>
                </a:extLst>
              </a:tr>
              <a:tr h="133109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100" b="1" i="0" u="none" strike="noStrike">
                          <a:solidFill>
                            <a:schemeClr val="bg1"/>
                          </a:solidFill>
                          <a:effectLst/>
                          <a:latin typeface="+mn-lt"/>
                        </a:rPr>
                        <a:t>WHATSAPP CALLS</a:t>
                      </a: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CALL SUCCESS RATIO [%]</a:t>
                      </a: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5.87</a:t>
                      </a:r>
                    </a:p>
                  </a:txBody>
                  <a:tcPr marL="7620" marR="7620" marT="7620" marB="0" anchor="b"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100" b="0" i="0" u="none" strike="noStrike" kern="1200">
                          <a:solidFill>
                            <a:srgbClr val="000000"/>
                          </a:solidFill>
                          <a:effectLst/>
                          <a:highlight>
                            <a:srgbClr val="00FF00"/>
                          </a:highlight>
                          <a:latin typeface="+mn-lt"/>
                          <a:ea typeface="+mn-ea"/>
                          <a:cs typeface="+mn-cs"/>
                        </a:rPr>
                        <a:t>Reliable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highlight>
                          <a:srgbClr val="00FF00"/>
                        </a:highlight>
                        <a:latin typeface="+mn-lt"/>
                      </a:endParaRPr>
                    </a:p>
                  </a:txBody>
                  <a:tcPr marL="5324" marR="5324" marT="5324" marB="0" anchor="b"/>
                </a:tc>
                <a:extLst>
                  <a:ext uri="{0D108BD9-81ED-4DB2-BD59-A6C34878D82A}">
                    <a16:rowId xmlns:a16="http://schemas.microsoft.com/office/drawing/2014/main" val="3939779345"/>
                  </a:ext>
                </a:extLst>
              </a:tr>
              <a:tr h="133109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100" b="1" i="0" u="none" strike="noStrike">
                          <a:solidFill>
                            <a:schemeClr val="bg1"/>
                          </a:solidFill>
                          <a:effectLst/>
                          <a:latin typeface="+mn-lt"/>
                        </a:rPr>
                        <a:t>VIDEO STREAM</a:t>
                      </a: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VIDEO STREAMING SUCCESS RATIO [%]</a:t>
                      </a: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4.41</a:t>
                      </a:r>
                    </a:p>
                  </a:txBody>
                  <a:tcPr marL="7620" marR="7620" marT="7620" marB="0" anchor="b"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100" b="0" i="0" u="none" strike="noStrike" kern="1200">
                          <a:solidFill>
                            <a:srgbClr val="000000"/>
                          </a:solidFill>
                          <a:effectLst/>
                          <a:highlight>
                            <a:srgbClr val="00FF00"/>
                          </a:highlight>
                          <a:latin typeface="+mn-lt"/>
                          <a:ea typeface="+mn-ea"/>
                          <a:cs typeface="+mn-cs"/>
                        </a:rPr>
                        <a:t>Reliable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highlight>
                          <a:srgbClr val="00FF00"/>
                        </a:highlight>
                        <a:latin typeface="+mn-lt"/>
                      </a:endParaRPr>
                    </a:p>
                  </a:txBody>
                  <a:tcPr marL="5324" marR="5324" marT="5324" marB="0" anchor="b"/>
                </a:tc>
                <a:extLst>
                  <a:ext uri="{0D108BD9-81ED-4DB2-BD59-A6C34878D82A}">
                    <a16:rowId xmlns:a16="http://schemas.microsoft.com/office/drawing/2014/main" val="17424497"/>
                  </a:ext>
                </a:extLst>
              </a:tr>
              <a:tr h="133109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100" b="1" i="0" u="none" strike="noStrike">
                          <a:solidFill>
                            <a:schemeClr val="bg1"/>
                          </a:solidFill>
                          <a:effectLst/>
                          <a:latin typeface="+mn-lt"/>
                        </a:rPr>
                        <a:t>CLASSIC CALLS</a:t>
                      </a: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DISTURBED &amp; IMPAIRED CALL [%]</a:t>
                      </a: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3.98</a:t>
                      </a:r>
                    </a:p>
                  </a:txBody>
                  <a:tcPr marL="7620" marR="7620" marT="7620" marB="0" anchor="b"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100" b="0" i="0" u="none" strike="noStrike" kern="120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Diff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5324" marR="5324" marT="5324" marB="0" anchor="b"/>
                </a:tc>
                <a:extLst>
                  <a:ext uri="{0D108BD9-81ED-4DB2-BD59-A6C34878D82A}">
                    <a16:rowId xmlns:a16="http://schemas.microsoft.com/office/drawing/2014/main" val="663711587"/>
                  </a:ext>
                </a:extLst>
              </a:tr>
              <a:tr h="133109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100" b="1" i="0" u="none" strike="noStrike">
                          <a:solidFill>
                            <a:schemeClr val="bg1"/>
                          </a:solidFill>
                          <a:effectLst/>
                          <a:latin typeface="+mn-lt"/>
                        </a:rPr>
                        <a:t>TRANSFER</a:t>
                      </a: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FDFS DL TRANSFER TIME [s]</a:t>
                      </a: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3.50</a:t>
                      </a:r>
                    </a:p>
                  </a:txBody>
                  <a:tcPr marL="7620" marR="7620" marT="7620" marB="0" anchor="b"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100" b="0" i="0" u="none" strike="noStrike" kern="120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Diff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5324" marR="5324" marT="5324" marB="0" anchor="b"/>
                </a:tc>
                <a:extLst>
                  <a:ext uri="{0D108BD9-81ED-4DB2-BD59-A6C34878D82A}">
                    <a16:rowId xmlns:a16="http://schemas.microsoft.com/office/drawing/2014/main" val="3198104682"/>
                  </a:ext>
                </a:extLst>
              </a:tr>
              <a:tr h="133109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100" b="1" i="0" u="none" strike="noStrike">
                          <a:solidFill>
                            <a:schemeClr val="bg1"/>
                          </a:solidFill>
                          <a:effectLst/>
                          <a:latin typeface="+mn-lt"/>
                        </a:rPr>
                        <a:t>TRANSFER</a:t>
                      </a: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FDTT UL THROUGHPUT &gt; 10Mbit/s [%]</a:t>
                      </a: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2.57</a:t>
                      </a:r>
                    </a:p>
                  </a:txBody>
                  <a:tcPr marL="7620" marR="7620" marT="7620" marB="0" anchor="b"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100" b="0" i="0" u="none" strike="noStrike" kern="120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Diff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5324" marR="5324" marT="5324" marB="0" anchor="b"/>
                </a:tc>
                <a:extLst>
                  <a:ext uri="{0D108BD9-81ED-4DB2-BD59-A6C34878D82A}">
                    <a16:rowId xmlns:a16="http://schemas.microsoft.com/office/drawing/2014/main" val="4208490388"/>
                  </a:ext>
                </a:extLst>
              </a:tr>
              <a:tr h="133109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100" b="1" i="0" u="none" strike="noStrike">
                          <a:solidFill>
                            <a:schemeClr val="bg1"/>
                          </a:solidFill>
                          <a:effectLst/>
                          <a:latin typeface="+mn-lt"/>
                        </a:rPr>
                        <a:t>TRANSFER</a:t>
                      </a: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FDTT DL THROUGHPUT &gt; 100Mbit/s [%]</a:t>
                      </a: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2.19</a:t>
                      </a:r>
                    </a:p>
                  </a:txBody>
                  <a:tcPr marL="7620" marR="7620" marT="7620" marB="0" anchor="b"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100" b="0" i="0" u="none" strike="noStrike" kern="120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Diff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5324" marR="5324" marT="5324" marB="0" anchor="b"/>
                </a:tc>
                <a:extLst>
                  <a:ext uri="{0D108BD9-81ED-4DB2-BD59-A6C34878D82A}">
                    <a16:rowId xmlns:a16="http://schemas.microsoft.com/office/drawing/2014/main" val="3882296282"/>
                  </a:ext>
                </a:extLst>
              </a:tr>
              <a:tr h="133109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100" b="1" i="0" u="none" strike="noStrike">
                          <a:solidFill>
                            <a:schemeClr val="bg1"/>
                          </a:solidFill>
                          <a:effectLst/>
                          <a:latin typeface="+mn-lt"/>
                        </a:rPr>
                        <a:t>CLASSIC CALLS</a:t>
                      </a: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POLQA &lt; 1.6 [%]</a:t>
                      </a: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2.12</a:t>
                      </a:r>
                    </a:p>
                  </a:txBody>
                  <a:tcPr marL="7620" marR="7620" marT="7620" marB="0" anchor="b"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100" b="0" i="0" u="none" strike="noStrike" kern="1200">
                          <a:solidFill>
                            <a:srgbClr val="000000"/>
                          </a:solidFill>
                          <a:effectLst/>
                          <a:highlight>
                            <a:srgbClr val="00FF00"/>
                          </a:highlight>
                          <a:latin typeface="+mn-lt"/>
                          <a:ea typeface="+mn-ea"/>
                          <a:cs typeface="+mn-cs"/>
                        </a:rPr>
                        <a:t>Reliable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highlight>
                          <a:srgbClr val="00FF00"/>
                        </a:highlight>
                        <a:latin typeface="+mn-lt"/>
                      </a:endParaRPr>
                    </a:p>
                  </a:txBody>
                  <a:tcPr marL="5324" marR="5324" marT="5324" marB="0" anchor="b"/>
                </a:tc>
                <a:extLst>
                  <a:ext uri="{0D108BD9-81ED-4DB2-BD59-A6C34878D82A}">
                    <a16:rowId xmlns:a16="http://schemas.microsoft.com/office/drawing/2014/main" val="2251495015"/>
                  </a:ext>
                </a:extLst>
              </a:tr>
              <a:tr h="133109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100" b="1" i="0" u="none" strike="noStrike">
                          <a:solidFill>
                            <a:schemeClr val="bg1"/>
                          </a:solidFill>
                          <a:effectLst/>
                          <a:latin typeface="+mn-lt"/>
                        </a:rPr>
                        <a:t>TRANSFER</a:t>
                      </a: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FDTT UL THROUGHPUT &gt; 3Mbit/s [%]</a:t>
                      </a: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2.08</a:t>
                      </a:r>
                    </a:p>
                  </a:txBody>
                  <a:tcPr marL="7620" marR="7620" marT="7620" marB="0" anchor="b"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100" b="0" i="0" u="none" strike="noStrike" kern="120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Diff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5324" marR="5324" marT="5324" marB="0" anchor="b"/>
                </a:tc>
                <a:extLst>
                  <a:ext uri="{0D108BD9-81ED-4DB2-BD59-A6C34878D82A}">
                    <a16:rowId xmlns:a16="http://schemas.microsoft.com/office/drawing/2014/main" val="3607308445"/>
                  </a:ext>
                </a:extLst>
              </a:tr>
              <a:tr h="133109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100" b="1" i="0" u="none" strike="noStrike">
                          <a:solidFill>
                            <a:schemeClr val="bg1"/>
                          </a:solidFill>
                          <a:effectLst/>
                          <a:latin typeface="+mn-lt"/>
                        </a:rPr>
                        <a:t>TRANSFER</a:t>
                      </a: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FDTT UL THROUGHPUT &gt; 1Mbit/s [%]</a:t>
                      </a: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1.93</a:t>
                      </a:r>
                    </a:p>
                  </a:txBody>
                  <a:tcPr marL="7620" marR="7620" marT="7620" marB="0" anchor="b"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100" b="0" i="0" u="none" strike="noStrike" kern="1200">
                          <a:solidFill>
                            <a:srgbClr val="000000"/>
                          </a:solidFill>
                          <a:effectLst/>
                          <a:highlight>
                            <a:srgbClr val="00FF00"/>
                          </a:highlight>
                          <a:latin typeface="+mn-lt"/>
                          <a:ea typeface="+mn-ea"/>
                          <a:cs typeface="+mn-cs"/>
                        </a:rPr>
                        <a:t>Reliable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highlight>
                          <a:srgbClr val="00FF00"/>
                        </a:highlight>
                        <a:latin typeface="+mn-lt"/>
                      </a:endParaRPr>
                    </a:p>
                  </a:txBody>
                  <a:tcPr marL="5324" marR="5324" marT="5324" marB="0" anchor="b"/>
                </a:tc>
                <a:extLst>
                  <a:ext uri="{0D108BD9-81ED-4DB2-BD59-A6C34878D82A}">
                    <a16:rowId xmlns:a16="http://schemas.microsoft.com/office/drawing/2014/main" val="3118846140"/>
                  </a:ext>
                </a:extLst>
              </a:tr>
              <a:tr h="133109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100" b="1" i="0" u="none" strike="noStrike">
                          <a:solidFill>
                            <a:schemeClr val="bg1"/>
                          </a:solidFill>
                          <a:effectLst/>
                          <a:latin typeface="+mn-lt"/>
                        </a:rPr>
                        <a:t>WHATSAPP CALLS</a:t>
                      </a: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POLQA &lt; 1.6 [%]</a:t>
                      </a: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1.67</a:t>
                      </a:r>
                    </a:p>
                  </a:txBody>
                  <a:tcPr marL="7620" marR="7620" marT="7620" marB="0" anchor="b"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100" b="0" i="0" u="none" strike="noStrike" kern="1200">
                          <a:solidFill>
                            <a:srgbClr val="000000"/>
                          </a:solidFill>
                          <a:effectLst/>
                          <a:highlight>
                            <a:srgbClr val="00FF00"/>
                          </a:highlight>
                          <a:latin typeface="+mn-lt"/>
                          <a:ea typeface="+mn-ea"/>
                          <a:cs typeface="+mn-cs"/>
                        </a:rPr>
                        <a:t>Reliable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highlight>
                          <a:srgbClr val="00FF00"/>
                        </a:highlight>
                        <a:latin typeface="+mn-lt"/>
                      </a:endParaRPr>
                    </a:p>
                  </a:txBody>
                  <a:tcPr marL="5324" marR="5324" marT="5324" marB="0" anchor="b"/>
                </a:tc>
                <a:extLst>
                  <a:ext uri="{0D108BD9-81ED-4DB2-BD59-A6C34878D82A}">
                    <a16:rowId xmlns:a16="http://schemas.microsoft.com/office/drawing/2014/main" val="2684343519"/>
                  </a:ext>
                </a:extLst>
              </a:tr>
            </a:tbl>
          </a:graphicData>
        </a:graphic>
      </p:graphicFrame>
      <p:sp>
        <p:nvSpPr>
          <p:cNvPr id="3" name="Content Placeholder 10">
            <a:extLst>
              <a:ext uri="{FF2B5EF4-FFF2-40B4-BE49-F238E27FC236}">
                <a16:creationId xmlns:a16="http://schemas.microsoft.com/office/drawing/2014/main" id="{5896B9CD-9092-F644-2E98-782E55392649}"/>
              </a:ext>
            </a:extLst>
          </p:cNvPr>
          <p:cNvSpPr txBox="1">
            <a:spLocks/>
          </p:cNvSpPr>
          <p:nvPr/>
        </p:nvSpPr>
        <p:spPr>
          <a:xfrm>
            <a:off x="7649792" y="1947040"/>
            <a:ext cx="4248220" cy="4112328"/>
          </a:xfrm>
          <a:prstGeom prst="rect">
            <a:avLst/>
          </a:prstGeom>
        </p:spPr>
        <p:txBody>
          <a:bodyPr vert="horz" lIns="72000" tIns="36000" rIns="72000" bIns="36000" rtlCol="0">
            <a:noAutofit/>
          </a:bodyPr>
          <a:lstStyle>
            <a:lvl1pPr marL="265113" indent="-265113" algn="l" rtl="0" eaLnBrk="1" fontAlgn="base" hangingPunct="1">
              <a:spcBef>
                <a:spcPts val="800"/>
              </a:spcBef>
              <a:spcAft>
                <a:spcPct val="0"/>
              </a:spcAft>
              <a:buClrTx/>
              <a:buFont typeface="Ericsson Hilda" panose="00000500000000000000" pitchFamily="2" charset="0"/>
              <a:buChar char="●"/>
              <a:defRPr sz="2000" kern="1000" spc="-3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38163" indent="-273050" algn="l" rtl="0" eaLnBrk="1" fontAlgn="base" hangingPunct="1">
              <a:spcBef>
                <a:spcPts val="800"/>
              </a:spcBef>
              <a:spcAft>
                <a:spcPct val="0"/>
              </a:spcAft>
              <a:buClrTx/>
              <a:buFont typeface="Ericsson Hilda" panose="00000500000000000000" pitchFamily="2" charset="0"/>
              <a:buChar char="–"/>
              <a:defRPr sz="2000" kern="1000" spc="-30">
                <a:solidFill>
                  <a:schemeClr val="tx1"/>
                </a:solidFill>
                <a:latin typeface="+mn-lt"/>
              </a:defRPr>
            </a:lvl2pPr>
            <a:lvl3pPr marL="803275" indent="-265113" algn="l" rtl="0" eaLnBrk="1" fontAlgn="base" hangingPunct="1">
              <a:spcBef>
                <a:spcPts val="800"/>
              </a:spcBef>
              <a:spcAft>
                <a:spcPct val="0"/>
              </a:spcAft>
              <a:buClrTx/>
              <a:buFont typeface="Ericsson Hilda" panose="00000500000000000000" pitchFamily="2" charset="0"/>
              <a:buChar char="●"/>
              <a:defRPr sz="2000" kern="1000" spc="-30">
                <a:solidFill>
                  <a:schemeClr val="tx1"/>
                </a:solidFill>
                <a:latin typeface="+mn-lt"/>
              </a:defRPr>
            </a:lvl3pPr>
            <a:lvl4pPr marL="1076325" indent="-273050" algn="l" rtl="0" eaLnBrk="1" fontAlgn="base" hangingPunct="1">
              <a:spcBef>
                <a:spcPts val="800"/>
              </a:spcBef>
              <a:spcAft>
                <a:spcPct val="0"/>
              </a:spcAft>
              <a:buClrTx/>
              <a:buFont typeface="Ericsson Hilda" panose="00000500000000000000" pitchFamily="2" charset="0"/>
              <a:buChar char="–"/>
              <a:defRPr sz="2000" kern="1000" spc="-30">
                <a:solidFill>
                  <a:schemeClr val="tx1"/>
                </a:solidFill>
                <a:latin typeface="+mn-lt"/>
              </a:defRPr>
            </a:lvl4pPr>
            <a:lvl5pPr marL="1341438" indent="-265113" algn="l" rtl="0" eaLnBrk="1" fontAlgn="base" hangingPunct="1">
              <a:spcBef>
                <a:spcPts val="800"/>
              </a:spcBef>
              <a:spcAft>
                <a:spcPct val="0"/>
              </a:spcAft>
              <a:buClrTx/>
              <a:buFont typeface="Ericsson Hilda" panose="00000500000000000000" pitchFamily="2" charset="0"/>
              <a:buChar char="●"/>
              <a:defRPr sz="2000" kern="1000" spc="-30">
                <a:solidFill>
                  <a:schemeClr val="tx1"/>
                </a:solidFill>
                <a:latin typeface="+mn-lt"/>
              </a:defRPr>
            </a:lvl5pPr>
            <a:lvl6pPr marL="1341438" indent="-265113" algn="l" rtl="0" eaLnBrk="1" fontAlgn="base" hangingPunct="1">
              <a:spcBef>
                <a:spcPts val="800"/>
              </a:spcBef>
              <a:spcAft>
                <a:spcPct val="0"/>
              </a:spcAft>
              <a:buClrTx/>
              <a:buFont typeface="Ericsson Hilda" panose="00000500000000000000" pitchFamily="2" charset="0"/>
              <a:buChar char="●"/>
              <a:defRPr sz="2000">
                <a:solidFill>
                  <a:schemeClr val="tx1"/>
                </a:solidFill>
                <a:latin typeface="+mn-lt"/>
              </a:defRPr>
            </a:lvl6pPr>
            <a:lvl7pPr marL="1341438" indent="-265113" algn="l" rtl="0" eaLnBrk="1" fontAlgn="base" hangingPunct="1">
              <a:spcBef>
                <a:spcPts val="800"/>
              </a:spcBef>
              <a:spcAft>
                <a:spcPct val="0"/>
              </a:spcAft>
              <a:buClrTx/>
              <a:buFont typeface="Ericsson Hilda" panose="00000500000000000000" pitchFamily="2" charset="0"/>
              <a:buChar char="●"/>
              <a:defRPr sz="2000">
                <a:solidFill>
                  <a:schemeClr val="tx1"/>
                </a:solidFill>
                <a:latin typeface="+mn-lt"/>
              </a:defRPr>
            </a:lvl7pPr>
            <a:lvl8pPr marL="1341438" indent="-265113" algn="l" rtl="0" eaLnBrk="1" fontAlgn="base" hangingPunct="1">
              <a:spcBef>
                <a:spcPts val="800"/>
              </a:spcBef>
              <a:spcAft>
                <a:spcPct val="0"/>
              </a:spcAft>
              <a:buClrTx/>
              <a:buFont typeface="Ericsson Hilda" panose="00000500000000000000" pitchFamily="2" charset="0"/>
              <a:buChar char="●"/>
              <a:defRPr sz="2000">
                <a:solidFill>
                  <a:schemeClr val="tx1"/>
                </a:solidFill>
                <a:latin typeface="+mn-lt"/>
              </a:defRPr>
            </a:lvl8pPr>
            <a:lvl9pPr marL="1341438" indent="-265113" algn="l" rtl="0" eaLnBrk="1" fontAlgn="base" hangingPunct="1">
              <a:spcBef>
                <a:spcPts val="800"/>
              </a:spcBef>
              <a:spcAft>
                <a:spcPct val="0"/>
              </a:spcAft>
              <a:buClrTx/>
              <a:buFont typeface="Ericsson Hilda" panose="00000500000000000000" pitchFamily="2" charset="0"/>
              <a:buChar char="●"/>
              <a:defRPr sz="2000">
                <a:solidFill>
                  <a:schemeClr val="tx1"/>
                </a:solidFill>
                <a:latin typeface="+mn-lt"/>
              </a:defRPr>
            </a:lvl9pPr>
          </a:lstStyle>
          <a:p>
            <a:r>
              <a:rPr lang="en-US" sz="1800">
                <a:sym typeface="Wingdings" panose="05000000000000000000" pitchFamily="2" charset="2"/>
              </a:rPr>
              <a:t>Three with highest gap in data qualifier (FDFS DL </a:t>
            </a:r>
            <a:r>
              <a:rPr lang="en-US" sz="1800" b="1">
                <a:sym typeface="Wingdings" panose="05000000000000000000" pitchFamily="2" charset="2"/>
              </a:rPr>
              <a:t>45 points </a:t>
            </a:r>
            <a:r>
              <a:rPr lang="en-US" sz="1800">
                <a:sym typeface="Wingdings" panose="05000000000000000000" pitchFamily="2" charset="2"/>
              </a:rPr>
              <a:t>gap with EE, browsing and YouTube 11 points).</a:t>
            </a:r>
          </a:p>
          <a:p>
            <a:r>
              <a:rPr lang="en-US" sz="1800">
                <a:sym typeface="Wingdings" panose="05000000000000000000" pitchFamily="2" charset="2"/>
              </a:rPr>
              <a:t>Low DL throughput samples for FDTT DL showing a gap of </a:t>
            </a:r>
            <a:r>
              <a:rPr lang="en-US" sz="1800" b="1">
                <a:sym typeface="Wingdings" panose="05000000000000000000" pitchFamily="2" charset="2"/>
              </a:rPr>
              <a:t>30 points </a:t>
            </a:r>
            <a:r>
              <a:rPr lang="en-US" sz="1800">
                <a:sym typeface="Wingdings" panose="05000000000000000000" pitchFamily="2" charset="2"/>
              </a:rPr>
              <a:t>with EE</a:t>
            </a:r>
          </a:p>
          <a:p>
            <a:r>
              <a:rPr lang="en-US" sz="1800">
                <a:sym typeface="Wingdings" panose="05000000000000000000" pitchFamily="2" charset="2"/>
              </a:rPr>
              <a:t>Voice qualifiers showing 13 points gap.</a:t>
            </a:r>
          </a:p>
          <a:p>
            <a:endParaRPr lang="en-US" sz="1800">
              <a:sym typeface="Wingdings" panose="05000000000000000000" pitchFamily="2" charset="2"/>
            </a:endParaRPr>
          </a:p>
          <a:p>
            <a:endParaRPr lang="en-US" sz="1800">
              <a:sym typeface="Wingdings" panose="05000000000000000000" pitchFamily="2" charset="2"/>
            </a:endParaRPr>
          </a:p>
          <a:p>
            <a:pPr marL="265113" lvl="1" indent="0">
              <a:buFont typeface="Ericsson Hilda" panose="00000500000000000000" pitchFamily="2" charset="0"/>
              <a:buNone/>
            </a:pPr>
            <a:endParaRPr lang="en-US" sz="1800">
              <a:sym typeface="Wingdings" panose="05000000000000000000" pitchFamily="2" charset="2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66223153-839D-9887-B351-F29FE86D2D56}"/>
              </a:ext>
            </a:extLst>
          </p:cNvPr>
          <p:cNvSpPr txBox="1"/>
          <p:nvPr/>
        </p:nvSpPr>
        <p:spPr>
          <a:xfrm>
            <a:off x="9647274" y="4596635"/>
            <a:ext cx="2250738" cy="338554"/>
          </a:xfrm>
          <a:prstGeom prst="rect">
            <a:avLst/>
          </a:prstGeom>
          <a:solidFill>
            <a:schemeClr val="accent4"/>
          </a:solidFill>
        </p:spPr>
        <p:txBody>
          <a:bodyPr wrap="square">
            <a:spAutoFit/>
          </a:bodyPr>
          <a:lstStyle/>
          <a:p>
            <a:pPr algn="ctr"/>
            <a:r>
              <a:rPr lang="en-US" sz="1600" b="1">
                <a:latin typeface="+mn-lt"/>
              </a:rPr>
              <a:t>Low-rate DL sessions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BB2BBF77-7116-540E-4E42-8CA2CC91348E}"/>
              </a:ext>
            </a:extLst>
          </p:cNvPr>
          <p:cNvSpPr txBox="1"/>
          <p:nvPr/>
        </p:nvSpPr>
        <p:spPr>
          <a:xfrm>
            <a:off x="7689715" y="5075223"/>
            <a:ext cx="2032870" cy="338554"/>
          </a:xfrm>
          <a:prstGeom prst="rect">
            <a:avLst/>
          </a:prstGeom>
          <a:solidFill>
            <a:schemeClr val="accent4"/>
          </a:solidFill>
        </p:spPr>
        <p:txBody>
          <a:bodyPr wrap="square">
            <a:spAutoFit/>
          </a:bodyPr>
          <a:lstStyle/>
          <a:p>
            <a:pPr algn="ctr"/>
            <a:r>
              <a:rPr lang="en-US" sz="1600" b="1"/>
              <a:t>Voice Qualifiers</a:t>
            </a:r>
            <a:endParaRPr lang="en-US" sz="1600" b="1">
              <a:latin typeface="+mn-lt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365FB717-1FE3-5715-D630-86758655E6D5}"/>
              </a:ext>
            </a:extLst>
          </p:cNvPr>
          <p:cNvSpPr txBox="1"/>
          <p:nvPr/>
        </p:nvSpPr>
        <p:spPr>
          <a:xfrm>
            <a:off x="8718660" y="4156289"/>
            <a:ext cx="2057890" cy="338554"/>
          </a:xfrm>
          <a:prstGeom prst="rect">
            <a:avLst/>
          </a:prstGeom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pPr algn="ctr"/>
            <a:r>
              <a:rPr lang="en-US" sz="1600" b="1">
                <a:latin typeface="+mn-lt"/>
              </a:rPr>
              <a:t>Focus Areas Three: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D78ED027-5F9E-9895-4D89-8944C5853005}"/>
              </a:ext>
            </a:extLst>
          </p:cNvPr>
          <p:cNvSpPr txBox="1"/>
          <p:nvPr/>
        </p:nvSpPr>
        <p:spPr>
          <a:xfrm>
            <a:off x="7689715" y="4589681"/>
            <a:ext cx="1732265" cy="338554"/>
          </a:xfrm>
          <a:prstGeom prst="rect">
            <a:avLst/>
          </a:prstGeom>
          <a:solidFill>
            <a:schemeClr val="accent4"/>
          </a:solidFill>
        </p:spPr>
        <p:txBody>
          <a:bodyPr wrap="square">
            <a:spAutoFit/>
          </a:bodyPr>
          <a:lstStyle/>
          <a:p>
            <a:pPr algn="ctr"/>
            <a:r>
              <a:rPr lang="en-US" sz="1600" b="1"/>
              <a:t>Data qualifiers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F665241A-3516-9DA3-4A58-4052B9C6AC9F}"/>
              </a:ext>
            </a:extLst>
          </p:cNvPr>
          <p:cNvSpPr txBox="1"/>
          <p:nvPr/>
        </p:nvSpPr>
        <p:spPr>
          <a:xfrm>
            <a:off x="7469648" y="5597967"/>
            <a:ext cx="2261426" cy="338554"/>
          </a:xfrm>
          <a:prstGeom prst="rect">
            <a:avLst/>
          </a:prstGeom>
          <a:solidFill>
            <a:schemeClr val="accent4"/>
          </a:solidFill>
        </p:spPr>
        <p:txBody>
          <a:bodyPr wrap="square">
            <a:spAutoFit/>
          </a:bodyPr>
          <a:lstStyle/>
          <a:p>
            <a:pPr algn="ctr"/>
            <a:r>
              <a:rPr lang="en-US" sz="1600">
                <a:latin typeface="+mn-lt"/>
              </a:rPr>
              <a:t>Disturbed and impaired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4E31998B-62A9-47E6-1243-305D48F1CD74}"/>
              </a:ext>
            </a:extLst>
          </p:cNvPr>
          <p:cNvSpPr txBox="1"/>
          <p:nvPr/>
        </p:nvSpPr>
        <p:spPr>
          <a:xfrm>
            <a:off x="9906510" y="5600908"/>
            <a:ext cx="1732265" cy="338554"/>
          </a:xfrm>
          <a:prstGeom prst="rect">
            <a:avLst/>
          </a:prstGeom>
          <a:solidFill>
            <a:schemeClr val="accent4"/>
          </a:solidFill>
        </p:spPr>
        <p:txBody>
          <a:bodyPr wrap="square">
            <a:spAutoFit/>
          </a:bodyPr>
          <a:lstStyle/>
          <a:p>
            <a:pPr algn="ctr"/>
            <a:r>
              <a:rPr lang="en-US" sz="1600">
                <a:latin typeface="+mn-lt"/>
              </a:rPr>
              <a:t>Interactivity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1C075AEE-3E9A-8DD4-664F-AE96FA23E699}"/>
              </a:ext>
            </a:extLst>
          </p:cNvPr>
          <p:cNvSpPr txBox="1"/>
          <p:nvPr/>
        </p:nvSpPr>
        <p:spPr>
          <a:xfrm>
            <a:off x="9865141" y="5075223"/>
            <a:ext cx="2032871" cy="338554"/>
          </a:xfrm>
          <a:prstGeom prst="rect">
            <a:avLst/>
          </a:prstGeom>
          <a:solidFill>
            <a:schemeClr val="accent4"/>
          </a:solidFill>
        </p:spPr>
        <p:txBody>
          <a:bodyPr wrap="square">
            <a:spAutoFit/>
          </a:bodyPr>
          <a:lstStyle/>
          <a:p>
            <a:pPr algn="ctr"/>
            <a:r>
              <a:rPr lang="en-US" sz="1600" b="1"/>
              <a:t>POLQA&lt;1.6</a:t>
            </a:r>
            <a:endParaRPr lang="en-US" sz="1600" b="1">
              <a:latin typeface="+mn-lt"/>
            </a:endParaRPr>
          </a:p>
        </p:txBody>
      </p: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21EABCB2-627A-AAB1-A7DE-793DD98B9570}"/>
              </a:ext>
            </a:extLst>
          </p:cNvPr>
          <p:cNvCxnSpPr>
            <a:cxnSpLocks/>
          </p:cNvCxnSpPr>
          <p:nvPr/>
        </p:nvCxnSpPr>
        <p:spPr bwMode="auto">
          <a:xfrm>
            <a:off x="440843" y="1586389"/>
            <a:ext cx="0" cy="3685222"/>
          </a:xfrm>
          <a:prstGeom prst="straightConnector1">
            <a:avLst/>
          </a:prstGeom>
          <a:ln w="28575">
            <a:headEnd type="none" w="med" len="me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TextBox 15">
            <a:extLst>
              <a:ext uri="{FF2B5EF4-FFF2-40B4-BE49-F238E27FC236}">
                <a16:creationId xmlns:a16="http://schemas.microsoft.com/office/drawing/2014/main" id="{5F219DF9-D34B-3E5D-50E3-07C8B2663C92}"/>
              </a:ext>
            </a:extLst>
          </p:cNvPr>
          <p:cNvSpPr txBox="1"/>
          <p:nvPr/>
        </p:nvSpPr>
        <p:spPr>
          <a:xfrm>
            <a:off x="50393" y="1249561"/>
            <a:ext cx="858064" cy="307777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pPr algn="ctr"/>
            <a:r>
              <a:rPr lang="en-US" sz="1400" b="1">
                <a:latin typeface="+mn-lt"/>
              </a:rPr>
              <a:t>Priority</a:t>
            </a:r>
          </a:p>
        </p:txBody>
      </p:sp>
    </p:spTree>
    <p:custDataLst>
      <p:custData r:id="rId1"/>
      <p:custData r:id="rId2"/>
    </p:custDataLst>
    <p:extLst>
      <p:ext uri="{BB962C8B-B14F-4D97-AF65-F5344CB8AC3E}">
        <p14:creationId xmlns:p14="http://schemas.microsoft.com/office/powerpoint/2010/main" val="122912857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61369E7-B9B4-BCEB-8F49-99C4BA58B3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1" name="Picture 30" descr="A close up of a blue surface&#10;&#10;AI-generated content may be incorrect.">
            <a:extLst>
              <a:ext uri="{FF2B5EF4-FFF2-40B4-BE49-F238E27FC236}">
                <a16:creationId xmlns:a16="http://schemas.microsoft.com/office/drawing/2014/main" id="{D772A2B2-CE8A-6AA3-3002-7EDAFFDFF4A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2" name="image">
            <a:extLst>
              <a:ext uri="{FF2B5EF4-FFF2-40B4-BE49-F238E27FC236}">
                <a16:creationId xmlns:a16="http://schemas.microsoft.com/office/drawing/2014/main" id="{4C16A9A5-3AEA-2B2E-42E7-EEB1BD56C052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>
            <a:off x="11379841" y="429421"/>
            <a:ext cx="482228" cy="482439"/>
          </a:xfrm>
          <a:prstGeom prst="rect">
            <a:avLst/>
          </a:prstGeom>
        </p:spPr>
      </p:pic>
      <p:sp>
        <p:nvSpPr>
          <p:cNvPr id="19" name="Title 18">
            <a:extLst>
              <a:ext uri="{FF2B5EF4-FFF2-40B4-BE49-F238E27FC236}">
                <a16:creationId xmlns:a16="http://schemas.microsoft.com/office/drawing/2014/main" id="{6179F2E6-08A1-E2D1-58E6-568E0C3D42D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79425" y="476250"/>
            <a:ext cx="8353426" cy="1081088"/>
          </a:xfrm>
        </p:spPr>
        <p:txBody>
          <a:bodyPr/>
          <a:lstStyle/>
          <a:p>
            <a:r>
              <a:rPr lang="en-US" sz="4800" dirty="0"/>
              <a:t>7 cities analysis</a:t>
            </a:r>
            <a:br>
              <a:rPr lang="en-US" sz="4800" dirty="0"/>
            </a:br>
            <a:br>
              <a:rPr lang="en-US" sz="4800" dirty="0"/>
            </a:br>
            <a:r>
              <a:rPr lang="en-US" dirty="0"/>
              <a:t>Belfast, Bristol, Cardiff, Edinburgh, London, Leeds and Sheffield</a:t>
            </a:r>
            <a:br>
              <a:rPr lang="en-US" sz="4800" dirty="0"/>
            </a:br>
            <a:endParaRPr lang="en-US" sz="4800" dirty="0"/>
          </a:p>
        </p:txBody>
      </p:sp>
      <p:pic>
        <p:nvPicPr>
          <p:cNvPr id="32" name="image">
            <a:extLst>
              <a:ext uri="{FF2B5EF4-FFF2-40B4-BE49-F238E27FC236}">
                <a16:creationId xmlns:a16="http://schemas.microsoft.com/office/drawing/2014/main" id="{0AD13F97-5FB6-AA11-8C2D-92F6C0038187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>
            <a:off x="11532241" y="581821"/>
            <a:ext cx="482228" cy="482439"/>
          </a:xfrm>
          <a:prstGeom prst="rect">
            <a:avLst/>
          </a:prstGeom>
        </p:spPr>
      </p:pic>
    </p:spTree>
    <p:custDataLst>
      <p:tags r:id="rId1"/>
    </p:custDataLst>
    <p:extLst>
      <p:ext uri="{BB962C8B-B14F-4D97-AF65-F5344CB8AC3E}">
        <p14:creationId xmlns:p14="http://schemas.microsoft.com/office/powerpoint/2010/main" val="67235215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6E5AA37-9CC1-7123-A290-9A28858753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375A0CA-3C0E-AB0A-1D23-744AF17C260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Completed Call Ratio</a:t>
            </a:r>
          </a:p>
        </p:txBody>
      </p:sp>
      <p:sp>
        <p:nvSpPr>
          <p:cNvPr id="11" name="Content Placeholder 10">
            <a:extLst>
              <a:ext uri="{FF2B5EF4-FFF2-40B4-BE49-F238E27FC236}">
                <a16:creationId xmlns:a16="http://schemas.microsoft.com/office/drawing/2014/main" id="{DBE52D4D-E4E4-1F26-A372-20F1ED499E88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12" name="Picture Placeholder 7">
            <a:extLst>
              <a:ext uri="{FF2B5EF4-FFF2-40B4-BE49-F238E27FC236}">
                <a16:creationId xmlns:a16="http://schemas.microsoft.com/office/drawing/2014/main" id="{EB81377E-171D-9B4E-FAB5-2C8EAD18CF60}"/>
              </a:ext>
            </a:extLst>
          </p:cNvPr>
          <p:cNvPicPr>
            <a:picLocks noGrp="1" noChangeAspect="1"/>
          </p:cNvPicPr>
          <p:nvPr>
            <p:ph sz="quarter" idx="12"/>
          </p:nvPr>
        </p:nvPicPr>
        <p:blipFill>
          <a:blip r:embed="rId2"/>
          <a:stretch/>
        </p:blipFill>
        <p:spPr>
          <a:xfrm>
            <a:off x="2180817" y="1706563"/>
            <a:ext cx="7830365" cy="36623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968376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713F1CE-1149-F25A-A9BD-7FC666409B9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90CF9C6-61D3-CB04-30DE-1D969263D0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Voice failures per Q/city </a:t>
            </a:r>
          </a:p>
        </p:txBody>
      </p:sp>
      <p:sp>
        <p:nvSpPr>
          <p:cNvPr id="9" name="Content Placeholder 8">
            <a:extLst>
              <a:ext uri="{FF2B5EF4-FFF2-40B4-BE49-F238E27FC236}">
                <a16:creationId xmlns:a16="http://schemas.microsoft.com/office/drawing/2014/main" id="{1111C365-A8D9-A8D8-AA93-5E07EB8B01C9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11" name="Picture 6">
            <a:extLst>
              <a:ext uri="{FF2B5EF4-FFF2-40B4-BE49-F238E27FC236}">
                <a16:creationId xmlns:a16="http://schemas.microsoft.com/office/drawing/2014/main" id="{BB10BE15-3E59-13C8-004D-914AE051C9AD}"/>
              </a:ext>
            </a:extLst>
          </p:cNvPr>
          <p:cNvPicPr>
            <a:picLocks noGrp="1" noChangeAspect="1"/>
          </p:cNvPicPr>
          <p:nvPr>
            <p:ph sz="quarter" idx="12"/>
          </p:nvPr>
        </p:nvPicPr>
        <p:blipFill>
          <a:blip r:embed="rId2"/>
          <a:srcRect l="3668" r="3668"/>
          <a:stretch/>
        </p:blipFill>
        <p:spPr>
          <a:xfrm>
            <a:off x="1082257" y="1903112"/>
            <a:ext cx="10027485" cy="32692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5933866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FC1418A-0D3A-4D61-8BE0-93844D2229C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6C01E78-B5F9-A110-7E7F-08C3B1E9545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Data failure</a:t>
            </a:r>
          </a:p>
        </p:txBody>
      </p:sp>
      <p:sp>
        <p:nvSpPr>
          <p:cNvPr id="12" name="Content Placeholder 11">
            <a:extLst>
              <a:ext uri="{FF2B5EF4-FFF2-40B4-BE49-F238E27FC236}">
                <a16:creationId xmlns:a16="http://schemas.microsoft.com/office/drawing/2014/main" id="{DBCCFA27-E0A6-2CF0-8407-8A6A234D684F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10" name="Picture 4">
            <a:extLst>
              <a:ext uri="{FF2B5EF4-FFF2-40B4-BE49-F238E27FC236}">
                <a16:creationId xmlns:a16="http://schemas.microsoft.com/office/drawing/2014/main" id="{C7FC94A1-742B-51BD-9BC2-1FD1C048238F}"/>
              </a:ext>
            </a:extLst>
          </p:cNvPr>
          <p:cNvPicPr>
            <a:picLocks noGrp="1" noChangeAspect="1"/>
          </p:cNvPicPr>
          <p:nvPr>
            <p:ph sz="quarter" idx="12"/>
          </p:nvPr>
        </p:nvPicPr>
        <p:blipFill>
          <a:blip r:embed="rId2"/>
          <a:stretch/>
        </p:blipFill>
        <p:spPr>
          <a:xfrm>
            <a:off x="2628267" y="1706563"/>
            <a:ext cx="6935466" cy="36623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1189394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F7E1988-8DBC-AC06-35C9-52561D923C9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8A3E25B-CB9A-3F95-EE1F-1D9E21B044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Data failures - FDFS test </a:t>
            </a:r>
          </a:p>
        </p:txBody>
      </p:sp>
      <p:sp>
        <p:nvSpPr>
          <p:cNvPr id="11" name="Content Placeholder 10">
            <a:extLst>
              <a:ext uri="{FF2B5EF4-FFF2-40B4-BE49-F238E27FC236}">
                <a16:creationId xmlns:a16="http://schemas.microsoft.com/office/drawing/2014/main" id="{5C4724A0-2DC5-8B80-1305-9E99F4F9B5B1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12" name="Picture 4">
            <a:extLst>
              <a:ext uri="{FF2B5EF4-FFF2-40B4-BE49-F238E27FC236}">
                <a16:creationId xmlns:a16="http://schemas.microsoft.com/office/drawing/2014/main" id="{0B3BAEBB-62A8-06C8-9CA6-ED41BA424F55}"/>
              </a:ext>
            </a:extLst>
          </p:cNvPr>
          <p:cNvPicPr>
            <a:picLocks noGrp="1" noChangeAspect="1"/>
          </p:cNvPicPr>
          <p:nvPr>
            <p:ph sz="quarter" idx="12"/>
          </p:nvPr>
        </p:nvPicPr>
        <p:blipFill>
          <a:blip r:embed="rId2"/>
          <a:stretch/>
        </p:blipFill>
        <p:spPr>
          <a:xfrm>
            <a:off x="2102763" y="1706563"/>
            <a:ext cx="7986474" cy="36623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6968706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4AD37EF-43CB-FD28-2CAF-E4CA766455C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06C35DB-97B1-33D8-138C-0604AD8EDEC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POLQA AVG MOS (</a:t>
            </a:r>
            <a:r>
              <a:rPr lang="en-US" err="1"/>
              <a:t>Multirab&amp;volte</a:t>
            </a:r>
            <a:r>
              <a:rPr lang="en-US"/>
              <a:t>)</a:t>
            </a:r>
            <a:br>
              <a:rPr lang="en-US"/>
            </a:br>
            <a:endParaRPr lang="en-US"/>
          </a:p>
        </p:txBody>
      </p:sp>
      <p:sp>
        <p:nvSpPr>
          <p:cNvPr id="9" name="Content Placeholder 8">
            <a:extLst>
              <a:ext uri="{FF2B5EF4-FFF2-40B4-BE49-F238E27FC236}">
                <a16:creationId xmlns:a16="http://schemas.microsoft.com/office/drawing/2014/main" id="{66CD983B-E6D2-EFA0-06A7-880F56F64D41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11" name="Picture Placeholder 5">
            <a:extLst>
              <a:ext uri="{FF2B5EF4-FFF2-40B4-BE49-F238E27FC236}">
                <a16:creationId xmlns:a16="http://schemas.microsoft.com/office/drawing/2014/main" id="{6368CC6E-39DD-06C8-C521-A11BB3B3A58F}"/>
              </a:ext>
            </a:extLst>
          </p:cNvPr>
          <p:cNvPicPr>
            <a:picLocks noGrp="1" noChangeAspect="1"/>
          </p:cNvPicPr>
          <p:nvPr>
            <p:ph sz="quarter" idx="12"/>
          </p:nvPr>
        </p:nvPicPr>
        <p:blipFill>
          <a:blip r:embed="rId2"/>
          <a:srcRect t="9246" b="9246"/>
          <a:stretch/>
        </p:blipFill>
        <p:spPr>
          <a:xfrm>
            <a:off x="479432" y="1706563"/>
            <a:ext cx="11233136" cy="36623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8707011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BC3328A-697D-0F6C-2F5D-AC27BC4335E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7ADCAC0-FFEE-E3EE-E424-823A3FCEAA2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POLQA AVG MOS (WhatsApp)</a:t>
            </a:r>
            <a:br>
              <a:rPr lang="en-US"/>
            </a:br>
            <a:endParaRPr lang="en-US"/>
          </a:p>
        </p:txBody>
      </p:sp>
      <p:sp>
        <p:nvSpPr>
          <p:cNvPr id="20" name="Content Placeholder 19">
            <a:extLst>
              <a:ext uri="{FF2B5EF4-FFF2-40B4-BE49-F238E27FC236}">
                <a16:creationId xmlns:a16="http://schemas.microsoft.com/office/drawing/2014/main" id="{F6B30CD2-E5B0-54C6-2F61-F5D65CDE7410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17" name="Picture 16">
            <a:extLst>
              <a:ext uri="{FF2B5EF4-FFF2-40B4-BE49-F238E27FC236}">
                <a16:creationId xmlns:a16="http://schemas.microsoft.com/office/drawing/2014/main" id="{E7979B9C-F9B0-B68B-281A-4E76C8092F6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71981" y="2176249"/>
            <a:ext cx="715618" cy="697031"/>
          </a:xfrm>
          <a:prstGeom prst="rect">
            <a:avLst/>
          </a:prstGeom>
        </p:spPr>
      </p:pic>
      <p:pic>
        <p:nvPicPr>
          <p:cNvPr id="23" name="Picture Placeholder 14">
            <a:extLst>
              <a:ext uri="{FF2B5EF4-FFF2-40B4-BE49-F238E27FC236}">
                <a16:creationId xmlns:a16="http://schemas.microsoft.com/office/drawing/2014/main" id="{36A52395-03A4-7AEE-AD87-C5F0953D582E}"/>
              </a:ext>
            </a:extLst>
          </p:cNvPr>
          <p:cNvPicPr>
            <a:picLocks noGrp="1" noChangeAspect="1"/>
          </p:cNvPicPr>
          <p:nvPr>
            <p:ph sz="quarter" idx="15"/>
          </p:nvPr>
        </p:nvPicPr>
        <p:blipFill>
          <a:blip r:embed="rId3"/>
          <a:stretch/>
        </p:blipFill>
        <p:spPr>
          <a:xfrm>
            <a:off x="479425" y="2048034"/>
            <a:ext cx="7464425" cy="2985769"/>
          </a:xfrm>
          <a:prstGeom prst="rect">
            <a:avLst/>
          </a:prstGeom>
        </p:spPr>
      </p:pic>
      <p:pic>
        <p:nvPicPr>
          <p:cNvPr id="26" name="Picture Placeholder 17">
            <a:extLst>
              <a:ext uri="{FF2B5EF4-FFF2-40B4-BE49-F238E27FC236}">
                <a16:creationId xmlns:a16="http://schemas.microsoft.com/office/drawing/2014/main" id="{941737C3-AD20-F520-173F-7BE3B4DD2760}"/>
              </a:ext>
            </a:extLst>
          </p:cNvPr>
          <p:cNvPicPr>
            <a:picLocks noGrp="1" noChangeAspect="1"/>
          </p:cNvPicPr>
          <p:nvPr>
            <p:ph sz="quarter" idx="16"/>
          </p:nvPr>
        </p:nvPicPr>
        <p:blipFill>
          <a:blip r:embed="rId4"/>
          <a:stretch/>
        </p:blipFill>
        <p:spPr>
          <a:xfrm>
            <a:off x="8147050" y="3355754"/>
            <a:ext cx="3565525" cy="195782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4899987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2533FD4-654F-AA31-0A67-F82CBC78D32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A896395-660D-7B34-5F77-D685DEC5CDF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POLQA &lt;1.6</a:t>
            </a:r>
          </a:p>
        </p:txBody>
      </p:sp>
      <p:sp>
        <p:nvSpPr>
          <p:cNvPr id="12" name="Content Placeholder 11">
            <a:extLst>
              <a:ext uri="{FF2B5EF4-FFF2-40B4-BE49-F238E27FC236}">
                <a16:creationId xmlns:a16="http://schemas.microsoft.com/office/drawing/2014/main" id="{DDE921F5-EA1F-2CEC-0224-B59EB7E1B174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7" name="Online Image Placeholder 16">
            <a:extLst>
              <a:ext uri="{FF2B5EF4-FFF2-40B4-BE49-F238E27FC236}">
                <a16:creationId xmlns:a16="http://schemas.microsoft.com/office/drawing/2014/main" id="{90AA5878-4757-00B7-41BD-4C87DF49C254}"/>
              </a:ext>
            </a:extLst>
          </p:cNvPr>
          <p:cNvPicPr>
            <a:picLocks noGrp="1" noChangeAspect="1"/>
          </p:cNvPicPr>
          <p:nvPr>
            <p:ph sz="quarter" idx="13"/>
          </p:nvPr>
        </p:nvPicPr>
        <p:blipFill>
          <a:blip r:embed="rId2"/>
          <a:stretch/>
        </p:blipFill>
        <p:spPr>
          <a:xfrm>
            <a:off x="479425" y="1996193"/>
            <a:ext cx="5561013" cy="3089451"/>
          </a:xfrm>
          <a:prstGeom prst="rect">
            <a:avLst/>
          </a:prstGeom>
        </p:spPr>
      </p:pic>
      <p:pic>
        <p:nvPicPr>
          <p:cNvPr id="10" name="Online Image Placeholder 14">
            <a:extLst>
              <a:ext uri="{FF2B5EF4-FFF2-40B4-BE49-F238E27FC236}">
                <a16:creationId xmlns:a16="http://schemas.microsoft.com/office/drawing/2014/main" id="{4D61F505-15CF-56D9-6F75-1D3FAB5980D5}"/>
              </a:ext>
            </a:extLst>
          </p:cNvPr>
          <p:cNvPicPr>
            <a:picLocks noGrp="1" noChangeAspect="1"/>
          </p:cNvPicPr>
          <p:nvPr>
            <p:ph sz="quarter" idx="14"/>
          </p:nvPr>
        </p:nvPicPr>
        <p:blipFill>
          <a:blip r:embed="rId3"/>
          <a:stretch/>
        </p:blipFill>
        <p:spPr>
          <a:xfrm>
            <a:off x="6151563" y="1996192"/>
            <a:ext cx="5561012" cy="308945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412800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C49437E-5595-8CC9-B760-57663CCC0F8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14EB5E6-9079-1720-9B5B-1E3E838D48B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CST</a:t>
            </a:r>
            <a:br>
              <a:rPr lang="en-US"/>
            </a:b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1014B4C-2387-DCEE-F9A8-2CC8268FDAE3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8" name="Content Placeholder 7">
            <a:extLst>
              <a:ext uri="{FF2B5EF4-FFF2-40B4-BE49-F238E27FC236}">
                <a16:creationId xmlns:a16="http://schemas.microsoft.com/office/drawing/2014/main" id="{8DDBD7C2-C56F-960E-45FC-75EB0E556C14}"/>
              </a:ext>
            </a:extLst>
          </p:cNvPr>
          <p:cNvPicPr>
            <a:picLocks noGrp="1" noChangeAspect="1"/>
          </p:cNvPicPr>
          <p:nvPr>
            <p:ph sz="quarter" idx="12"/>
          </p:nvPr>
        </p:nvPicPr>
        <p:blipFill>
          <a:blip r:embed="rId2"/>
          <a:stretch>
            <a:fillRect/>
          </a:stretch>
        </p:blipFill>
        <p:spPr>
          <a:xfrm>
            <a:off x="2092879" y="1706563"/>
            <a:ext cx="8006241" cy="36623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91244487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B98C583-44F6-A835-BFFB-828E86F20DB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5E9041E-E0D3-16B3-0E4C-3C0AACD0171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FDTT DL (7s)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BE7CFBE-5C57-40B8-19F8-31DD32A2E738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9" name="Content Placeholder 8">
            <a:extLst>
              <a:ext uri="{FF2B5EF4-FFF2-40B4-BE49-F238E27FC236}">
                <a16:creationId xmlns:a16="http://schemas.microsoft.com/office/drawing/2014/main" id="{A2DA39DA-003B-4B01-0CEB-AECAB495060D}"/>
              </a:ext>
            </a:extLst>
          </p:cNvPr>
          <p:cNvPicPr>
            <a:picLocks noGrp="1" noChangeAspect="1"/>
          </p:cNvPicPr>
          <p:nvPr>
            <p:ph sz="quarter" idx="12"/>
          </p:nvPr>
        </p:nvPicPr>
        <p:blipFill>
          <a:blip r:embed="rId2"/>
          <a:stretch>
            <a:fillRect/>
          </a:stretch>
        </p:blipFill>
        <p:spPr>
          <a:xfrm>
            <a:off x="1051495" y="1706563"/>
            <a:ext cx="10089010" cy="3662362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84EB7C74-406B-117E-B3E6-4ABAB6ADCFC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30993" y="3276899"/>
            <a:ext cx="870382" cy="8477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63303870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D0495C4-6E7E-4737-D849-845AC857031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34503A1-DD43-6AF4-9F09-B3409DD39D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FDTT UL (7s)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1DA19BD-8343-7816-D15A-1C01F1CCBB73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9" name="Content Placeholder 8">
            <a:extLst>
              <a:ext uri="{FF2B5EF4-FFF2-40B4-BE49-F238E27FC236}">
                <a16:creationId xmlns:a16="http://schemas.microsoft.com/office/drawing/2014/main" id="{221FEF1A-5DE5-7945-D982-D86CA7AC9528}"/>
              </a:ext>
            </a:extLst>
          </p:cNvPr>
          <p:cNvPicPr>
            <a:picLocks noGrp="1" noChangeAspect="1"/>
          </p:cNvPicPr>
          <p:nvPr>
            <p:ph sz="quarter" idx="12"/>
          </p:nvPr>
        </p:nvPicPr>
        <p:blipFill>
          <a:blip r:embed="rId2"/>
          <a:stretch>
            <a:fillRect/>
          </a:stretch>
        </p:blipFill>
        <p:spPr>
          <a:xfrm>
            <a:off x="2070115" y="1706563"/>
            <a:ext cx="8051770" cy="3662362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B25D07A8-3270-C30E-1A1D-006B2951CAA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20783" y="2999725"/>
            <a:ext cx="789456" cy="76895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71340775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2509529-5F66-7304-BCC8-6E78D9ED745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7E3126D-7A01-E155-A532-CB49B0CCD89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FDFS DL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1893BC0-DB1A-A5F4-D3B1-1BC6B9BD9447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7" name="Content Placeholder 6">
            <a:extLst>
              <a:ext uri="{FF2B5EF4-FFF2-40B4-BE49-F238E27FC236}">
                <a16:creationId xmlns:a16="http://schemas.microsoft.com/office/drawing/2014/main" id="{C24B3199-351F-918A-BB66-89B04B21CF3F}"/>
              </a:ext>
            </a:extLst>
          </p:cNvPr>
          <p:cNvPicPr>
            <a:picLocks noGrp="1" noChangeAspect="1"/>
          </p:cNvPicPr>
          <p:nvPr>
            <p:ph sz="quarter" idx="12"/>
          </p:nvPr>
        </p:nvPicPr>
        <p:blipFill>
          <a:blip r:embed="rId2"/>
          <a:stretch>
            <a:fillRect/>
          </a:stretch>
        </p:blipFill>
        <p:spPr>
          <a:xfrm>
            <a:off x="1831383" y="1706563"/>
            <a:ext cx="8529233" cy="36623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1176507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23A0C2D-B815-F067-3E3A-A4487C508D0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F8B2D2C-C1DA-E717-C97E-F1166CA681D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FDFS UL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2B8C385-2E01-8C34-6F3D-1B19175A9223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8" name="Content Placeholder 7">
            <a:extLst>
              <a:ext uri="{FF2B5EF4-FFF2-40B4-BE49-F238E27FC236}">
                <a16:creationId xmlns:a16="http://schemas.microsoft.com/office/drawing/2014/main" id="{B3615466-A511-BD2E-3BEF-E3BD2B4582A8}"/>
              </a:ext>
            </a:extLst>
          </p:cNvPr>
          <p:cNvPicPr>
            <a:picLocks noGrp="1" noChangeAspect="1"/>
          </p:cNvPicPr>
          <p:nvPr>
            <p:ph sz="quarter" idx="12"/>
          </p:nvPr>
        </p:nvPicPr>
        <p:blipFill>
          <a:blip r:embed="rId2"/>
          <a:stretch>
            <a:fillRect/>
          </a:stretch>
        </p:blipFill>
        <p:spPr>
          <a:xfrm>
            <a:off x="2102669" y="1706563"/>
            <a:ext cx="7986661" cy="36623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16402698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989AC0F-2A8F-4529-606A-D0FB4F3235B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C6ABDCE-9BEE-F150-D102-8F2382C481F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Interactivity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B2903C8-DF6B-2AEF-DB83-28AEE7A28C03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84CCB7E9-19AA-9CFC-1989-E96D96DDA2C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25997" y="1911837"/>
            <a:ext cx="730430" cy="711458"/>
          </a:xfrm>
          <a:prstGeom prst="rect">
            <a:avLst/>
          </a:prstGeom>
        </p:spPr>
      </p:pic>
      <p:pic>
        <p:nvPicPr>
          <p:cNvPr id="9" name="Content Placeholder 8">
            <a:extLst>
              <a:ext uri="{FF2B5EF4-FFF2-40B4-BE49-F238E27FC236}">
                <a16:creationId xmlns:a16="http://schemas.microsoft.com/office/drawing/2014/main" id="{30003D7B-6707-88CC-A7D8-4853E75E1526}"/>
              </a:ext>
            </a:extLst>
          </p:cNvPr>
          <p:cNvPicPr>
            <a:picLocks noGrp="1" noChangeAspect="1"/>
          </p:cNvPicPr>
          <p:nvPr>
            <p:ph sz="quarter" idx="12"/>
          </p:nvPr>
        </p:nvPicPr>
        <p:blipFill>
          <a:blip r:embed="rId3"/>
          <a:srcRect r="7927"/>
          <a:stretch>
            <a:fillRect/>
          </a:stretch>
        </p:blipFill>
        <p:spPr>
          <a:xfrm>
            <a:off x="780690" y="1706563"/>
            <a:ext cx="7704857" cy="49990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14778772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7760FA1-3130-D48D-AE85-6584EE92424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5EE8C70-5FF5-E51B-B320-3BE1AE88EFA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wrap="square" anchor="t">
            <a:normAutofit/>
          </a:bodyPr>
          <a:lstStyle/>
          <a:p>
            <a:r>
              <a:rPr lang="en-US"/>
              <a:t>Browsing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3744D1A-74A3-1598-8168-27F00A5A0003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2A0068FD-FF5D-E36A-6C8D-A8B39119B77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12679" y="2095475"/>
            <a:ext cx="769646" cy="749656"/>
          </a:xfrm>
          <a:prstGeom prst="rect">
            <a:avLst/>
          </a:prstGeom>
        </p:spPr>
      </p:pic>
      <p:pic>
        <p:nvPicPr>
          <p:cNvPr id="9" name="Content Placeholder 8">
            <a:extLst>
              <a:ext uri="{FF2B5EF4-FFF2-40B4-BE49-F238E27FC236}">
                <a16:creationId xmlns:a16="http://schemas.microsoft.com/office/drawing/2014/main" id="{E188A635-CE28-6024-E71D-91E29A9CD863}"/>
              </a:ext>
            </a:extLst>
          </p:cNvPr>
          <p:cNvPicPr>
            <a:picLocks noGrp="1" noChangeAspect="1"/>
          </p:cNvPicPr>
          <p:nvPr>
            <p:ph sz="quarter" idx="12"/>
          </p:nvPr>
        </p:nvPicPr>
        <p:blipFill>
          <a:blip r:embed="rId3"/>
          <a:stretch>
            <a:fillRect/>
          </a:stretch>
        </p:blipFill>
        <p:spPr>
          <a:xfrm>
            <a:off x="1051495" y="1706563"/>
            <a:ext cx="10089010" cy="36623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63319396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AAF175D-D609-4B09-CC96-047698E710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>
            <a:extLst>
              <a:ext uri="{FF2B5EF4-FFF2-40B4-BE49-F238E27FC236}">
                <a16:creationId xmlns:a16="http://schemas.microsoft.com/office/drawing/2014/main" id="{CFC92183-B357-C2DE-0D13-0014FE0198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79425" y="476250"/>
            <a:ext cx="10521950" cy="1081088"/>
          </a:xfrm>
        </p:spPr>
        <p:txBody>
          <a:bodyPr wrap="square" anchor="t">
            <a:normAutofit/>
          </a:bodyPr>
          <a:lstStyle/>
          <a:p>
            <a:r>
              <a:rPr lang="en-US" dirty="0"/>
              <a:t>Conclusions</a:t>
            </a:r>
          </a:p>
        </p:txBody>
      </p:sp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4FEA75BF-1EE3-5420-2340-CA2586484C70}"/>
              </a:ext>
            </a:extLst>
          </p:cNvPr>
          <p:cNvGraphicFramePr>
            <a:graphicFrameLocks noGrp="1"/>
          </p:cNvGraphicFramePr>
          <p:nvPr/>
        </p:nvGraphicFramePr>
        <p:xfrm>
          <a:off x="222388" y="1294534"/>
          <a:ext cx="11622157" cy="486456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55983">
                  <a:extLst>
                    <a:ext uri="{9D8B030D-6E8A-4147-A177-3AD203B41FA5}">
                      <a16:colId xmlns:a16="http://schemas.microsoft.com/office/drawing/2014/main" val="1231941871"/>
                    </a:ext>
                  </a:extLst>
                </a:gridCol>
                <a:gridCol w="5672759">
                  <a:extLst>
                    <a:ext uri="{9D8B030D-6E8A-4147-A177-3AD203B41FA5}">
                      <a16:colId xmlns:a16="http://schemas.microsoft.com/office/drawing/2014/main" val="819676662"/>
                    </a:ext>
                  </a:extLst>
                </a:gridCol>
                <a:gridCol w="2185780">
                  <a:extLst>
                    <a:ext uri="{9D8B030D-6E8A-4147-A177-3AD203B41FA5}">
                      <a16:colId xmlns:a16="http://schemas.microsoft.com/office/drawing/2014/main" val="3964278779"/>
                    </a:ext>
                  </a:extLst>
                </a:gridCol>
                <a:gridCol w="3107635">
                  <a:extLst>
                    <a:ext uri="{9D8B030D-6E8A-4147-A177-3AD203B41FA5}">
                      <a16:colId xmlns:a16="http://schemas.microsoft.com/office/drawing/2014/main" val="1255488726"/>
                    </a:ext>
                  </a:extLst>
                </a:gridCol>
              </a:tblGrid>
              <a:tr h="226921"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sz="1200" u="none" strike="noStrike">
                          <a:effectLst/>
                        </a:rPr>
                        <a:t>Operator</a:t>
                      </a:r>
                      <a:endParaRPr lang="en-US" sz="1200" b="1" i="0" u="none" strike="noStrike">
                        <a:solidFill>
                          <a:srgbClr val="FFFFFF"/>
                        </a:solidFill>
                        <a:effectLst/>
                        <a:latin typeface="Ericsson Hilda" panose="00000500000000000000" pitchFamily="2" charset="0"/>
                      </a:endParaRPr>
                    </a:p>
                  </a:txBody>
                  <a:tcPr marL="6777" marR="6777" marT="6777" marB="0" anchor="ctr"/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sz="1200" u="none" strike="noStrike">
                          <a:effectLst/>
                        </a:rPr>
                        <a:t>Main Finding</a:t>
                      </a:r>
                      <a:endParaRPr lang="en-US" sz="1200" b="1" i="0" u="none" strike="noStrike">
                        <a:solidFill>
                          <a:srgbClr val="FFFFFF"/>
                        </a:solidFill>
                        <a:effectLst/>
                        <a:latin typeface="Ericsson Hilda" panose="00000500000000000000" pitchFamily="2" charset="0"/>
                      </a:endParaRPr>
                    </a:p>
                  </a:txBody>
                  <a:tcPr marL="6777" marR="6777" marT="6777" marB="0" anchor="ctr"/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sz="1200" u="none" strike="noStrike">
                          <a:effectLst/>
                        </a:rPr>
                        <a:t>Recommendation</a:t>
                      </a:r>
                      <a:endParaRPr lang="en-US" sz="1200" b="1" i="0" u="none" strike="noStrike">
                        <a:solidFill>
                          <a:srgbClr val="FFFFFF"/>
                        </a:solidFill>
                        <a:effectLst/>
                        <a:latin typeface="Ericsson Hilda" panose="00000500000000000000" pitchFamily="2" charset="0"/>
                      </a:endParaRPr>
                    </a:p>
                  </a:txBody>
                  <a:tcPr marL="6777" marR="6777" marT="6777" marB="0" anchor="ctr"/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sz="1200" u="none" strike="noStrike">
                          <a:effectLst/>
                        </a:rPr>
                        <a:t>Potential Scoring Impact</a:t>
                      </a:r>
                      <a:endParaRPr lang="en-US" sz="1200" b="1" i="0" u="none" strike="noStrike">
                        <a:solidFill>
                          <a:srgbClr val="FFFFFF"/>
                        </a:solidFill>
                        <a:effectLst/>
                        <a:latin typeface="Ericsson Hilda" panose="00000500000000000000" pitchFamily="2" charset="0"/>
                      </a:endParaRPr>
                    </a:p>
                  </a:txBody>
                  <a:tcPr marL="6777" marR="6777" marT="6777" marB="0" anchor="ctr"/>
                </a:tc>
                <a:extLst>
                  <a:ext uri="{0D108BD9-81ED-4DB2-BD59-A6C34878D82A}">
                    <a16:rowId xmlns:a16="http://schemas.microsoft.com/office/drawing/2014/main" val="2863621968"/>
                  </a:ext>
                </a:extLst>
              </a:tr>
              <a:tr h="226921">
                <a:tc rowSpan="7"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sz="1200" u="none" strike="noStrike">
                          <a:effectLst/>
                        </a:rPr>
                        <a:t>VFE</a:t>
                      </a:r>
                      <a:endParaRPr lang="en-US" sz="1200" b="1" i="0" u="none" strike="noStrike">
                        <a:solidFill>
                          <a:srgbClr val="181818"/>
                        </a:solidFill>
                        <a:effectLst/>
                        <a:latin typeface="Ericsson Hilda" panose="00000500000000000000" pitchFamily="2" charset="0"/>
                      </a:endParaRPr>
                    </a:p>
                  </a:txBody>
                  <a:tcPr marL="6777" marR="6777" marT="6777" marB="0" anchor="ctr"/>
                </a:tc>
                <a:tc>
                  <a:txBody>
                    <a:bodyPr/>
                    <a:lstStyle/>
                    <a:p>
                      <a:pPr algn="l" rtl="0" fontAlgn="ctr">
                        <a:buNone/>
                      </a:pPr>
                      <a:r>
                        <a:rPr lang="en-US" sz="1200" u="none" strike="noStrike" dirty="0">
                          <a:effectLst/>
                        </a:rPr>
                        <a:t>Higher data failure ratio in all data test, but specially in FDFS DL&amp;UL in Q4 compared to Q3. </a:t>
                      </a:r>
                      <a:endParaRPr lang="en-US" sz="1200" b="0" i="0" u="none" strike="noStrike" dirty="0">
                        <a:solidFill>
                          <a:srgbClr val="181818"/>
                        </a:solidFill>
                        <a:effectLst/>
                        <a:latin typeface="Ericsson Hilda" panose="00000500000000000000" pitchFamily="2" charset="0"/>
                      </a:endParaRPr>
                    </a:p>
                  </a:txBody>
                  <a:tcPr marL="60998" marR="6777" marT="6777" marB="0" anchor="ctr"/>
                </a:tc>
                <a:tc>
                  <a:txBody>
                    <a:bodyPr/>
                    <a:lstStyle/>
                    <a:p>
                      <a:pPr algn="l" rtl="0" fontAlgn="ctr">
                        <a:buNone/>
                      </a:pPr>
                      <a:r>
                        <a:rPr lang="en-US" sz="1200" u="none" strike="noStrike">
                          <a:effectLst/>
                        </a:rPr>
                        <a:t>E2E analysis</a:t>
                      </a:r>
                      <a:endParaRPr lang="en-US" sz="1200" b="0" i="0" u="none" strike="noStrike">
                        <a:solidFill>
                          <a:srgbClr val="181818"/>
                        </a:solidFill>
                        <a:effectLst/>
                        <a:latin typeface="Ericsson Hilda" panose="00000500000000000000" pitchFamily="2" charset="0"/>
                      </a:endParaRPr>
                    </a:p>
                  </a:txBody>
                  <a:tcPr marL="60998" marR="6777" marT="6777" marB="0" anchor="ctr"/>
                </a:tc>
                <a:tc>
                  <a:txBody>
                    <a:bodyPr/>
                    <a:lstStyle/>
                    <a:p>
                      <a:pPr algn="l" rtl="0" fontAlgn="ctr">
                        <a:buNone/>
                      </a:pPr>
                      <a:r>
                        <a:rPr lang="en-US" sz="1200" u="none" strike="noStrike">
                          <a:effectLst/>
                        </a:rPr>
                        <a:t>Data services Success Ratio ('Most reliable’) (FDFS DL&amp;UL, Browsing and Video)</a:t>
                      </a:r>
                      <a:endParaRPr lang="en-US" sz="1200" b="0" i="0" u="none" strike="noStrike">
                        <a:solidFill>
                          <a:srgbClr val="181818"/>
                        </a:solidFill>
                        <a:effectLst/>
                        <a:latin typeface="Ericsson Hilda" panose="00000500000000000000" pitchFamily="2" charset="0"/>
                      </a:endParaRPr>
                    </a:p>
                  </a:txBody>
                  <a:tcPr marL="60998" marR="6777" marT="6777" marB="0" anchor="ctr"/>
                </a:tc>
                <a:extLst>
                  <a:ext uri="{0D108BD9-81ED-4DB2-BD59-A6C34878D82A}">
                    <a16:rowId xmlns:a16="http://schemas.microsoft.com/office/drawing/2014/main" val="4118443984"/>
                  </a:ext>
                </a:extLst>
              </a:tr>
              <a:tr h="226921"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 rtl="0" fontAlgn="ctr">
                        <a:buNone/>
                      </a:pPr>
                      <a:r>
                        <a:rPr lang="en-US" sz="1200" b="0" i="0" u="none" strike="noStrike">
                          <a:solidFill>
                            <a:srgbClr val="181818"/>
                          </a:solidFill>
                          <a:effectLst/>
                          <a:latin typeface="Ericsson Hilda" panose="00000500000000000000" pitchFamily="2" charset="0"/>
                        </a:rPr>
                        <a:t>Improvement in CST in Q4 compared to Q3 and Q2</a:t>
                      </a:r>
                    </a:p>
                  </a:txBody>
                  <a:tcPr marL="60998" marR="6777" marT="6777" marB="0" anchor="ctr"/>
                </a:tc>
                <a:tc>
                  <a:txBody>
                    <a:bodyPr/>
                    <a:lstStyle/>
                    <a:p>
                      <a:pPr algn="l" rtl="0" fontAlgn="ctr">
                        <a:buNone/>
                      </a:pPr>
                      <a:endParaRPr lang="en-US" sz="1200" b="0" i="0" u="none" strike="noStrike">
                        <a:solidFill>
                          <a:srgbClr val="181818"/>
                        </a:solidFill>
                        <a:effectLst/>
                        <a:latin typeface="Ericsson Hilda" panose="00000500000000000000" pitchFamily="2" charset="0"/>
                      </a:endParaRPr>
                    </a:p>
                  </a:txBody>
                  <a:tcPr marL="60998" marR="6777" marT="6777" marB="0" anchor="ctr"/>
                </a:tc>
                <a:tc>
                  <a:txBody>
                    <a:bodyPr/>
                    <a:lstStyle/>
                    <a:p>
                      <a:pPr algn="l" rtl="0" fontAlgn="ctr">
                        <a:buNone/>
                      </a:pPr>
                      <a:r>
                        <a:rPr lang="en-US" sz="1200" b="0" i="0" u="none" strike="noStrike">
                          <a:solidFill>
                            <a:srgbClr val="181818"/>
                          </a:solidFill>
                          <a:effectLst/>
                          <a:latin typeface="Ericsson Hilda" panose="00000500000000000000" pitchFamily="2" charset="0"/>
                        </a:rPr>
                        <a:t>CALL SETUP TIME (‘Best Network’)</a:t>
                      </a:r>
                    </a:p>
                  </a:txBody>
                  <a:tcPr marL="60998" marR="6777" marT="6777" marB="0" anchor="ctr"/>
                </a:tc>
                <a:extLst>
                  <a:ext uri="{0D108BD9-81ED-4DB2-BD59-A6C34878D82A}">
                    <a16:rowId xmlns:a16="http://schemas.microsoft.com/office/drawing/2014/main" val="2196451456"/>
                  </a:ext>
                </a:extLst>
              </a:tr>
              <a:tr h="407636"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 rtl="0" fontAlgn="ctr">
                        <a:buNone/>
                      </a:pPr>
                      <a:r>
                        <a:rPr lang="en-US" sz="1200" b="0" i="0" u="none" strike="noStrike" dirty="0">
                          <a:solidFill>
                            <a:srgbClr val="181818"/>
                          </a:solidFill>
                          <a:effectLst/>
                          <a:latin typeface="Ericsson Hilda" panose="00000500000000000000" pitchFamily="2" charset="0"/>
                        </a:rPr>
                        <a:t>Improvement in FDTT DL throughput performance in Q4 vs Q3 (* due to change in the CORE), matching similar trends as in Q2</a:t>
                      </a:r>
                    </a:p>
                  </a:txBody>
                  <a:tcPr marL="60998" marR="6777" marT="6777" marB="0" anchor="ctr"/>
                </a:tc>
                <a:tc>
                  <a:txBody>
                    <a:bodyPr/>
                    <a:lstStyle/>
                    <a:p>
                      <a:pPr algn="l" rtl="0" fontAlgn="ctr">
                        <a:buNone/>
                      </a:pPr>
                      <a:endParaRPr lang="en-US" sz="1200" b="0" i="0" u="none" strike="noStrike">
                        <a:solidFill>
                          <a:srgbClr val="181818"/>
                        </a:solidFill>
                        <a:effectLst/>
                        <a:latin typeface="Ericsson Hilda" panose="00000500000000000000" pitchFamily="2" charset="0"/>
                      </a:endParaRPr>
                    </a:p>
                  </a:txBody>
                  <a:tcPr marL="60998" marR="6777" marT="6777" marB="0" anchor="ctr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u="none" strike="noStrike">
                          <a:effectLst/>
                        </a:rPr>
                        <a:t>FDTT DL Throughput</a:t>
                      </a:r>
                      <a:endParaRPr lang="en-US" sz="1200" b="0" i="0" u="none" strike="noStrike">
                        <a:solidFill>
                          <a:srgbClr val="181818"/>
                        </a:solidFill>
                        <a:effectLst/>
                        <a:latin typeface="Ericsson Hilda" panose="00000500000000000000" pitchFamily="2" charset="0"/>
                      </a:endParaRPr>
                    </a:p>
                  </a:txBody>
                  <a:tcPr marL="60998" marR="6777" marT="6777" marB="0" anchor="ctr"/>
                </a:tc>
                <a:extLst>
                  <a:ext uri="{0D108BD9-81ED-4DB2-BD59-A6C34878D82A}">
                    <a16:rowId xmlns:a16="http://schemas.microsoft.com/office/drawing/2014/main" val="1662449492"/>
                  </a:ext>
                </a:extLst>
              </a:tr>
              <a:tr h="407636"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 rtl="0" fontAlgn="ctr">
                        <a:buNone/>
                      </a:pPr>
                      <a:r>
                        <a:rPr lang="en-US" sz="1200" b="0" i="0" u="none" strike="noStrike" dirty="0">
                          <a:solidFill>
                            <a:srgbClr val="181818"/>
                          </a:solidFill>
                          <a:effectLst/>
                          <a:latin typeface="Ericsson Hilda" panose="00000500000000000000" pitchFamily="2" charset="0"/>
                        </a:rPr>
                        <a:t>Degradation in FDFS DL throughput performance in Q4 vs Q3 (* due to change in the CORE), matching similar trends as in Q2</a:t>
                      </a:r>
                    </a:p>
                  </a:txBody>
                  <a:tcPr marL="60998" marR="6777" marT="6777" marB="0" anchor="ctr"/>
                </a:tc>
                <a:tc>
                  <a:txBody>
                    <a:bodyPr/>
                    <a:lstStyle/>
                    <a:p>
                      <a:pPr algn="l" rtl="0" fontAlgn="ctr">
                        <a:buNone/>
                      </a:pPr>
                      <a:endParaRPr lang="en-US" sz="1200" b="0" i="0" u="none" strike="noStrike">
                        <a:solidFill>
                          <a:srgbClr val="181818"/>
                        </a:solidFill>
                        <a:effectLst/>
                        <a:latin typeface="Ericsson Hilda" panose="00000500000000000000" pitchFamily="2" charset="0"/>
                      </a:endParaRPr>
                    </a:p>
                  </a:txBody>
                  <a:tcPr marL="60998" marR="6777" marT="6777" marB="0" anchor="ctr"/>
                </a:tc>
                <a:tc>
                  <a:txBody>
                    <a:bodyPr/>
                    <a:lstStyle/>
                    <a:p>
                      <a:pPr algn="l" rtl="0" fontAlgn="ctr">
                        <a:buNone/>
                      </a:pPr>
                      <a:r>
                        <a:rPr lang="en-US" sz="1200" b="0" i="0" u="none" strike="noStrike">
                          <a:solidFill>
                            <a:srgbClr val="181818"/>
                          </a:solidFill>
                          <a:effectLst/>
                          <a:latin typeface="Ericsson Hilda" panose="00000500000000000000" pitchFamily="2" charset="0"/>
                        </a:rPr>
                        <a:t>FDFS DL Transfer Time</a:t>
                      </a:r>
                    </a:p>
                  </a:txBody>
                  <a:tcPr marL="60998" marR="6777" marT="6777" marB="0" anchor="ctr"/>
                </a:tc>
                <a:extLst>
                  <a:ext uri="{0D108BD9-81ED-4DB2-BD59-A6C34878D82A}">
                    <a16:rowId xmlns:a16="http://schemas.microsoft.com/office/drawing/2014/main" val="1926149615"/>
                  </a:ext>
                </a:extLst>
              </a:tr>
              <a:tr h="407636"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 rtl="0" fontAlgn="ctr">
                        <a:buNone/>
                      </a:pPr>
                      <a:r>
                        <a:rPr lang="en-US" sz="1200" b="0" i="0" u="none" strike="noStrike">
                          <a:solidFill>
                            <a:srgbClr val="181818"/>
                          </a:solidFill>
                          <a:effectLst/>
                          <a:latin typeface="Ericsson Hilda" panose="00000500000000000000" pitchFamily="2" charset="0"/>
                        </a:rPr>
                        <a:t>Higher Interactivity RTT in Q4 compared to Q3, similar figures as in Q2 (*). London showing poorer performance in Q4 compared to Q2.</a:t>
                      </a:r>
                    </a:p>
                  </a:txBody>
                  <a:tcPr marL="60998" marR="6777" marT="6777" marB="0" anchor="ctr"/>
                </a:tc>
                <a:tc>
                  <a:txBody>
                    <a:bodyPr/>
                    <a:lstStyle/>
                    <a:p>
                      <a:pPr algn="l" rtl="0" fontAlgn="ctr">
                        <a:buNone/>
                      </a:pPr>
                      <a:r>
                        <a:rPr lang="en-US" sz="1200" u="none" strike="noStrike">
                          <a:effectLst/>
                        </a:rPr>
                        <a:t>E2E analysis</a:t>
                      </a:r>
                      <a:endParaRPr lang="en-US" sz="1200" b="0" i="0" u="none" strike="noStrike">
                        <a:solidFill>
                          <a:srgbClr val="181818"/>
                        </a:solidFill>
                        <a:effectLst/>
                        <a:latin typeface="Ericsson Hilda" panose="00000500000000000000" pitchFamily="2" charset="0"/>
                      </a:endParaRPr>
                    </a:p>
                  </a:txBody>
                  <a:tcPr marL="60998" marR="6777" marT="6777" marB="0" anchor="ctr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u="none" strike="noStrike">
                          <a:effectLst/>
                        </a:rPr>
                        <a:t>Interactivity RTT </a:t>
                      </a:r>
                      <a:r>
                        <a:rPr lang="en-US" sz="1200" b="0" i="0" u="none" strike="noStrike">
                          <a:solidFill>
                            <a:srgbClr val="181818"/>
                          </a:solidFill>
                          <a:effectLst/>
                          <a:latin typeface="Ericsson Hilda" panose="00000500000000000000" pitchFamily="2" charset="0"/>
                        </a:rPr>
                        <a:t>(‘Best Network’)</a:t>
                      </a:r>
                    </a:p>
                  </a:txBody>
                  <a:tcPr marL="60998" marR="6777" marT="6777" marB="0" anchor="ctr"/>
                </a:tc>
                <a:extLst>
                  <a:ext uri="{0D108BD9-81ED-4DB2-BD59-A6C34878D82A}">
                    <a16:rowId xmlns:a16="http://schemas.microsoft.com/office/drawing/2014/main" val="1658485777"/>
                  </a:ext>
                </a:extLst>
              </a:tr>
              <a:tr h="407636">
                <a:tc vMerge="1">
                  <a:txBody>
                    <a:bodyPr/>
                    <a:lstStyle/>
                    <a:p>
                      <a:pPr algn="ctr" rtl="0" fontAlgn="ctr">
                        <a:buNone/>
                      </a:pPr>
                      <a:endParaRPr lang="en-US" sz="1200" b="1" i="0" u="none" strike="noStrike">
                        <a:solidFill>
                          <a:srgbClr val="181818"/>
                        </a:solidFill>
                        <a:effectLst/>
                        <a:latin typeface="Ericsson Hilda" panose="00000500000000000000" pitchFamily="2" charset="0"/>
                      </a:endParaRPr>
                    </a:p>
                  </a:txBody>
                  <a:tcPr marL="6777" marR="6777" marT="6777" marB="0" anchor="ctr"/>
                </a:tc>
                <a:tc>
                  <a:txBody>
                    <a:bodyPr/>
                    <a:lstStyle/>
                    <a:p>
                      <a:pPr algn="l" rtl="0" fontAlgn="ctr">
                        <a:buNone/>
                      </a:pPr>
                      <a:r>
                        <a:rPr lang="en-US" sz="1200" b="0" i="0" u="none" strike="noStrike">
                          <a:solidFill>
                            <a:srgbClr val="181818"/>
                          </a:solidFill>
                          <a:effectLst/>
                          <a:latin typeface="Ericsson Hilda" panose="00000500000000000000" pitchFamily="2" charset="0"/>
                        </a:rPr>
                        <a:t>Throughput performance when connecting to 3UK MOCN nodes mimics the 3UK performance</a:t>
                      </a:r>
                    </a:p>
                  </a:txBody>
                  <a:tcPr marL="60998" marR="6777" marT="6777" marB="0" anchor="ctr"/>
                </a:tc>
                <a:tc>
                  <a:txBody>
                    <a:bodyPr/>
                    <a:lstStyle/>
                    <a:p>
                      <a:pPr algn="l" rtl="0" fontAlgn="ctr">
                        <a:buNone/>
                      </a:pPr>
                      <a:endParaRPr lang="en-US" sz="1200" b="0" i="0" u="none" strike="noStrike">
                        <a:solidFill>
                          <a:srgbClr val="181818"/>
                        </a:solidFill>
                        <a:effectLst/>
                        <a:latin typeface="Ericsson Hilda" panose="00000500000000000000" pitchFamily="2" charset="0"/>
                      </a:endParaRPr>
                    </a:p>
                  </a:txBody>
                  <a:tcPr marL="60998" marR="6777" marT="6777" marB="0" anchor="ctr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u="none" strike="noStrike">
                          <a:effectLst/>
                        </a:rPr>
                        <a:t>FDTT and FDFS DL&amp;UL Throughput</a:t>
                      </a:r>
                      <a:endParaRPr lang="en-US" sz="1200" b="0" i="0" u="none" strike="noStrike">
                        <a:solidFill>
                          <a:srgbClr val="181818"/>
                        </a:solidFill>
                        <a:effectLst/>
                        <a:latin typeface="Ericsson Hilda" panose="00000500000000000000" pitchFamily="2" charset="0"/>
                      </a:endParaRPr>
                    </a:p>
                  </a:txBody>
                  <a:tcPr marL="60998" marR="6777" marT="6777" marB="0" anchor="ctr"/>
                </a:tc>
                <a:extLst>
                  <a:ext uri="{0D108BD9-81ED-4DB2-BD59-A6C34878D82A}">
                    <a16:rowId xmlns:a16="http://schemas.microsoft.com/office/drawing/2014/main" val="1527490177"/>
                  </a:ext>
                </a:extLst>
              </a:tr>
              <a:tr h="407636">
                <a:tc vMerge="1">
                  <a:txBody>
                    <a:bodyPr/>
                    <a:lstStyle/>
                    <a:p>
                      <a:pPr algn="ctr" rtl="0" fontAlgn="ctr">
                        <a:buNone/>
                      </a:pPr>
                      <a:endParaRPr lang="en-US" sz="1200" b="1" i="0" u="none" strike="noStrike">
                        <a:solidFill>
                          <a:srgbClr val="181818"/>
                        </a:solidFill>
                        <a:effectLst/>
                        <a:latin typeface="Ericsson Hilda" panose="00000500000000000000" pitchFamily="2" charset="0"/>
                      </a:endParaRPr>
                    </a:p>
                  </a:txBody>
                  <a:tcPr marL="6777" marR="6777" marT="6777" marB="0" anchor="ctr"/>
                </a:tc>
                <a:tc>
                  <a:txBody>
                    <a:bodyPr/>
                    <a:lstStyle/>
                    <a:p>
                      <a:pPr algn="l" rtl="0" fontAlgn="ctr">
                        <a:buNone/>
                      </a:pPr>
                      <a:r>
                        <a:rPr lang="en-US" sz="1200" b="0" i="0" u="none" strike="noStrike">
                          <a:solidFill>
                            <a:srgbClr val="181818"/>
                          </a:solidFill>
                          <a:effectLst/>
                          <a:latin typeface="Ericsson Hilda" panose="00000500000000000000" pitchFamily="2" charset="0"/>
                        </a:rPr>
                        <a:t>Better Throughput performance when connecting to VFUK MOCN nodes. This relates with the higher NR TDD utilization</a:t>
                      </a:r>
                    </a:p>
                  </a:txBody>
                  <a:tcPr marL="60998" marR="6777" marT="6777" marB="0" anchor="ctr"/>
                </a:tc>
                <a:tc>
                  <a:txBody>
                    <a:bodyPr/>
                    <a:lstStyle/>
                    <a:p>
                      <a:pPr algn="l" rtl="0" fontAlgn="ctr">
                        <a:buNone/>
                      </a:pPr>
                      <a:endParaRPr lang="en-US" sz="1200" b="0" i="0" u="none" strike="noStrike">
                        <a:solidFill>
                          <a:srgbClr val="181818"/>
                        </a:solidFill>
                        <a:effectLst/>
                        <a:latin typeface="Ericsson Hilda" panose="00000500000000000000" pitchFamily="2" charset="0"/>
                      </a:endParaRPr>
                    </a:p>
                  </a:txBody>
                  <a:tcPr marL="60998" marR="6777" marT="6777" marB="0" anchor="ctr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u="none" strike="noStrike">
                          <a:effectLst/>
                        </a:rPr>
                        <a:t>FDTT and FDFS DL&amp;UL Throughput</a:t>
                      </a:r>
                      <a:endParaRPr lang="en-US" sz="1200" b="0" i="0" u="none" strike="noStrike">
                        <a:solidFill>
                          <a:srgbClr val="181818"/>
                        </a:solidFill>
                        <a:effectLst/>
                        <a:latin typeface="Ericsson Hilda" panose="00000500000000000000" pitchFamily="2" charset="0"/>
                      </a:endParaRPr>
                    </a:p>
                  </a:txBody>
                  <a:tcPr marL="60998" marR="6777" marT="6777" marB="0" anchor="ctr"/>
                </a:tc>
                <a:extLst>
                  <a:ext uri="{0D108BD9-81ED-4DB2-BD59-A6C34878D82A}">
                    <a16:rowId xmlns:a16="http://schemas.microsoft.com/office/drawing/2014/main" val="2271828910"/>
                  </a:ext>
                </a:extLst>
              </a:tr>
              <a:tr h="404557">
                <a:tc rowSpan="5"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sz="1200" u="none" strike="noStrike">
                          <a:effectLst/>
                        </a:rPr>
                        <a:t>Three</a:t>
                      </a:r>
                      <a:endParaRPr lang="en-US" sz="1000" u="none" strike="noStrike">
                        <a:effectLst/>
                      </a:endParaRPr>
                    </a:p>
                  </a:txBody>
                  <a:tcPr marL="6777" marR="6777" marT="6777" marB="0" anchor="ctr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u="none" strike="noStrike">
                          <a:effectLst/>
                        </a:rPr>
                        <a:t> High unqualified data sessions in FDFS DL HTTPS test (not RF related) still present in Q4 in NSA CDR. In SA CDR this problem is not present.</a:t>
                      </a:r>
                      <a:endParaRPr lang="en-US" sz="1200" b="0" i="0" u="none" strike="noStrike">
                        <a:solidFill>
                          <a:srgbClr val="181818"/>
                        </a:solidFill>
                        <a:effectLst/>
                        <a:latin typeface="Ericsson Hilda" panose="00000500000000000000" pitchFamily="2" charset="0"/>
                      </a:endParaRPr>
                    </a:p>
                  </a:txBody>
                  <a:tcPr marL="6777" marR="6777" marT="6777" marB="0" anchor="ctr"/>
                </a:tc>
                <a:tc>
                  <a:txBody>
                    <a:bodyPr/>
                    <a:lstStyle/>
                    <a:p>
                      <a:pPr algn="l" rtl="0" fontAlgn="ctr">
                        <a:buNone/>
                      </a:pPr>
                      <a:r>
                        <a:rPr lang="en-US" sz="1200" u="none" strike="noStrike">
                          <a:effectLst/>
                        </a:rPr>
                        <a:t> E2E analysis. E2E core tracing needed</a:t>
                      </a:r>
                      <a:endParaRPr lang="en-US" sz="1200" b="0" i="0" u="none" strike="noStrike">
                        <a:solidFill>
                          <a:srgbClr val="181818"/>
                        </a:solidFill>
                        <a:effectLst/>
                        <a:latin typeface="Ericsson Hilda" panose="00000500000000000000" pitchFamily="2" charset="0"/>
                      </a:endParaRPr>
                    </a:p>
                  </a:txBody>
                  <a:tcPr marL="6777" marR="6777" marT="6777" marB="0" anchor="ctr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u="none" strike="noStrike">
                          <a:effectLst/>
                        </a:rPr>
                        <a:t> FDFS DL Success Ratio ('Most reliable')</a:t>
                      </a:r>
                      <a:endParaRPr lang="en-US" sz="1200" b="0" i="0" u="none" strike="noStrike">
                        <a:solidFill>
                          <a:srgbClr val="181818"/>
                        </a:solidFill>
                        <a:effectLst/>
                        <a:latin typeface="Ericsson Hilda" panose="00000500000000000000" pitchFamily="2" charset="0"/>
                      </a:endParaRPr>
                    </a:p>
                  </a:txBody>
                  <a:tcPr marL="6777" marR="6777" marT="6777" marB="0" anchor="ctr"/>
                </a:tc>
                <a:extLst>
                  <a:ext uri="{0D108BD9-81ED-4DB2-BD59-A6C34878D82A}">
                    <a16:rowId xmlns:a16="http://schemas.microsoft.com/office/drawing/2014/main" val="524180120"/>
                  </a:ext>
                </a:extLst>
              </a:tr>
              <a:tr h="407636">
                <a:tc vMerge="1">
                  <a:txBody>
                    <a:bodyPr/>
                    <a:lstStyle/>
                    <a:p>
                      <a:endParaRPr/>
                    </a:p>
                  </a:txBody>
                  <a:tcPr marL="6777" marR="6777" marT="6777" marB="0" anchor="ctr"/>
                </a:tc>
                <a:tc>
                  <a:txBody>
                    <a:bodyPr/>
                    <a:lstStyle/>
                    <a:p>
                      <a:pPr algn="l" rtl="0" fontAlgn="ctr">
                        <a:buNone/>
                      </a:pPr>
                      <a:r>
                        <a:rPr lang="en-US" sz="1200" u="none" strike="noStrike">
                          <a:effectLst/>
                        </a:rPr>
                        <a:t>Lower Call Success ratio in Q4 in London compared to Q3 (higher number of VoLTE failures)</a:t>
                      </a:r>
                      <a:endParaRPr lang="en-US" sz="1200" b="0" i="0" u="none" strike="noStrike">
                        <a:solidFill>
                          <a:srgbClr val="181818"/>
                        </a:solidFill>
                        <a:effectLst/>
                        <a:latin typeface="Ericsson Hilda" panose="00000500000000000000" pitchFamily="2" charset="0"/>
                      </a:endParaRPr>
                    </a:p>
                  </a:txBody>
                  <a:tcPr marL="60998" marR="6777" marT="6777" marB="0" anchor="ctr"/>
                </a:tc>
                <a:tc>
                  <a:txBody>
                    <a:bodyPr/>
                    <a:lstStyle/>
                    <a:p>
                      <a:pPr algn="l" rtl="0" fontAlgn="ctr">
                        <a:buNone/>
                      </a:pPr>
                      <a:r>
                        <a:rPr lang="en-US" sz="1200" u="none" strike="noStrike">
                          <a:effectLst/>
                        </a:rPr>
                        <a:t>Detail Log analysis of failures cases </a:t>
                      </a:r>
                      <a:endParaRPr lang="en-US" sz="1200" b="0" i="0" u="none" strike="noStrike">
                        <a:solidFill>
                          <a:srgbClr val="181818"/>
                        </a:solidFill>
                        <a:effectLst/>
                        <a:latin typeface="Ericsson Hilda" panose="00000500000000000000" pitchFamily="2" charset="0"/>
                      </a:endParaRPr>
                    </a:p>
                  </a:txBody>
                  <a:tcPr marL="60998" marR="6777" marT="6777" marB="0" anchor="ctr"/>
                </a:tc>
                <a:tc>
                  <a:txBody>
                    <a:bodyPr/>
                    <a:lstStyle/>
                    <a:p>
                      <a:pPr algn="l" rtl="0" fontAlgn="ctr">
                        <a:buNone/>
                      </a:pPr>
                      <a:r>
                        <a:rPr lang="en-US" sz="1200" u="none" strike="noStrike">
                          <a:effectLst/>
                        </a:rPr>
                        <a:t>Call Success Ratio ('Most reliable')</a:t>
                      </a:r>
                      <a:endParaRPr lang="en-US" sz="1200" b="0" i="0" u="none" strike="noStrike">
                        <a:solidFill>
                          <a:srgbClr val="181818"/>
                        </a:solidFill>
                        <a:effectLst/>
                        <a:latin typeface="Ericsson Hilda" panose="00000500000000000000" pitchFamily="2" charset="0"/>
                      </a:endParaRPr>
                    </a:p>
                  </a:txBody>
                  <a:tcPr marL="60998" marR="6777" marT="6777" marB="0" anchor="ctr"/>
                </a:tc>
                <a:extLst>
                  <a:ext uri="{0D108BD9-81ED-4DB2-BD59-A6C34878D82A}">
                    <a16:rowId xmlns:a16="http://schemas.microsoft.com/office/drawing/2014/main" val="3167912453"/>
                  </a:ext>
                </a:extLst>
              </a:tr>
              <a:tr h="407636">
                <a:tc vMerge="1">
                  <a:txBody>
                    <a:bodyPr/>
                    <a:lstStyle/>
                    <a:p>
                      <a:endParaRPr/>
                    </a:p>
                  </a:txBody>
                  <a:tcPr marL="6777" marR="6777" marT="6777" marB="0" anchor="ctr"/>
                </a:tc>
                <a:tc>
                  <a:txBody>
                    <a:bodyPr/>
                    <a:lstStyle/>
                    <a:p>
                      <a:pPr algn="l" rtl="0" fontAlgn="ctr">
                        <a:buNone/>
                      </a:pPr>
                      <a:r>
                        <a:rPr lang="en-US" sz="1200"/>
                        <a:t>Degradation observed in POLQA AVG MOS in Q4 compared to Q3 mainly in Belfast and Sheffield</a:t>
                      </a:r>
                      <a:endParaRPr lang="en-US" sz="1200" b="0" i="0" u="none" strike="noStrike">
                        <a:solidFill>
                          <a:srgbClr val="181818"/>
                        </a:solidFill>
                        <a:effectLst/>
                        <a:latin typeface="Ericsson Hilda" panose="00000500000000000000" pitchFamily="2" charset="0"/>
                      </a:endParaRPr>
                    </a:p>
                  </a:txBody>
                  <a:tcPr marL="60998" marR="6777" marT="6777" marB="0" anchor="ctr"/>
                </a:tc>
                <a:tc>
                  <a:txBody>
                    <a:bodyPr/>
                    <a:lstStyle/>
                    <a:p>
                      <a:pPr algn="l" rtl="0" fontAlgn="ctr">
                        <a:buNone/>
                      </a:pPr>
                      <a:endParaRPr lang="en-US" sz="1200" b="0" i="0" u="none" strike="noStrike">
                        <a:solidFill>
                          <a:srgbClr val="181818"/>
                        </a:solidFill>
                        <a:effectLst/>
                        <a:latin typeface="Ericsson Hilda" panose="00000500000000000000" pitchFamily="2" charset="0"/>
                      </a:endParaRPr>
                    </a:p>
                  </a:txBody>
                  <a:tcPr marL="60998" marR="6777" marT="6777" marB="0" anchor="ctr"/>
                </a:tc>
                <a:tc>
                  <a:txBody>
                    <a:bodyPr/>
                    <a:lstStyle/>
                    <a:p>
                      <a:pPr algn="l" rtl="0" fontAlgn="ctr">
                        <a:buNone/>
                      </a:pPr>
                      <a:r>
                        <a:rPr lang="en-US" sz="1200" b="0" i="0" u="none" strike="noStrike">
                          <a:solidFill>
                            <a:srgbClr val="181818"/>
                          </a:solidFill>
                          <a:effectLst/>
                          <a:latin typeface="Ericsson Hilda" panose="00000500000000000000" pitchFamily="2" charset="0"/>
                        </a:rPr>
                        <a:t>POLQA Avg MOS</a:t>
                      </a:r>
                    </a:p>
                  </a:txBody>
                  <a:tcPr marL="60998" marR="6777" marT="6777" marB="0" anchor="ctr"/>
                </a:tc>
                <a:extLst>
                  <a:ext uri="{0D108BD9-81ED-4DB2-BD59-A6C34878D82A}">
                    <a16:rowId xmlns:a16="http://schemas.microsoft.com/office/drawing/2014/main" val="252388039"/>
                  </a:ext>
                </a:extLst>
              </a:tr>
              <a:tr h="226921">
                <a:tc vMerge="1">
                  <a:txBody>
                    <a:bodyPr/>
                    <a:lstStyle/>
                    <a:p>
                      <a:endParaRPr/>
                    </a:p>
                  </a:txBody>
                  <a:tcPr marL="6777" marR="6777" marT="6777" marB="0" anchor="ctr"/>
                </a:tc>
                <a:tc>
                  <a:txBody>
                    <a:bodyPr/>
                    <a:lstStyle/>
                    <a:p>
                      <a:pPr algn="l" rtl="0" fontAlgn="ctr">
                        <a:buNone/>
                      </a:pPr>
                      <a:r>
                        <a:rPr lang="en-US" sz="1200" b="0" i="0" u="none" strike="noStrike">
                          <a:solidFill>
                            <a:srgbClr val="181818"/>
                          </a:solidFill>
                          <a:effectLst/>
                          <a:latin typeface="Ericsson Hilda" panose="00000500000000000000" pitchFamily="2" charset="0"/>
                        </a:rPr>
                        <a:t>Throughput performance when connecting to VFUK MOCN nodes mimics the VFUK performance</a:t>
                      </a:r>
                    </a:p>
                  </a:txBody>
                  <a:tcPr marL="60998" marR="6777" marT="6777" marB="0" anchor="ctr"/>
                </a:tc>
                <a:tc>
                  <a:txBody>
                    <a:bodyPr/>
                    <a:lstStyle/>
                    <a:p>
                      <a:pPr algn="l" rtl="0" fontAlgn="ctr">
                        <a:buNone/>
                      </a:pPr>
                      <a:endParaRPr lang="en-US" sz="1200" b="0" i="0" u="none" strike="noStrike">
                        <a:solidFill>
                          <a:srgbClr val="181818"/>
                        </a:solidFill>
                        <a:effectLst/>
                        <a:latin typeface="Ericsson Hilda" panose="00000500000000000000" pitchFamily="2" charset="0"/>
                      </a:endParaRPr>
                    </a:p>
                  </a:txBody>
                  <a:tcPr marL="60998" marR="6777" marT="6777" marB="0" anchor="ctr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u="none" strike="noStrike">
                          <a:effectLst/>
                        </a:rPr>
                        <a:t>FDTT and FDFS DL&amp;UL Throughput</a:t>
                      </a:r>
                      <a:endParaRPr lang="en-US" sz="1200" b="0" i="0" u="none" strike="noStrike">
                        <a:solidFill>
                          <a:srgbClr val="181818"/>
                        </a:solidFill>
                        <a:effectLst/>
                        <a:latin typeface="Ericsson Hilda" panose="00000500000000000000" pitchFamily="2" charset="0"/>
                      </a:endParaRPr>
                    </a:p>
                  </a:txBody>
                  <a:tcPr marL="60998" marR="6777" marT="6777" marB="0" anchor="ctr"/>
                </a:tc>
                <a:extLst>
                  <a:ext uri="{0D108BD9-81ED-4DB2-BD59-A6C34878D82A}">
                    <a16:rowId xmlns:a16="http://schemas.microsoft.com/office/drawing/2014/main" val="2097528208"/>
                  </a:ext>
                </a:extLst>
              </a:tr>
              <a:tr h="407636">
                <a:tc vMerge="1">
                  <a:txBody>
                    <a:bodyPr/>
                    <a:lstStyle/>
                    <a:p>
                      <a:pPr algn="ctr" rtl="0" fontAlgn="ctr">
                        <a:buNone/>
                      </a:pPr>
                      <a:endParaRPr lang="en-US" sz="1000" u="none" strike="noStrike">
                        <a:effectLst/>
                      </a:endParaRPr>
                    </a:p>
                  </a:txBody>
                  <a:tcPr marL="6777" marR="6777" marT="6777" marB="0" anchor="ctr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i="0" u="none" strike="noStrike">
                          <a:solidFill>
                            <a:srgbClr val="181818"/>
                          </a:solidFill>
                          <a:effectLst/>
                          <a:latin typeface="Ericsson Hilda" panose="00000500000000000000" pitchFamily="2" charset="0"/>
                        </a:rPr>
                        <a:t>Better Throughput performance when connecting to 3UK MOCN nodes. This relates with the higher NR TDD utilization</a:t>
                      </a:r>
                    </a:p>
                  </a:txBody>
                  <a:tcPr marL="60998" marR="6777" marT="6777" marB="0" anchor="ctr"/>
                </a:tc>
                <a:tc>
                  <a:txBody>
                    <a:bodyPr/>
                    <a:lstStyle/>
                    <a:p>
                      <a:pPr algn="l" rtl="0" fontAlgn="ctr">
                        <a:buNone/>
                      </a:pPr>
                      <a:endParaRPr lang="en-US" sz="1200" b="0" i="0" u="none" strike="noStrike">
                        <a:solidFill>
                          <a:srgbClr val="181818"/>
                        </a:solidFill>
                        <a:effectLst/>
                        <a:latin typeface="Ericsson Hilda" panose="00000500000000000000" pitchFamily="2" charset="0"/>
                      </a:endParaRPr>
                    </a:p>
                  </a:txBody>
                  <a:tcPr marL="60998" marR="6777" marT="6777" marB="0" anchor="ctr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u="none" strike="noStrike" dirty="0">
                          <a:effectLst/>
                        </a:rPr>
                        <a:t>FDTT and FDFS DL&amp;UL Throughput</a:t>
                      </a:r>
                      <a:endParaRPr lang="en-US" sz="1200" b="0" i="0" u="none" strike="noStrike" dirty="0">
                        <a:solidFill>
                          <a:srgbClr val="181818"/>
                        </a:solidFill>
                        <a:effectLst/>
                        <a:latin typeface="Ericsson Hilda" panose="00000500000000000000" pitchFamily="2" charset="0"/>
                      </a:endParaRPr>
                    </a:p>
                  </a:txBody>
                  <a:tcPr marL="60998" marR="6777" marT="6777" marB="0" anchor="ctr"/>
                </a:tc>
                <a:extLst>
                  <a:ext uri="{0D108BD9-81ED-4DB2-BD59-A6C34878D82A}">
                    <a16:rowId xmlns:a16="http://schemas.microsoft.com/office/drawing/2014/main" val="2000937595"/>
                  </a:ext>
                </a:extLst>
              </a:tr>
            </a:tbl>
          </a:graphicData>
        </a:graphic>
      </p:graphicFrame>
      <p:sp>
        <p:nvSpPr>
          <p:cNvPr id="4" name="TextBox 3">
            <a:extLst>
              <a:ext uri="{FF2B5EF4-FFF2-40B4-BE49-F238E27FC236}">
                <a16:creationId xmlns:a16="http://schemas.microsoft.com/office/drawing/2014/main" id="{05902FAD-7E06-3A1D-CB2A-3D5D0CBE8010}"/>
              </a:ext>
            </a:extLst>
          </p:cNvPr>
          <p:cNvSpPr txBox="1"/>
          <p:nvPr/>
        </p:nvSpPr>
        <p:spPr>
          <a:xfrm>
            <a:off x="304178" y="6268819"/>
            <a:ext cx="11458575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buNone/>
            </a:pPr>
            <a:r>
              <a:rPr lang="en-US" sz="1400" i="1" dirty="0"/>
              <a:t>(*) In 2025 Q4 Vodafone core is CISCO CORE (as in 2025 Q2) and in 2025 Q3 it was COSMOS ERICSSON</a:t>
            </a:r>
          </a:p>
        </p:txBody>
      </p:sp>
    </p:spTree>
    <p:custDataLst>
      <p:custData r:id="rId1"/>
      <p:custData r:id="rId2"/>
    </p:custDataLst>
    <p:extLst>
      <p:ext uri="{BB962C8B-B14F-4D97-AF65-F5344CB8AC3E}">
        <p14:creationId xmlns:p14="http://schemas.microsoft.com/office/powerpoint/2010/main" val="1399366955"/>
      </p:ext>
    </p:extLst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EMPLAFYSLIDEID" val="638863366143576487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EMPLAFYSLIDEID" val="638778058275164243"/>
</p:tagLst>
</file>

<file path=ppt/theme/theme1.xml><?xml version="1.0" encoding="utf-8"?>
<a:theme xmlns:a="http://schemas.openxmlformats.org/drawingml/2006/main" name="PresentationTemplate2025">
  <a:themeElements>
    <a:clrScheme name="Ericsson">
      <a:dk1>
        <a:srgbClr val="181818"/>
      </a:dk1>
      <a:lt1>
        <a:srgbClr val="FFFFFF"/>
      </a:lt1>
      <a:dk2>
        <a:srgbClr val="181818"/>
      </a:dk2>
      <a:lt2>
        <a:srgbClr val="E0E0E0"/>
      </a:lt2>
      <a:accent1>
        <a:srgbClr val="1174E6"/>
      </a:accent1>
      <a:accent2>
        <a:srgbClr val="23969A"/>
      </a:accent2>
      <a:accent3>
        <a:srgbClr val="976CF4"/>
      </a:accent3>
      <a:accent4>
        <a:srgbClr val="FAD22D"/>
      </a:accent4>
      <a:accent5>
        <a:srgbClr val="E66E19"/>
      </a:accent5>
      <a:accent6>
        <a:srgbClr val="E65D6A"/>
      </a:accent6>
      <a:hlink>
        <a:srgbClr val="0082F0"/>
      </a:hlink>
      <a:folHlink>
        <a:srgbClr val="040969"/>
      </a:folHlink>
    </a:clrScheme>
    <a:fontScheme name="Ericsson">
      <a:majorFont>
        <a:latin typeface="Ericsson Hilda Light"/>
        <a:ea typeface=""/>
        <a:cs typeface=""/>
      </a:majorFont>
      <a:minorFont>
        <a:latin typeface="Ericsson Hilda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ln>
          <a:noFill/>
        </a:ln>
      </a:spPr>
      <a:bodyPr rtlCol="0" anchor="ctr"/>
      <a:lstStyle>
        <a:defPPr algn="ctr">
          <a:spcBef>
            <a:spcPts val="800"/>
          </a:spcBef>
          <a:defRPr dirty="0" err="1" smtClean="0"/>
        </a:defPPr>
      </a:lstStyle>
      <a:style>
        <a:lnRef idx="2">
          <a:schemeClr val="accent1">
            <a:shade val="15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 bwMode="auto">
        <a:solidFill>
          <a:schemeClr val="accent1"/>
        </a:solidFill>
        <a:ln w="12700" cap="flat" cmpd="sng" algn="ctr">
          <a:solidFill>
            <a:schemeClr val="tx1"/>
          </a:solidFill>
          <a:prstDash val="solid"/>
          <a:round/>
          <a:headEnd type="none" w="med" len="med"/>
          <a:tailEnd type="none"/>
        </a:ln>
        <a:effectLst/>
      </a:spPr>
      <a:bodyPr/>
      <a:lstStyle/>
    </a:lnDef>
    <a:txDef>
      <a:spPr/>
      <a:bodyPr vert="horz" wrap="square" lIns="72000" tIns="36000" rIns="72000" bIns="36000" rtlCol="0" anchor="t">
        <a:noAutofit/>
      </a:bodyPr>
      <a:lstStyle>
        <a:defPPr marR="0" algn="l" defTabSz="914400" rtl="0" eaLnBrk="1" fontAlgn="base" latinLnBrk="0" hangingPunct="1">
          <a:lnSpc>
            <a:spcPct val="100000"/>
          </a:lnSpc>
          <a:spcBef>
            <a:spcPts val="800"/>
          </a:spcBef>
          <a:spcAft>
            <a:spcPct val="0"/>
          </a:spcAft>
          <a:buClrTx/>
          <a:buSzTx/>
          <a:tabLst/>
          <a:defRPr kumimoji="0" sz="2000" b="0" i="0" u="none" strike="noStrike" kern="1000" cap="none" spc="-30" normalizeH="0" baseline="0" noProof="0" dirty="0" err="1">
            <a:ln>
              <a:noFill/>
            </a:ln>
            <a:solidFill>
              <a:schemeClr val="tx1"/>
            </a:solidFill>
            <a:effectLst/>
            <a:uLnTx/>
            <a:uFillTx/>
            <a:latin typeface="+mn-lt"/>
            <a:ea typeface="+mn-ea"/>
            <a:cs typeface="+mn-cs"/>
          </a:defRPr>
        </a:defPPr>
      </a:lstStyle>
    </a:txDef>
  </a:objectDefaults>
  <a:extraClrSchemeLst>
    <a:extraClrScheme>
      <a:clrScheme name="Landscape2009 1">
        <a:dk1>
          <a:srgbClr val="58585A"/>
        </a:dk1>
        <a:lt1>
          <a:srgbClr val="FFFFFF"/>
        </a:lt1>
        <a:dk2>
          <a:srgbClr val="00285E"/>
        </a:dk2>
        <a:lt2>
          <a:srgbClr val="B1B3B4"/>
        </a:lt2>
        <a:accent1>
          <a:srgbClr val="89BA17"/>
        </a:accent1>
        <a:accent2>
          <a:srgbClr val="F08A00"/>
        </a:accent2>
        <a:accent3>
          <a:srgbClr val="FFFFFF"/>
        </a:accent3>
        <a:accent4>
          <a:srgbClr val="4A4A4C"/>
        </a:accent4>
        <a:accent5>
          <a:srgbClr val="C4D9AB"/>
        </a:accent5>
        <a:accent6>
          <a:srgbClr val="D97D00"/>
        </a:accent6>
        <a:hlink>
          <a:srgbClr val="00A9D4"/>
        </a:hlink>
        <a:folHlink>
          <a:srgbClr val="00625F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  <a:custClrLst>
    <a:custClr name="Dark blue ">
      <a:srgbClr val="000082"/>
    </a:custClr>
    <a:custClr name="Blue">
      <a:srgbClr val="1174E6"/>
    </a:custClr>
    <a:custClr name="Light blue">
      <a:srgbClr val="D6E2F5"/>
    </a:custClr>
    <a:custClr name="Dark purple">
      <a:srgbClr val="2D2049"/>
    </a:custClr>
    <a:custClr name="Purple">
      <a:srgbClr val="976CF4"/>
    </a:custClr>
    <a:custClr name="Light purple">
      <a:srgbClr val="E0D3FC"/>
    </a:custClr>
    <a:custClr name="Color has no name">
      <a:srgbClr val="FFFFFF"/>
    </a:custClr>
    <a:custClr name="Color has no name">
      <a:srgbClr val="FFFFFF"/>
    </a:custClr>
    <a:custClr name="Color has no name">
      <a:srgbClr val="FFFFFF"/>
    </a:custClr>
    <a:custClr name="Color has no name">
      <a:srgbClr val="FFFFFF"/>
    </a:custClr>
    <a:custClr name="Dark teal">
      <a:srgbClr val="0B2D2E"/>
    </a:custClr>
    <a:custClr name="Teal">
      <a:srgbClr val="23969A"/>
    </a:custClr>
    <a:custClr name="Light teal">
      <a:srgbClr val="BDE0E1"/>
    </a:custClr>
    <a:custClr name="Dark coral">
      <a:srgbClr val="3C2121"/>
    </a:custClr>
    <a:custClr name="Coral">
      <a:srgbClr val="E65D6A"/>
    </a:custClr>
    <a:custClr name="Light coral">
      <a:srgbClr val="EFD4D3"/>
    </a:custClr>
    <a:custClr name="Color has no name">
      <a:srgbClr val="FFFFFF"/>
    </a:custClr>
    <a:custClr name="Color has no name">
      <a:srgbClr val="FFFFFF"/>
    </a:custClr>
    <a:custClr name="Color has no name">
      <a:srgbClr val="FFFFFF"/>
    </a:custClr>
    <a:custClr name="Color has no name">
      <a:srgbClr val="FFFFFF"/>
    </a:custClr>
    <a:custClr name="Red">
      <a:srgbClr val="C52A32"/>
    </a:custClr>
    <a:custClr name="Orange">
      <a:srgbClr val="E66E19"/>
    </a:custClr>
    <a:custClr name="Yellow">
      <a:srgbClr val="FAD22D"/>
    </a:custClr>
    <a:custClr name="Color has no name">
      <a:srgbClr val="FFFFFF"/>
    </a:custClr>
    <a:custClr name="Color has no name">
      <a:srgbClr val="FFFFFF"/>
    </a:custClr>
    <a:custClr name="Color has no name">
      <a:srgbClr val="FFFFFF"/>
    </a:custClr>
    <a:custClr name="Color has no name">
      <a:srgbClr val="FFFFFF"/>
    </a:custClr>
    <a:custClr name="Color has no name">
      <a:srgbClr val="FFFFFF"/>
    </a:custClr>
    <a:custClr name="Color has no name">
      <a:srgbClr val="FFFFFF"/>
    </a:custClr>
    <a:custClr name="Color has no name">
      <a:srgbClr val="FFFFFF"/>
    </a:custClr>
    <a:custClr name="Black">
      <a:srgbClr val="000000"/>
    </a:custClr>
    <a:custClr name="Grey 1">
      <a:srgbClr val="242424"/>
    </a:custClr>
    <a:custClr name="Grey 2">
      <a:srgbClr val="767676"/>
    </a:custClr>
    <a:custClr name="Grey 3">
      <a:srgbClr val="A0A0A0"/>
    </a:custClr>
    <a:custClr name="Grey 4">
      <a:srgbClr val="E0E0E0"/>
    </a:custClr>
    <a:custClr name="Grey 5">
      <a:srgbClr val="F2F2F2"/>
    </a:custClr>
    <a:custClr name="White">
      <a:srgbClr val="FFFFFF"/>
    </a:custClr>
  </a:custClrLst>
  <a:extLst>
    <a:ext uri="{05A4C25C-085E-4340-85A3-A5531E510DB2}">
      <thm15:themeFamily xmlns:thm15="http://schemas.microsoft.com/office/thememl/2012/main" name="PresentationTemplate2017.potx" id="{775AD81A-0AF6-45CB-889B-779F764C8091}" vid="{622262D2-9439-4A46-819E-379D679C1385}"/>
    </a:ext>
  </a:extLst>
</a:theme>
</file>

<file path=ppt/theme/theme2.xml><?xml version="1.0" encoding="utf-8"?>
<a:theme xmlns:a="http://schemas.openxmlformats.org/drawingml/2006/main" name="1_PresentationTemplate2021">
  <a:themeElements>
    <a:clrScheme name="Ericsson">
      <a:dk1>
        <a:srgbClr val="181818"/>
      </a:dk1>
      <a:lt1>
        <a:srgbClr val="FFFFFF"/>
      </a:lt1>
      <a:dk2>
        <a:srgbClr val="181818"/>
      </a:dk2>
      <a:lt2>
        <a:srgbClr val="E0E0E0"/>
      </a:lt2>
      <a:accent1>
        <a:srgbClr val="0082F0"/>
      </a:accent1>
      <a:accent2>
        <a:srgbClr val="0FC373"/>
      </a:accent2>
      <a:accent3>
        <a:srgbClr val="AF78D2"/>
      </a:accent3>
      <a:accent4>
        <a:srgbClr val="FAD22D"/>
      </a:accent4>
      <a:accent5>
        <a:srgbClr val="FF8C0A"/>
      </a:accent5>
      <a:accent6>
        <a:srgbClr val="FF3232"/>
      </a:accent6>
      <a:hlink>
        <a:srgbClr val="0082F0"/>
      </a:hlink>
      <a:folHlink>
        <a:srgbClr val="040969"/>
      </a:folHlink>
    </a:clrScheme>
    <a:fontScheme name="Ericsson">
      <a:majorFont>
        <a:latin typeface="Ericsson Hilda Light"/>
        <a:ea typeface=""/>
        <a:cs typeface=""/>
      </a:majorFont>
      <a:minorFont>
        <a:latin typeface="Ericsson Hilda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solidFill>
          <a:schemeClr val="accent1"/>
        </a:solidFill>
        <a:ln w="12700" cap="flat" cmpd="sng" algn="ctr">
          <a:noFill/>
          <a:prstDash val="solid"/>
          <a:round/>
          <a:headEnd type="none" w="med" len="med"/>
          <a:tailEnd type="none" w="med" len="med"/>
        </a:ln>
        <a:effectLst/>
      </a:spPr>
      <a:bodyPr rot="0" spcFirstLastPara="0" vertOverflow="overflow" horzOverflow="overflow" vert="horz" wrap="square" lIns="72000" tIns="36000" rIns="73152" bIns="36576" numCol="1" spcCol="0" rtlCol="0" fromWordArt="0" anchor="t" anchorCtr="0" forceAA="0" compatLnSpc="1">
        <a:prstTxWarp prst="textNoShape">
          <a:avLst/>
        </a:prstTxWarp>
        <a:noAutofit/>
      </a:bodyPr>
      <a:lstStyle>
        <a:defPPr marL="180000" indent="-180000" algn="l">
          <a:spcBef>
            <a:spcPts val="800"/>
          </a:spcBef>
          <a:buFont typeface="Ericsson Hilda" panose="00000500000000000000" pitchFamily="2" charset="0"/>
          <a:buChar char="●"/>
          <a:defRPr dirty="0" err="1" smtClean="0">
            <a:solidFill>
              <a:srgbClr val="FFFFFF"/>
            </a:solidFill>
            <a:latin typeface="+mn-lt"/>
          </a:defRPr>
        </a:defPPr>
      </a:lstStyle>
    </a:spDef>
    <a:lnDef>
      <a:spPr bwMode="auto">
        <a:solidFill>
          <a:schemeClr val="accent1"/>
        </a:solidFill>
        <a:ln w="12700" cap="flat" cmpd="sng" algn="ctr">
          <a:solidFill>
            <a:schemeClr val="tx1"/>
          </a:solidFill>
          <a:prstDash val="solid"/>
          <a:round/>
          <a:headEnd type="none" w="med" len="med"/>
          <a:tailEnd type="none"/>
        </a:ln>
        <a:effectLst/>
      </a:spPr>
      <a:bodyPr/>
      <a:lstStyle/>
    </a:lnDef>
    <a:txDef>
      <a:spPr/>
      <a:bodyPr vert="horz" wrap="square" lIns="72000" tIns="36000" rIns="72000" bIns="36000" rtlCol="0" anchor="t">
        <a:noAutofit/>
      </a:bodyPr>
      <a:lstStyle>
        <a:defPPr marL="180000" marR="0" indent="-180000" algn="l" defTabSz="914400" rtl="0" eaLnBrk="1" fontAlgn="base" latinLnBrk="0" hangingPunct="1">
          <a:lnSpc>
            <a:spcPct val="100000"/>
          </a:lnSpc>
          <a:spcBef>
            <a:spcPts val="800"/>
          </a:spcBef>
          <a:spcAft>
            <a:spcPct val="0"/>
          </a:spcAft>
          <a:buClrTx/>
          <a:buSzTx/>
          <a:buFont typeface="Ericsson Hilda" panose="00000500000000000000" pitchFamily="2" charset="0"/>
          <a:buChar char="●"/>
          <a:tabLst/>
          <a:defRPr kumimoji="0" sz="2000" b="0" i="0" u="none" strike="noStrike" kern="1000" cap="none" spc="-30" normalizeH="0" baseline="0" noProof="0" dirty="0" smtClean="0">
            <a:ln>
              <a:noFill/>
            </a:ln>
            <a:solidFill>
              <a:schemeClr val="tx1"/>
            </a:solidFill>
            <a:effectLst/>
            <a:uLnTx/>
            <a:uFillTx/>
            <a:latin typeface="Ericsson Hilda"/>
            <a:ea typeface="+mn-ea"/>
            <a:cs typeface="+mn-cs"/>
          </a:defRPr>
        </a:defPPr>
      </a:lstStyle>
    </a:txDef>
  </a:objectDefaults>
  <a:extraClrSchemeLst>
    <a:extraClrScheme>
      <a:clrScheme name="Landscape2009 1">
        <a:dk1>
          <a:srgbClr val="58585A"/>
        </a:dk1>
        <a:lt1>
          <a:srgbClr val="FFFFFF"/>
        </a:lt1>
        <a:dk2>
          <a:srgbClr val="00285E"/>
        </a:dk2>
        <a:lt2>
          <a:srgbClr val="B1B3B4"/>
        </a:lt2>
        <a:accent1>
          <a:srgbClr val="89BA17"/>
        </a:accent1>
        <a:accent2>
          <a:srgbClr val="F08A00"/>
        </a:accent2>
        <a:accent3>
          <a:srgbClr val="FFFFFF"/>
        </a:accent3>
        <a:accent4>
          <a:srgbClr val="4A4A4C"/>
        </a:accent4>
        <a:accent5>
          <a:srgbClr val="C4D9AB"/>
        </a:accent5>
        <a:accent6>
          <a:srgbClr val="D97D00"/>
        </a:accent6>
        <a:hlink>
          <a:srgbClr val="00A9D4"/>
        </a:hlink>
        <a:folHlink>
          <a:srgbClr val="00625F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  <a:custClrLst>
    <a:custClr name="Primary Ericsson Blue 1">
      <a:srgbClr val="000082"/>
    </a:custClr>
    <a:custClr name="Primary Ericsson Blue 2">
      <a:srgbClr val="0050CA"/>
    </a:custClr>
    <a:custClr name="Primary Ericsson Blue">
      <a:srgbClr val="0082F0"/>
    </a:custClr>
    <a:custClr name="Primary Ericsson Blue 3">
      <a:srgbClr val="48A8FA"/>
    </a:custClr>
    <a:custClr name="Primary Ericsson Blue 4">
      <a:srgbClr val="85CCFF"/>
    </a:custClr>
    <a:custClr name="Secondary Ericsson Green">
      <a:srgbClr val="0FC373"/>
    </a:custClr>
    <a:custClr name="Secondary Ericsson Purple">
      <a:srgbClr val="AF78D2"/>
    </a:custClr>
    <a:custClr name="Secondary Ericsson Yellow">
      <a:srgbClr val="FAD22D"/>
    </a:custClr>
    <a:custClr name="Secondary Ericsson Orange">
      <a:srgbClr val="FF8C0A"/>
    </a:custClr>
    <a:custClr name="Secondary Ericsson Red">
      <a:srgbClr val="FF3232"/>
    </a:custClr>
    <a:custClr name="Secondary Ericsson Black">
      <a:srgbClr val="000000"/>
    </a:custClr>
    <a:custClr name="Secondary Ericsson Gray 1">
      <a:srgbClr val="242424"/>
    </a:custClr>
    <a:custClr name="Secondary Ericsson Gray 2">
      <a:srgbClr val="767676"/>
    </a:custClr>
    <a:custClr name="Secondary Ericsson Gray 3">
      <a:srgbClr val="A0A0A0"/>
    </a:custClr>
    <a:custClr name="Secondary Ericsson Gray 4">
      <a:srgbClr val="E0E0E0"/>
    </a:custClr>
    <a:custClr name="Secondary Ericsson Gray 5">
      <a:srgbClr val="F2F2F2"/>
    </a:custClr>
    <a:custClr name="Secondary Ericsson White">
      <a:srgbClr val="FFFFFF"/>
    </a:custClr>
  </a:custClrLst>
  <a:extLst>
    <a:ext uri="{05A4C25C-085E-4340-85A3-A5531E510DB2}">
      <thm15:themeFamily xmlns:thm15="http://schemas.microsoft.com/office/thememl/2012/main" name="PresentationTemplate2017.potx" id="{775AD81A-0AF6-45CB-889B-779F764C8091}" vid="{622262D2-9439-4A46-819E-379D679C1385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_rels/item4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4.xml"/></Relationships>
</file>

<file path=customXml/_rels/item5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5.xml"/></Relationships>
</file>

<file path=customXml/_rels/item6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6.xml"/></Relationships>
</file>

<file path=customXml/_rels/item7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7.xml"/></Relationships>
</file>

<file path=customXml/_rels/item8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8.xml"/></Relationships>
</file>

<file path=customXml/_rels/item9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9.xml"/></Relationships>
</file>

<file path=customXml/_rels/item10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0.xml"/></Relationships>
</file>

<file path=customXml/_rels/item1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1.xml"/></Relationships>
</file>

<file path=customXml/_rels/item1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2.xml"/></Relationships>
</file>

<file path=customXml/_rels/item1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3.xml"/></Relationships>
</file>

<file path=customXml/_rels/item14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4.xml"/></Relationships>
</file>

<file path=customXml/_rels/item15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5.xml"/></Relationships>
</file>

<file path=customXml/_rels/item16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6.xml"/></Relationships>
</file>

<file path=customXml/_rels/item17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7.xml"/></Relationships>
</file>

<file path=customXml/_rels/item18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8.xml"/></Relationships>
</file>

<file path=customXml/_rels/item19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9.xml"/></Relationships>
</file>

<file path=customXml/item1.xml><?xml version="1.0" encoding="utf-8"?>
<TemplafySlideTemplateConfiguration><![CDATA[{"documentContentValidatorConfiguration":{"enableDocumentContentValidator":false,"documentContentValidatorVersion":0},"elementsMetadata":[],"slideId":"637661701761217959","enableDocumentContentUpdater":true,"version":"1.9"}]]></TemplafySlideTemplateConfiguration>
</file>

<file path=customXml/item2.xml><?xml version="1.0" encoding="utf-8"?>
<TemplafySlideTemplateConfiguration><![CDATA[{"documentContentValidatorConfiguration":{"enableDocumentContentValidator":false,"documentContentValidatorVersion":0},"elementsMetadata":[],"slideId":"637661701761217959","enableDocumentContentUpdater":true,"version":"1.9"}]]></TemplafySlideTemplateConfiguration>
</file>

<file path=customXml/item3.xml><?xml version="1.0" encoding="utf-8"?>
<TemplafySlideTemplateConfiguration><![CDATA[{"documentContentValidatorConfiguration":{"enableDocumentContentValidator":false,"documentContentValidatorVersion":0},"elementsMetadata":[],"slideId":"637661701761217959","enableDocumentContentUpdater":true,"version":"1.9"}]]></TemplafySlideTemplateConfiguration>
</file>

<file path=customXml/item4.xml><?xml version="1.0" encoding="utf-8"?>
<TemplafySlideFormConfiguration><![CDATA[{"formFields":[],"formDataEntries":[]}]]></TemplafySlideFormConfiguration>
</file>

<file path=customXml/item5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6.xml><?xml version="1.0" encoding="utf-8"?>
<TemplafySlideTemplateConfiguration><![CDATA[{"documentContentValidatorConfiguration":{"enableDocumentContentValidator":false,"documentContentValidatorVersion":0},"elementsMetadata":[],"slideId":"637661701761217959","enableDocumentContentUpdater":true,"version":"1.9"}]]></TemplafySlideTemplateConfiguration>
</file>

<file path=customXml/item7.xml><?xml version="1.0" encoding="utf-8"?>
<TemplafySlideTemplateConfiguration><![CDATA[{"documentContentValidatorConfiguration":{"enableDocumentContentValidator":false,"documentContentValidatorVersion":0},"elementsMetadata":[],"slideId":"637661701761217959","enableDocumentContentUpdater":true,"version":"1.9"}]]></TemplafySlideTemplateConfiguration>
</file>

<file path=customXml/item8.xml><?xml version="1.0" encoding="utf-8"?>
<TemplafySlideFormConfiguration><![CDATA[{"formFields":[],"formDataEntries":[]}]]></TemplafySlideFormConfiguration>
</file>

<file path=customXml/item9.xml><?xml version="1.0" encoding="utf-8"?>
<TemplafySlideTemplateConfiguration><![CDATA[{"documentContentValidatorConfiguration":{"enableDocumentContentValidator":false,"documentContentValidatorVersion":0},"elementsMetadata":[],"slideId":"637661701761217959","enableDocumentContentUpdater":true,"version":"1.9"}]]></TemplafySlideTemplateConfiguration>
</file>

<file path=customXml/item10.xml><?xml version="1.0" encoding="utf-8"?>
<ct:contentTypeSchema xmlns:ct="http://schemas.microsoft.com/office/2006/metadata/contentType" xmlns:ma="http://schemas.microsoft.com/office/2006/metadata/properties/metaAttributes" ct:_="" ma:_="" ma:contentTypeName="Documento" ma:contentTypeID="0x01010093E8D57ECA48EA49A8079FF7BA4D8434" ma:contentTypeVersion="14" ma:contentTypeDescription="Crear nuevo documento." ma:contentTypeScope="" ma:versionID="63c20a81180abc05dcc77631795f2f6d">
  <xsd:schema xmlns:xsd="http://www.w3.org/2001/XMLSchema" xmlns:xs="http://www.w3.org/2001/XMLSchema" xmlns:p="http://schemas.microsoft.com/office/2006/metadata/properties" xmlns:ns2="77fde15d-2397-485e-b73a-86b486d76ed9" xmlns:ns3="bcef248d-09fe-4034-af42-7800fb0b4c07" targetNamespace="http://schemas.microsoft.com/office/2006/metadata/properties" ma:root="true" ma:fieldsID="c568fcd95f5d4d3e7cd3fb2956348a08" ns2:_="" ns3:_="">
    <xsd:import namespace="77fde15d-2397-485e-b73a-86b486d76ed9"/>
    <xsd:import namespace="bcef248d-09fe-4034-af42-7800fb0b4c07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SearchProperties" minOccurs="0"/>
                <xsd:element ref="ns2:MediaServiceDateTaken" minOccurs="0"/>
                <xsd:element ref="ns2:MediaServiceGenerationTime" minOccurs="0"/>
                <xsd:element ref="ns2:MediaServiceEventHashCode" minOccurs="0"/>
                <xsd:element ref="ns2:MediaLengthInSeconds" minOccurs="0"/>
                <xsd:element ref="ns2:lcf76f155ced4ddcb4097134ff3c332f" minOccurs="0"/>
                <xsd:element ref="ns3:TaxCatchAll" minOccurs="0"/>
                <xsd:element ref="ns2:MediaServiceOCR" minOccurs="0"/>
                <xsd:element ref="ns2:MediaServiceBillingMetadata" minOccurs="0"/>
                <xsd:element ref="ns2:_Flow_SignoffStatus" minOccurs="0"/>
                <xsd:element ref="ns2:MediaServiceLocation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7fde15d-2397-485e-b73a-86b486d76ed9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0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DateTaken" ma:index="11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ServiceGenerationTime" ma:index="12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3" nillable="true" ma:displayName="MediaServiceEventHashCode" ma:hidden="true" ma:internalName="MediaServiceEventHashCode" ma:readOnly="true">
      <xsd:simpleType>
        <xsd:restriction base="dms:Text"/>
      </xsd:simpleType>
    </xsd:element>
    <xsd:element name="MediaLengthInSeconds" ma:index="14" nillable="true" ma:displayName="MediaLengthInSeconds" ma:hidden="true" ma:internalName="MediaLengthInSeconds" ma:readOnly="true">
      <xsd:simpleType>
        <xsd:restriction base="dms:Unknown"/>
      </xsd:simpleType>
    </xsd:element>
    <xsd:element name="lcf76f155ced4ddcb4097134ff3c332f" ma:index="16" nillable="true" ma:taxonomy="true" ma:internalName="lcf76f155ced4ddcb4097134ff3c332f" ma:taxonomyFieldName="MediaServiceImageTags" ma:displayName="Etiquetas de imagen" ma:readOnly="false" ma:fieldId="{5cf76f15-5ced-4ddc-b409-7134ff3c332f}" ma:taxonomyMulti="true" ma:sspId="c3d31b72-c4b9-4223-ac69-1d9539891dc8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OCR" ma:index="18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BillingMetadata" ma:index="19" nillable="true" ma:displayName="MediaServiceBillingMetadata" ma:hidden="true" ma:internalName="MediaServiceBillingMetadata" ma:readOnly="true">
      <xsd:simpleType>
        <xsd:restriction base="dms:Note"/>
      </xsd:simpleType>
    </xsd:element>
    <xsd:element name="_Flow_SignoffStatus" ma:index="20" nillable="true" ma:displayName="Estado de aprobación" ma:internalName="_x0024_Resources_x003a_core_x002c_Signoff_Status">
      <xsd:simpleType>
        <xsd:restriction base="dms:Text"/>
      </xsd:simpleType>
    </xsd:element>
    <xsd:element name="MediaServiceLocation" ma:index="21" nillable="true" ma:displayName="Location" ma:indexed="true" ma:internalName="MediaServiceLocation" ma:readOnly="tru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bcef248d-09fe-4034-af42-7800fb0b4c07" elementFormDefault="qualified">
    <xsd:import namespace="http://schemas.microsoft.com/office/2006/documentManagement/types"/>
    <xsd:import namespace="http://schemas.microsoft.com/office/infopath/2007/PartnerControls"/>
    <xsd:element name="TaxCatchAll" ma:index="17" nillable="true" ma:displayName="Taxonomy Catch All Column" ma:hidden="true" ma:list="{1248a8f7-3163-4cda-ba50-6dab87801a0e}" ma:internalName="TaxCatchAll" ma:showField="CatchAllData" ma:web="bcef248d-09fe-4034-af42-7800fb0b4c07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Tipo de contenido"/>
        <xsd:element ref="dc:title" minOccurs="0" maxOccurs="1" ma:index="4" ma:displayName="Título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11.xml><?xml version="1.0" encoding="utf-8"?>
<TemplafySlideFormConfiguration><![CDATA[{"formFields":[],"formDataEntries":[]}]]></TemplafySlideFormConfiguration>
</file>

<file path=customXml/item12.xml><?xml version="1.0" encoding="utf-8"?>
<TemplafySlideFormConfiguration><![CDATA[{"formFields":[],"formDataEntries":[]}]]></TemplafySlideFormConfiguration>
</file>

<file path=customXml/item13.xml><?xml version="1.0" encoding="utf-8"?>
<TemplafySlideFormConfiguration><![CDATA[{"formFields":[],"formDataEntries":[]}]]></TemplafySlideFormConfiguration>
</file>

<file path=customXml/item14.xml><?xml version="1.0" encoding="utf-8"?>
<TemplafySlideFormConfiguration><![CDATA[{"formFields":[],"formDataEntries":[]}]]></TemplafySlideFormConfiguration>
</file>

<file path=customXml/item15.xml><?xml version="1.0" encoding="utf-8"?>
<TemplafySlideFormConfiguration><![CDATA[{"formFields":[],"formDataEntries":[]}]]></TemplafySlideFormConfiguration>
</file>

<file path=customXml/item16.xml><?xml version="1.0" encoding="utf-8"?>
<TemplafySlideTemplateConfiguration><![CDATA[{"documentContentValidatorConfiguration":{"enableDocumentContentValidator":false,"documentContentValidatorVersion":0},"elementsMetadata":[],"slideId":"637661701761217959","enableDocumentContentUpdater":true,"version":"1.9"}]]></TemplafySlideTemplateConfiguration>
</file>

<file path=customXml/item17.xml><?xml version="1.0" encoding="utf-8"?>
<TemplafySlideTemplateConfiguration><![CDATA[{"documentContentValidatorConfiguration":{"enableDocumentContentValidator":false,"documentContentValidatorVersion":0},"elementsMetadata":[],"slideId":"637661701761217959","enableDocumentContentUpdater":true,"version":"1.9"}]]></TemplafySlideTemplateConfiguration>
</file>

<file path=customXml/item18.xml><?xml version="1.0" encoding="utf-8"?>
<TemplafySlideFormConfiguration><![CDATA[{"formFields":[],"formDataEntries":[]}]]></TemplafySlideFormConfiguration>
</file>

<file path=customXml/item19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TaxCatchAll xmlns="bcef248d-09fe-4034-af42-7800fb0b4c07" xsi:nil="true"/>
    <lcf76f155ced4ddcb4097134ff3c332f xmlns="77fde15d-2397-485e-b73a-86b486d76ed9">
      <Terms xmlns="http://schemas.microsoft.com/office/infopath/2007/PartnerControls"/>
    </lcf76f155ced4ddcb4097134ff3c332f>
    <_Flow_SignoffStatus xmlns="77fde15d-2397-485e-b73a-86b486d76ed9" xsi:nil="true"/>
  </documentManagement>
</p:properties>
</file>

<file path=customXml/itemProps1.xml><?xml version="1.0" encoding="utf-8"?>
<ds:datastoreItem xmlns:ds="http://schemas.openxmlformats.org/officeDocument/2006/customXml" ds:itemID="{F6CC31F5-13F1-4893-A918-27994DEE1E73}">
  <ds:schemaRefs/>
</ds:datastoreItem>
</file>

<file path=customXml/itemProps2.xml><?xml version="1.0" encoding="utf-8"?>
<ds:datastoreItem xmlns:ds="http://schemas.openxmlformats.org/officeDocument/2006/customXml" ds:itemID="{3E86842F-01DA-4AAB-AA56-9F0B2F496397}">
  <ds:schemaRefs/>
</ds:datastoreItem>
</file>

<file path=customXml/itemProps3.xml><?xml version="1.0" encoding="utf-8"?>
<ds:datastoreItem xmlns:ds="http://schemas.openxmlformats.org/officeDocument/2006/customXml" ds:itemID="{62D5B54B-6902-4F98-B23A-0118DB9EEDF4}">
  <ds:schemaRefs/>
</ds:datastoreItem>
</file>

<file path=customXml/itemProps4.xml><?xml version="1.0" encoding="utf-8"?>
<ds:datastoreItem xmlns:ds="http://schemas.openxmlformats.org/officeDocument/2006/customXml" ds:itemID="{BA1C3E13-54CF-4EC8-BFFC-847950BB2BA6}">
  <ds:schemaRefs/>
</ds:datastoreItem>
</file>

<file path=customXml/itemProps5.xml><?xml version="1.0" encoding="utf-8"?>
<ds:datastoreItem xmlns:ds="http://schemas.openxmlformats.org/officeDocument/2006/customXml" ds:itemID="{852C017A-4C71-4057-8850-0D69BC43C2C6}">
  <ds:schemaRefs>
    <ds:schemaRef ds:uri="http://schemas.microsoft.com/sharepoint/v3/contenttype/forms"/>
  </ds:schemaRefs>
</ds:datastoreItem>
</file>

<file path=customXml/itemProps6.xml><?xml version="1.0" encoding="utf-8"?>
<ds:datastoreItem xmlns:ds="http://schemas.openxmlformats.org/officeDocument/2006/customXml" ds:itemID="{772ABA4E-1FA2-4FC1-9A8A-C2C33BEC7DBE}">
  <ds:schemaRefs/>
</ds:datastoreItem>
</file>

<file path=customXml/itemProps7.xml><?xml version="1.0" encoding="utf-8"?>
<ds:datastoreItem xmlns:ds="http://schemas.openxmlformats.org/officeDocument/2006/customXml" ds:itemID="{7FC3D2F9-C978-4F6C-9B95-BEE6303453CA}">
  <ds:schemaRefs/>
</ds:datastoreItem>
</file>

<file path=customXml/itemProps8.xml><?xml version="1.0" encoding="utf-8"?>
<ds:datastoreItem xmlns:ds="http://schemas.openxmlformats.org/officeDocument/2006/customXml" ds:itemID="{F1A1DCA2-547F-4B90-BE36-91B9AB619C93}">
  <ds:schemaRefs/>
</ds:datastoreItem>
</file>

<file path=customXml/itemProps9.xml><?xml version="1.0" encoding="utf-8"?>
<ds:datastoreItem xmlns:ds="http://schemas.openxmlformats.org/officeDocument/2006/customXml" ds:itemID="{ADCE6D4E-881A-4F21-8F46-6A112A7EEBE1}">
  <ds:schemaRefs/>
</ds:datastoreItem>
</file>

<file path=customXml/itemProps10.xml><?xml version="1.0" encoding="utf-8"?>
<ds:datastoreItem xmlns:ds="http://schemas.openxmlformats.org/officeDocument/2006/customXml" ds:itemID="{7DEDA2BC-8275-4FBB-A28A-68D801E06E75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77fde15d-2397-485e-b73a-86b486d76ed9"/>
    <ds:schemaRef ds:uri="bcef248d-09fe-4034-af42-7800fb0b4c07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11.xml><?xml version="1.0" encoding="utf-8"?>
<ds:datastoreItem xmlns:ds="http://schemas.openxmlformats.org/officeDocument/2006/customXml" ds:itemID="{A87FB1B0-D223-4CF6-8EC4-E3E816F1CDBE}">
  <ds:schemaRefs/>
</ds:datastoreItem>
</file>

<file path=customXml/itemProps12.xml><?xml version="1.0" encoding="utf-8"?>
<ds:datastoreItem xmlns:ds="http://schemas.openxmlformats.org/officeDocument/2006/customXml" ds:itemID="{6AE2E849-5528-4C05-B1E8-DB80DA8BD7F1}">
  <ds:schemaRefs/>
</ds:datastoreItem>
</file>

<file path=customXml/itemProps13.xml><?xml version="1.0" encoding="utf-8"?>
<ds:datastoreItem xmlns:ds="http://schemas.openxmlformats.org/officeDocument/2006/customXml" ds:itemID="{0B924887-3FAA-4B8E-815F-481860E4E6AF}">
  <ds:schemaRefs/>
</ds:datastoreItem>
</file>

<file path=customXml/itemProps14.xml><?xml version="1.0" encoding="utf-8"?>
<ds:datastoreItem xmlns:ds="http://schemas.openxmlformats.org/officeDocument/2006/customXml" ds:itemID="{2A25ECD3-EA6C-4727-8DF2-5BDC9911D24C}">
  <ds:schemaRefs/>
</ds:datastoreItem>
</file>

<file path=customXml/itemProps15.xml><?xml version="1.0" encoding="utf-8"?>
<ds:datastoreItem xmlns:ds="http://schemas.openxmlformats.org/officeDocument/2006/customXml" ds:itemID="{D81E0773-B1DF-4187-B86B-A4CC89F4FFA3}">
  <ds:schemaRefs/>
</ds:datastoreItem>
</file>

<file path=customXml/itemProps16.xml><?xml version="1.0" encoding="utf-8"?>
<ds:datastoreItem xmlns:ds="http://schemas.openxmlformats.org/officeDocument/2006/customXml" ds:itemID="{D6A0B861-D97F-43C8-B3DF-13EB4CD7C21A}">
  <ds:schemaRefs/>
</ds:datastoreItem>
</file>

<file path=customXml/itemProps17.xml><?xml version="1.0" encoding="utf-8"?>
<ds:datastoreItem xmlns:ds="http://schemas.openxmlformats.org/officeDocument/2006/customXml" ds:itemID="{2E5DC17B-7CA5-47FA-BB10-51D0544A8F91}">
  <ds:schemaRefs/>
</ds:datastoreItem>
</file>

<file path=customXml/itemProps18.xml><?xml version="1.0" encoding="utf-8"?>
<ds:datastoreItem xmlns:ds="http://schemas.openxmlformats.org/officeDocument/2006/customXml" ds:itemID="{4F6381B7-CB4D-4A8E-AE8C-AD066D7465AA}">
  <ds:schemaRefs/>
</ds:datastoreItem>
</file>

<file path=customXml/itemProps19.xml><?xml version="1.0" encoding="utf-8"?>
<ds:datastoreItem xmlns:ds="http://schemas.openxmlformats.org/officeDocument/2006/customXml" ds:itemID="{11300D8C-1DE0-4C9A-86BB-17269E5D3C65}">
  <ds:schemaRefs>
    <ds:schemaRef ds:uri="http://www.w3.org/XML/1998/namespace"/>
    <ds:schemaRef ds:uri="http://purl.org/dc/elements/1.1/"/>
    <ds:schemaRef ds:uri="http://schemas.microsoft.com/office/2006/documentManagement/types"/>
    <ds:schemaRef ds:uri="http://schemas.microsoft.com/office/infopath/2007/PartnerControls"/>
    <ds:schemaRef ds:uri="http://purl.org/dc/dcmitype/"/>
    <ds:schemaRef ds:uri="http://purl.org/dc/terms/"/>
    <ds:schemaRef ds:uri="bcef248d-09fe-4034-af42-7800fb0b4c07"/>
    <ds:schemaRef ds:uri="http://schemas.openxmlformats.org/package/2006/metadata/core-properties"/>
    <ds:schemaRef ds:uri="77fde15d-2397-485e-b73a-86b486d76ed9"/>
    <ds:schemaRef ds:uri="http://schemas.microsoft.com/office/2006/metadata/properties"/>
  </ds:schemaRefs>
</ds:datastoreItem>
</file>

<file path=docMetadata/LabelInfo.xml><?xml version="1.0" encoding="utf-8"?>
<clbl:labelList xmlns:clbl="http://schemas.microsoft.com/office/2020/mipLabelMetadata">
  <clbl:label id="{92e84ceb-fbfd-47ab-be52-080c6b87953f}" enabled="0" method="" siteId="{92e84ceb-fbfd-47ab-be52-080c6b87953f}" removed="1"/>
</clbl:labelList>
</file>

<file path=docProps/app.xml><?xml version="1.0" encoding="utf-8"?>
<Properties xmlns="http://schemas.openxmlformats.org/officeDocument/2006/extended-properties" xmlns:vt="http://schemas.openxmlformats.org/officeDocument/2006/docPropsVTypes">
  <TotalTime>71</TotalTime>
  <Words>1945</Words>
  <Application>Microsoft Office PowerPoint</Application>
  <PresentationFormat>Widescreen</PresentationFormat>
  <Paragraphs>602</Paragraphs>
  <Slides>22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8</vt:i4>
      </vt:variant>
      <vt:variant>
        <vt:lpstr>Theme</vt:lpstr>
      </vt:variant>
      <vt:variant>
        <vt:i4>2</vt:i4>
      </vt:variant>
      <vt:variant>
        <vt:lpstr>Slide Titles</vt:lpstr>
      </vt:variant>
      <vt:variant>
        <vt:i4>22</vt:i4>
      </vt:variant>
    </vt:vector>
  </HeadingPairs>
  <TitlesOfParts>
    <vt:vector size="32" baseType="lpstr">
      <vt:lpstr>Aptos</vt:lpstr>
      <vt:lpstr>Aptos Narrow</vt:lpstr>
      <vt:lpstr>Ericsson Hilda</vt:lpstr>
      <vt:lpstr>Ericsson Hilda ExtraBold</vt:lpstr>
      <vt:lpstr>Ericsson Hilda ExtraLight</vt:lpstr>
      <vt:lpstr>Ericsson Hilda Light</vt:lpstr>
      <vt:lpstr>Ericsson Technical Icons</vt:lpstr>
      <vt:lpstr>Wingdings</vt:lpstr>
      <vt:lpstr>PresentationTemplate2025</vt:lpstr>
      <vt:lpstr>1_PresentationTemplate2021</vt:lpstr>
      <vt:lpstr>PowerPoint Presentation</vt:lpstr>
      <vt:lpstr>Executive Summary</vt:lpstr>
      <vt:lpstr>Netcheck Q4 scoring “Best network”. Drive city</vt:lpstr>
      <vt:lpstr>Score breakdown</vt:lpstr>
      <vt:lpstr>KPIs prioritization: gap Vodafone vs EE</vt:lpstr>
      <vt:lpstr>KPIs prioritization: gap Three vs EE</vt:lpstr>
      <vt:lpstr>7 cities analysis  Belfast, Bristol, Cardiff, Edinburgh, London, Leeds and Sheffield </vt:lpstr>
      <vt:lpstr>Completed Call Ratio</vt:lpstr>
      <vt:lpstr>Voice failures per Q/city </vt:lpstr>
      <vt:lpstr>Data failure</vt:lpstr>
      <vt:lpstr>Data failures - FDFS test </vt:lpstr>
      <vt:lpstr>POLQA AVG MOS (Multirab&amp;volte) </vt:lpstr>
      <vt:lpstr>POLQA AVG MOS (WhatsApp) </vt:lpstr>
      <vt:lpstr>POLQA &lt;1.6</vt:lpstr>
      <vt:lpstr>CST </vt:lpstr>
      <vt:lpstr>FDTT DL (7s)</vt:lpstr>
      <vt:lpstr>FDTT UL (7s)</vt:lpstr>
      <vt:lpstr>FDFS DL</vt:lpstr>
      <vt:lpstr>FDFS UL</vt:lpstr>
      <vt:lpstr>Interactivity</vt:lpstr>
      <vt:lpstr>Browsing </vt:lpstr>
      <vt:lpstr>Conclusions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Lucia Rey Fernandez</dc:creator>
  <cp:lastModifiedBy>Jaime Tur</cp:lastModifiedBy>
  <cp:revision>7</cp:revision>
  <dcterms:created xsi:type="dcterms:W3CDTF">2026-01-12T11:19:33Z</dcterms:created>
  <dcterms:modified xsi:type="dcterms:W3CDTF">2026-08-27T11:47:54Z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0x01010093E8D57ECA48EA49A8079FF7BA4D8434</vt:lpwstr>
  </property>
  <property fmtid="{D5CDD505-2E9C-101B-9397-08002B2CF9AE}" pid="3" name="MediaServiceImageTags">
    <vt:lpwstr/>
  </property>
</Properties>
</file>