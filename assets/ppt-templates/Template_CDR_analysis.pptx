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handoutMasterIdLst>
    <p:handoutMasterId r:id="rId23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60" autoAdjust="0"/>
    <p:restoredTop sz="94674"/>
  </p:normalViewPr>
  <p:slideViewPr>
    <p:cSldViewPr snapToGrid="0">
      <p:cViewPr varScale="1">
        <p:scale>
          <a:sx n="242" d="100"/>
          <a:sy n="242" d="100"/>
        </p:scale>
        <p:origin x="1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93" d="100"/>
          <a:sy n="193" d="100"/>
        </p:scale>
        <p:origin x="789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6BD25E9-3EE4-6315-19C7-2A541A7E63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13B43AF-08D0-5B95-FD9E-BDE35BF0369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9DB08-0204-FF45-B45D-D96F9C704D75}" type="datetimeFigureOut">
              <a:rPr lang="es-ES" smtClean="0"/>
              <a:t>28/9/26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606970-A43E-C27B-4C53-D78E9CC31E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EC56AC-B7E0-CB52-BD5D-82CAC487C3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E457C-3B9A-AF46-B684-DFBB9E6EDCF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01665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4" y="2121418"/>
            <a:ext cx="9766799" cy="2048048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329789"/>
            <a:ext cx="9766799" cy="843526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lang="en-US" sz="2400" b="0" kern="1400" spc="-160" baseline="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Description/subtitle/speaker… Ericsson Hilda Black 24pt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48622" y="5277365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5DE968A4-40EF-C7ED-628E-BC446E1808EC}"/>
              </a:ext>
            </a:extLst>
          </p:cNvPr>
          <p:cNvSpPr txBox="1"/>
          <p:nvPr userDrawn="1"/>
        </p:nvSpPr>
        <p:spPr>
          <a:xfrm>
            <a:off x="1749287" y="1530626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s-E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736" r:id="rId13"/>
    <p:sldLayoutId id="2147483737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D6A0B861-D97F-43C8-B3DF-13EB4CD7C21A}">
  <ds:schemaRefs/>
</ds:datastoreItem>
</file>

<file path=customXml/itemProps2.xml><?xml version="1.0" encoding="utf-8"?>
<ds:datastoreItem xmlns:ds="http://schemas.openxmlformats.org/officeDocument/2006/customXml" ds:itemID="{6AE2E849-5528-4C05-B1E8-DB80DA8BD7F1}">
  <ds:schemaRefs/>
</ds:datastoreItem>
</file>

<file path=customXml/itemProps3.xml><?xml version="1.0" encoding="utf-8"?>
<ds:datastoreItem xmlns:ds="http://schemas.openxmlformats.org/officeDocument/2006/customXml" ds:itemID="{4F6381B7-CB4D-4A8E-AE8C-AD066D7465AA}">
  <ds:schemaRefs/>
</ds:datastoreItem>
</file>

<file path=customXml/itemProps4.xml><?xml version="1.0" encoding="utf-8"?>
<ds:datastoreItem xmlns:ds="http://schemas.openxmlformats.org/officeDocument/2006/customXml" ds:itemID="{7FC3D2F9-C978-4F6C-9B95-BEE6303453CA}">
  <ds:schemaRefs/>
</ds:datastoreItem>
</file>

<file path=customXml/itemProps5.xml><?xml version="1.0" encoding="utf-8"?>
<ds:datastoreItem xmlns:ds="http://schemas.openxmlformats.org/officeDocument/2006/customXml" ds:itemID="{F1A1DCA2-547F-4B90-BE36-91B9AB619C93}">
  <ds:schemaRefs/>
</ds:datastoreItem>
</file>

<file path=customXml/itemProps6.xml><?xml version="1.0" encoding="utf-8"?>
<ds:datastoreItem xmlns:ds="http://schemas.openxmlformats.org/officeDocument/2006/customXml" ds:itemID="{2A25ECD3-EA6C-4727-8DF2-5BDC9911D24C}">
  <ds:schemaRefs/>
</ds:datastoreItem>
</file>

<file path=customXml/itemProps7.xml><?xml version="1.0" encoding="utf-8"?>
<ds:datastoreItem xmlns:ds="http://schemas.openxmlformats.org/officeDocument/2006/customXml" ds:itemID="{D81E0773-B1DF-4187-B86B-A4CC89F4FFA3}">
  <ds:schemaRefs/>
</ds:datastoreItem>
</file>

<file path=customXml/itemProps8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9.xml><?xml version="1.0" encoding="utf-8"?>
<ds:datastoreItem xmlns:ds="http://schemas.openxmlformats.org/officeDocument/2006/customXml" ds:itemID="{2E5DC17B-7CA5-47FA-BB10-51D0544A8F91}">
  <ds:schemaRefs/>
</ds:datastoreItem>
</file>

<file path=customXml/itemProps10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1.xml><?xml version="1.0" encoding="utf-8"?>
<ds:datastoreItem xmlns:ds="http://schemas.openxmlformats.org/officeDocument/2006/customXml" ds:itemID="{F6CC31F5-13F1-4893-A918-27994DEE1E73}">
  <ds:schemaRefs/>
</ds:datastoreItem>
</file>

<file path=customXml/itemProps12.xml><?xml version="1.0" encoding="utf-8"?>
<ds:datastoreItem xmlns:ds="http://schemas.openxmlformats.org/officeDocument/2006/customXml" ds:itemID="{0B924887-3FAA-4B8E-815F-481860E4E6AF}">
  <ds:schemaRefs/>
</ds:datastoreItem>
</file>

<file path=customXml/itemProps13.xml><?xml version="1.0" encoding="utf-8"?>
<ds:datastoreItem xmlns:ds="http://schemas.openxmlformats.org/officeDocument/2006/customXml" ds:itemID="{BA1C3E13-54CF-4EC8-BFFC-847950BB2BA6}">
  <ds:schemaRefs/>
</ds:datastoreItem>
</file>

<file path=customXml/itemProps14.xml><?xml version="1.0" encoding="utf-8"?>
<ds:datastoreItem xmlns:ds="http://schemas.openxmlformats.org/officeDocument/2006/customXml" ds:itemID="{62D5B54B-6902-4F98-B23A-0118DB9EEDF4}">
  <ds:schemaRefs/>
</ds:datastoreItem>
</file>

<file path=customXml/itemProps15.xml><?xml version="1.0" encoding="utf-8"?>
<ds:datastoreItem xmlns:ds="http://schemas.openxmlformats.org/officeDocument/2006/customXml" ds:itemID="{772ABA4E-1FA2-4FC1-9A8A-C2C33BEC7DBE}">
  <ds:schemaRefs/>
</ds:datastoreItem>
</file>

<file path=customXml/itemProps16.xml><?xml version="1.0" encoding="utf-8"?>
<ds:datastoreItem xmlns:ds="http://schemas.openxmlformats.org/officeDocument/2006/customXml" ds:itemID="{3E86842F-01DA-4AAB-AA56-9F0B2F496397}">
  <ds:schemaRefs/>
</ds:datastoreItem>
</file>

<file path=customXml/itemProps17.xml><?xml version="1.0" encoding="utf-8"?>
<ds:datastoreItem xmlns:ds="http://schemas.openxmlformats.org/officeDocument/2006/customXml" ds:itemID="{A87FB1B0-D223-4CF6-8EC4-E3E816F1CDBE}">
  <ds:schemaRefs/>
</ds:datastoreItem>
</file>

<file path=customXml/itemProps18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9.xml><?xml version="1.0" encoding="utf-8"?>
<ds:datastoreItem xmlns:ds="http://schemas.openxmlformats.org/officeDocument/2006/customXml" ds:itemID="{ADCE6D4E-881A-4F21-8F46-6A112A7EEBE1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16</cp:revision>
  <dcterms:created xsi:type="dcterms:W3CDTF">2026-01-12T11:19:33Z</dcterms:created>
  <dcterms:modified xsi:type="dcterms:W3CDTF">2026-09-28T17:00:01Z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