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20"/>
    <p:sldMasterId id="2147483707" r:id="rId21"/>
  </p:sldMasterIdLst>
  <p:notesMasterIdLst>
    <p:notesMasterId r:id="rId22"/>
  </p:notesMasterIdLst>
  <p:handoutMasterIdLst>
    <p:handoutMasterId r:id="rId23"/>
  </p:handout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21" autoAdjust="0"/>
    <p:restoredTop sz="94648"/>
  </p:normalViewPr>
  <p:slideViewPr>
    <p:cSldViewPr snapToGrid="0">
      <p:cViewPr varScale="1">
        <p:scale>
          <a:sx n="241" d="100"/>
          <a:sy n="241" d="100"/>
        </p:scale>
        <p:origin x="13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92" d="100"/>
          <a:sy n="192" d="100"/>
        </p:scale>
        <p:origin x="6688" y="1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ustomXml" Target="../customXml/item8.xml"/><Relationship Id="rId13" Type="http://schemas.openxmlformats.org/officeDocument/2006/relationships/customXml" Target="../customXml/item13.xml"/><Relationship Id="rId18" Type="http://schemas.openxmlformats.org/officeDocument/2006/relationships/customXml" Target="../customXml/item18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Master" Target="slideMasters/slideMaster2.xml"/><Relationship Id="rId7" Type="http://schemas.openxmlformats.org/officeDocument/2006/relationships/customXml" Target="../customXml/item7.xml"/><Relationship Id="rId12" Type="http://schemas.openxmlformats.org/officeDocument/2006/relationships/customXml" Target="../customXml/item12.xml"/><Relationship Id="rId17" Type="http://schemas.openxmlformats.org/officeDocument/2006/relationships/customXml" Target="../customXml/item17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customXml" Target="../customXml/item16.xml"/><Relationship Id="rId20" Type="http://schemas.openxmlformats.org/officeDocument/2006/relationships/slideMaster" Target="slideMasters/slideMaster1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presProps" Target="presProps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handoutMaster" Target="handoutMasters/handoutMaster1.xml"/><Relationship Id="rId10" Type="http://schemas.openxmlformats.org/officeDocument/2006/relationships/customXml" Target="../customXml/item10.xml"/><Relationship Id="rId19" Type="http://schemas.openxmlformats.org/officeDocument/2006/relationships/customXml" Target="../customXml/item19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26BD25E9-3EE4-6315-19C7-2A541A7E63D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13B43AF-08D0-5B95-FD9E-BDE35BF0369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E9DB08-0204-FF45-B45D-D96F9C704D75}" type="datetimeFigureOut">
              <a:rPr lang="es-ES" smtClean="0"/>
              <a:t>15/9/26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2606970-A43E-C27B-4C53-D78E9CC31E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6EC56AC-B7E0-CB52-BD5D-82CAC487C3E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6E457C-3B9A-AF46-B684-DFBB9E6EDCF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201665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6DF60-6159-4558-8D07-00E18A77A54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B0E5E0-7946-4FB1-A297-6AB0FA3AA7F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702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bg>
      <p:bgPr>
        <a:gradFill flip="none" rotWithShape="1"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4" y="2121418"/>
            <a:ext cx="10056053" cy="2048048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Title/cover page,   Ericsson Hilda Light 80pt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4" y="4329789"/>
            <a:ext cx="10056052" cy="843526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lang="en-US" sz="2400" b="0" kern="1400" spc="-160" baseline="0" dirty="0">
                <a:solidFill>
                  <a:schemeClr val="accent4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Description/subtitle/speaker… Ericsson Hilda Black 24pt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2137CF1-DACA-3883-36F0-4953E52B1A2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424" y="5287250"/>
            <a:ext cx="2259542" cy="0"/>
          </a:xfrm>
          <a:prstGeom prst="line">
            <a:avLst/>
          </a:prstGeom>
          <a:solidFill>
            <a:schemeClr val="accent1"/>
          </a:solidFill>
          <a:ln w="38100" cap="rnd" cmpd="sng" algn="ctr">
            <a:solidFill>
              <a:srgbClr val="EFD4D3"/>
            </a:solidFill>
            <a:prstDash val="solid"/>
            <a:round/>
            <a:headEnd type="none" w="med" len="med"/>
            <a:tailEnd type="none"/>
          </a:ln>
          <a:effectLst/>
        </p:spPr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5DE968A4-40EF-C7ED-628E-BC446E1808EC}"/>
              </a:ext>
            </a:extLst>
          </p:cNvPr>
          <p:cNvSpPr txBox="1"/>
          <p:nvPr userDrawn="1"/>
        </p:nvSpPr>
        <p:spPr>
          <a:xfrm>
            <a:off x="1749287" y="1530626"/>
            <a:ext cx="0" cy="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s-ES" sz="2000" b="0" i="0" u="none" strike="noStrike" kern="1000" cap="none" spc="-3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82108456"/>
      </p:ext>
    </p:extLst>
  </p:cSld>
  <p:clrMapOvr>
    <a:masterClrMapping/>
  </p:clrMapOvr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275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1706563"/>
            <a:ext cx="11233150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1706563"/>
            <a:ext cx="8307730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998537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B866E44-A7AE-B643-0522-816211CEDA4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3" y="1709736"/>
            <a:ext cx="5561158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1DA618F3-EEF8-8D27-8883-E59D465EC7F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1421" y="1709735"/>
            <a:ext cx="5561158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56475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(1 smaller)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8E13B-297F-6792-206D-52DCDBECD18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280" y="1709737"/>
            <a:ext cx="7465311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64E27AA-9562-3081-96B1-EEC89F6CC10A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46473" y="3297381"/>
            <a:ext cx="3566102" cy="20747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61694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(2 rows on right column)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065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8E13B-297F-6792-206D-52DCDBECD18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280" y="1709737"/>
            <a:ext cx="7465311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64E27AA-9562-3081-96B1-EEC89F6CC10A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95855" y="1709737"/>
            <a:ext cx="3316720" cy="1876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9DB526DC-61EF-8C82-8805-65A25684C47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395855" y="3649683"/>
            <a:ext cx="3316720" cy="17224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3681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row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9989608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0C361B-ABEF-DDCD-8B62-A48E04E3906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13" y="1709700"/>
            <a:ext cx="8304225" cy="24225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D4180C57-4315-C64A-FAE3-330C0CA0F98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12" y="4284626"/>
            <a:ext cx="8304225" cy="24225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4901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9989608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8782E2F-86DB-86D4-DCF9-8958746105F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1709736"/>
            <a:ext cx="3577975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B75A00BE-CA97-A854-15C7-7465405CB56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07010" y="1709736"/>
            <a:ext cx="3577975" cy="366186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F0F2B03B-4F5D-BA62-9CAC-D574877D0FA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34595" y="1709736"/>
            <a:ext cx="3577975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15694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and 2 row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065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0CE1B422-E2C7-9D9C-2315-3154C6FCE21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1709698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7A756F80-20B2-AC45-1DED-EC4AEBDB964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01590" y="1709697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632CB1D9-AF8F-C9B1-0D3C-7AB2989183E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4284623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2B5EA31B-CED6-9ED8-AA68-8FE1BBB09523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801590" y="4284623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0150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gradFill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111309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9093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bg>
      <p:bgPr>
        <a:gradFill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2986709"/>
            <a:ext cx="8353425" cy="1177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742817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ransit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2986709"/>
            <a:ext cx="8353425" cy="1177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626613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gradFill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119783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85856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241041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363123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329698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49447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93968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147845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5371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970062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41613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774475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220425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1920273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700939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47892329"/>
      </p:ext>
    </p:extLst>
  </p:cSld>
  <p:clrMapOvr>
    <a:masterClrMapping/>
  </p:clrMapOvr>
  <p:hf sldNum="0" hdr="0" ftr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396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6449106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309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6881962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50136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9017565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340927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5811580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52150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2855563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24642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7080625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287350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865226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932489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3667068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35189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4924951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274487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2" name="image">
            <a:extLst>
              <a:ext uri="{FF2B5EF4-FFF2-40B4-BE49-F238E27FC236}">
                <a16:creationId xmlns:a16="http://schemas.microsoft.com/office/drawing/2014/main" id="{3DDE3DF2-4191-6EC8-7BFC-F1AAA9CFC1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59975"/>
            <a:ext cx="2120176" cy="212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9300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logo end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00C8FCC-57E5-3E43-E21A-B3EDA1DB3E6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6944A971-8DF1-600E-1D36-CB1EC2440F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60680"/>
            <a:ext cx="2119473" cy="2120400"/>
          </a:xfrm>
          <a:prstGeom prst="rect">
            <a:avLst/>
          </a:prstGeom>
        </p:spPr>
      </p:pic>
      <p:sp>
        <p:nvSpPr>
          <p:cNvPr id="2" name="SubTitle_TM">
            <a:extLst>
              <a:ext uri="{FF2B5EF4-FFF2-40B4-BE49-F238E27FC236}">
                <a16:creationId xmlns:a16="http://schemas.microsoft.com/office/drawing/2014/main" id="{FCF1ABC6-0A4C-6C18-E8A5-415153FD00B6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</p:spTree>
    <p:extLst>
      <p:ext uri="{BB962C8B-B14F-4D97-AF65-F5344CB8AC3E}">
        <p14:creationId xmlns:p14="http://schemas.microsoft.com/office/powerpoint/2010/main" val="2160505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3970038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EF47-A155-4815-8E3B-40C762847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7BA25-551C-447C-A896-CC8080E6E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DA6C5-3BB4-4AB0-91A2-43BA454CE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6DE01-2FF0-4867-B3DB-3EC281373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2FE546-C229-4940-81D2-FAE4B25A3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F62096F-0B2A-43BE-BAC2-156D1E5A22B7}" type="slidenum">
              <a:rPr lang="en-US" smtClean="0">
                <a:solidFill>
                  <a:srgbClr val="001155"/>
                </a:solidFill>
                <a:cs typeface="+mn-cs"/>
              </a:rPr>
              <a:pPr>
                <a:defRPr/>
              </a:pPr>
              <a:t>‹Nº›</a:t>
            </a:fld>
            <a:endParaRPr lang="en-US">
              <a:solidFill>
                <a:srgbClr val="001155"/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92555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a23aef9-865f-46e0-9feb-85e9b06e34f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2640548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0f26b25-7c56-47e9-8e69-7c9c8de37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5224266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</p:spTree>
    <p:extLst>
      <p:ext uri="{BB962C8B-B14F-4D97-AF65-F5344CB8AC3E}">
        <p14:creationId xmlns:p14="http://schemas.microsoft.com/office/powerpoint/2010/main" val="2032059171"/>
      </p:ext>
    </p:extLst>
  </p:cSld>
  <p:clrMapOvr>
    <a:masterClrMapping/>
  </p:clrMapOvr>
  <p:hf sldNum="0" hdr="0" ftr="0"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864372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D9DB7BA-3A2F-46BA-A617-2A049434CD62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5382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93892093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75486323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76654486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1028693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48459470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8460533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4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080184391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923655188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1813" y="4309200"/>
            <a:ext cx="6048375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979B00C-7C1F-4F17-8D52-31D787A1234A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06895" y="2854112"/>
            <a:ext cx="1163145" cy="11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238723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6479892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note Cover Page w. whit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F2554F4-437E-411D-B2B2-6A58D585809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0" y="-3048"/>
            <a:ext cx="12192000" cy="6858000"/>
          </a:xfrm>
          <a:prstGeom prst="rect">
            <a:avLst/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itle_TM">
            <a:extLst>
              <a:ext uri="{FF2B5EF4-FFF2-40B4-BE49-F238E27FC236}">
                <a16:creationId xmlns:a16="http://schemas.microsoft.com/office/drawing/2014/main" id="{696C7C8F-5086-466A-8108-2FE0A8663D59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49"/>
            <a:ext cx="8353426" cy="3456000"/>
          </a:xfr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defRPr lang="en-US" sz="80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Keynote cover page </a:t>
            </a:r>
            <a:br>
              <a:rPr lang="en-US"/>
            </a:br>
            <a:r>
              <a:rPr lang="en-US"/>
              <a:t>Ericsson Hilda Light 80pt, max 3-lines</a:t>
            </a:r>
          </a:p>
        </p:txBody>
      </p:sp>
      <p:sp>
        <p:nvSpPr>
          <p:cNvPr id="10" name="SubTitle_TM">
            <a:extLst>
              <a:ext uri="{FF2B5EF4-FFF2-40B4-BE49-F238E27FC236}">
                <a16:creationId xmlns:a16="http://schemas.microsoft.com/office/drawing/2014/main" id="{ED5DEA0B-CF0D-4EE6-B6A8-90BAF3DE8AF1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4" y="4149725"/>
            <a:ext cx="5472113" cy="2087563"/>
          </a:xfrm>
          <a:prstGeom prst="rect">
            <a:avLst/>
          </a:prstGeom>
        </p:spPr>
        <p:txBody>
          <a:bodyPr r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Speaker,</a:t>
            </a:r>
            <a:br>
              <a:rPr lang="en-US"/>
            </a:br>
            <a:r>
              <a:rPr lang="en-US"/>
              <a:t>Ericsson Black, Ericsson Hilda 20pt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753C092-06FE-4B22-BAB1-EBEB69074D0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87410" y="476250"/>
            <a:ext cx="261523" cy="261523"/>
          </a:xfrm>
          <a:prstGeom prst="rect">
            <a:avLst/>
          </a:prstGeom>
        </p:spPr>
      </p:pic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866A1512-27D5-4CA8-94C5-10E56C30705D}"/>
              </a:ext>
            </a:extLst>
          </p:cNvPr>
          <p:cNvSpPr txBox="1"/>
          <p:nvPr userDrawn="1"/>
        </p:nvSpPr>
        <p:spPr>
          <a:xfrm>
            <a:off x="396000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bg1"/>
              </a:solidFill>
              <a:latin typeface="+mn-lt"/>
            </a:endParaRPr>
          </a:p>
        </p:txBody>
      </p:sp>
      <p:sp>
        <p:nvSpPr>
          <p:cNvPr id="11" name="FirstDividerHider">
            <a:extLst>
              <a:ext uri="{FF2B5EF4-FFF2-40B4-BE49-F238E27FC236}">
                <a16:creationId xmlns:a16="http://schemas.microsoft.com/office/drawing/2014/main" id="{30276571-778A-43C8-820D-4E055433343F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7047302"/>
      </p:ext>
    </p:extLst>
  </p:cSld>
  <p:clrMapOvr>
    <a:masterClrMapping/>
  </p:clrMapOvr>
  <p:hf sldNum="0" hdr="0" ftr="0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276473960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9D1EC-7035-7162-3D49-453CAB62A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CA374-22C6-10E4-B949-DB8D84B0C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A6CEB-EDCC-F2FE-4644-905994864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07A04-4D14-4FB4-ABC3-4FF79A2401A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73BD8-4B85-9069-3BD9-B47B39CD1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07A9-583F-83A7-FC2A-8C48950B1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FE183-6F7B-4689-9F59-5F64BE4E648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603059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074EB-9121-12F5-0BB1-B62827FFC0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D35119-7FD8-4D80-EA3D-B3AC4F3ED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989CB-11D3-C644-1FEF-B88D94671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BC93B-D740-4A24-9033-971140705A3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528F01-86E2-7CCD-961D-1736AD602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F2DABC-0E7B-9D4B-E47D-02AF5B93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644C3-3010-471A-8BD1-91611E72370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62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image" Target="../media/image2.svg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9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59.xml"/><Relationship Id="rId7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73.xml"/><Relationship Id="rId2" Type="http://schemas.openxmlformats.org/officeDocument/2006/relationships/slideLayout" Target="../slideLayouts/slideLayout58.xml"/><Relationship Id="rId16" Type="http://schemas.openxmlformats.org/officeDocument/2006/relationships/slideLayout" Target="../slideLayouts/slideLayout72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5" Type="http://schemas.openxmlformats.org/officeDocument/2006/relationships/slideLayout" Target="../slideLayouts/slideLayout61.xml"/><Relationship Id="rId15" Type="http://schemas.openxmlformats.org/officeDocument/2006/relationships/slideLayout" Target="../slideLayouts/slideLayout71.xml"/><Relationship Id="rId10" Type="http://schemas.openxmlformats.org/officeDocument/2006/relationships/slideLayout" Target="../slideLayouts/slideLayout66.xml"/><Relationship Id="rId19" Type="http://schemas.openxmlformats.org/officeDocument/2006/relationships/image" Target="../media/image4.svg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7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5" y="476250"/>
            <a:ext cx="9938288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6</a:t>
            </a:r>
          </a:p>
          <a:p>
            <a:pPr lvl="6"/>
            <a:r>
              <a:rPr lang="en-US"/>
              <a:t>7</a:t>
            </a:r>
          </a:p>
          <a:p>
            <a:pPr lvl="7"/>
            <a:r>
              <a:rPr lang="en-US"/>
              <a:t>8</a:t>
            </a:r>
          </a:p>
          <a:p>
            <a:pPr lvl="8"/>
            <a:r>
              <a:rPr lang="en-US"/>
              <a:t>9</a:t>
            </a: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ADDB58AC-4EFC-E7F9-0735-7729D36BFF82}"/>
              </a:ext>
            </a:extLst>
          </p:cNvPr>
          <p:cNvPicPr>
            <a:picLocks noChangeAspect="1"/>
          </p:cNvPicPr>
          <p:nvPr userDrawn="1"/>
        </p:nvPicPr>
        <p:blipFill>
          <a:blip r:embed="rId5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pic>
        <p:nvPicPr>
          <p:cNvPr id="4" name="Graphic 6">
            <a:extLst>
              <a:ext uri="{FF2B5EF4-FFF2-40B4-BE49-F238E27FC236}">
                <a16:creationId xmlns:a16="http://schemas.microsoft.com/office/drawing/2014/main" id="{D8E67127-9474-DA03-81EB-4CAAC01E05A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10512036" y="474822"/>
            <a:ext cx="773481" cy="391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246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725" r:id="rId3"/>
    <p:sldLayoutId id="2147483728" r:id="rId4"/>
    <p:sldLayoutId id="2147483726" r:id="rId5"/>
    <p:sldLayoutId id="2147483734" r:id="rId6"/>
    <p:sldLayoutId id="2147483735" r:id="rId7"/>
    <p:sldLayoutId id="2147483730" r:id="rId8"/>
    <p:sldLayoutId id="2147483727" r:id="rId9"/>
    <p:sldLayoutId id="2147483729" r:id="rId10"/>
    <p:sldLayoutId id="2147483663" r:id="rId11"/>
    <p:sldLayoutId id="2147483664" r:id="rId12"/>
    <p:sldLayoutId id="2147483736" r:id="rId13"/>
    <p:sldLayoutId id="2147483737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 err="1"/>
              <a:t>Mintaszöveg</a:t>
            </a:r>
            <a:r>
              <a:rPr lang="en-US"/>
              <a:t> </a:t>
            </a:r>
            <a:r>
              <a:rPr lang="en-US" err="1"/>
              <a:t>szerkesztése</a:t>
            </a:r>
            <a:endParaRPr lang="en-US"/>
          </a:p>
          <a:p>
            <a:pPr lvl="1"/>
            <a:r>
              <a:rPr lang="en-US" err="1"/>
              <a:t>Második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2"/>
            <a:r>
              <a:rPr lang="en-US" err="1"/>
              <a:t>Harmadik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3"/>
            <a:r>
              <a:rPr lang="en-US" err="1"/>
              <a:t>Negyedik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4"/>
            <a:r>
              <a:rPr lang="en-US" err="1"/>
              <a:t>Ötödik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CFCA6C0-C300-46F3-8D05-D936BF801E76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09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  <p:sldLayoutId id="2147483724" r:id="rId17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theme/theme1.xml><?xml version="1.0" encoding="utf-8"?>
<a:theme xmlns:a="http://schemas.openxmlformats.org/drawingml/2006/main" name="PresentationTemplate2025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1174E6"/>
      </a:accent1>
      <a:accent2>
        <a:srgbClr val="23969A"/>
      </a:accent2>
      <a:accent3>
        <a:srgbClr val="976CF4"/>
      </a:accent3>
      <a:accent4>
        <a:srgbClr val="FAD22D"/>
      </a:accent4>
      <a:accent5>
        <a:srgbClr val="E66E19"/>
      </a:accent5>
      <a:accent6>
        <a:srgbClr val="E65D6A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spcBef>
            <a:spcPts val="800"/>
          </a:spcBef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R="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tabLst/>
          <a:defRPr kumimoji="0" sz="2000" b="0" i="0" u="none" strike="noStrike" kern="1000" cap="none" spc="-30" normalizeH="0" baseline="0" noProof="0" dirty="0" err="1">
            <a:ln>
              <a:noFill/>
            </a:ln>
            <a:solidFill>
              <a:schemeClr val="tx1"/>
            </a:solidFill>
            <a:effectLst/>
            <a:uLnTx/>
            <a:uFillTx/>
            <a:latin typeface="+mn-lt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Dark blue ">
      <a:srgbClr val="000082"/>
    </a:custClr>
    <a:custClr name="Blue">
      <a:srgbClr val="1174E6"/>
    </a:custClr>
    <a:custClr name="Light blue">
      <a:srgbClr val="D6E2F5"/>
    </a:custClr>
    <a:custClr name="Dark purple">
      <a:srgbClr val="2D2049"/>
    </a:custClr>
    <a:custClr name="Purple">
      <a:srgbClr val="976CF4"/>
    </a:custClr>
    <a:custClr name="Light purple">
      <a:srgbClr val="E0D3FC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Dark teal">
      <a:srgbClr val="0B2D2E"/>
    </a:custClr>
    <a:custClr name="Teal">
      <a:srgbClr val="23969A"/>
    </a:custClr>
    <a:custClr name="Light teal">
      <a:srgbClr val="BDE0E1"/>
    </a:custClr>
    <a:custClr name="Dark coral">
      <a:srgbClr val="3C2121"/>
    </a:custClr>
    <a:custClr name="Coral">
      <a:srgbClr val="E65D6A"/>
    </a:custClr>
    <a:custClr name="Light coral">
      <a:srgbClr val="EFD4D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C52A32"/>
    </a:custClr>
    <a:custClr name="Orange">
      <a:srgbClr val="E66E19"/>
    </a:custClr>
    <a:custClr name="Yellow">
      <a:srgbClr val="FAD22D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lack">
      <a:srgbClr val="000000"/>
    </a:custClr>
    <a:custClr name="Grey 1">
      <a:srgbClr val="242424"/>
    </a:custClr>
    <a:custClr name="Grey 2">
      <a:srgbClr val="767676"/>
    </a:custClr>
    <a:custClr name="Grey 3">
      <a:srgbClr val="A0A0A0"/>
    </a:custClr>
    <a:custClr name="Grey 4">
      <a:srgbClr val="E0E0E0"/>
    </a:custClr>
    <a:custClr name="Grey 5">
      <a:srgbClr val="F2F2F2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2.xml><?xml version="1.0" encoding="utf-8"?>
<a:theme xmlns:a="http://schemas.openxmlformats.org/drawingml/2006/main" name="1_PresentationTemplate2021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0082F0"/>
      </a:accent1>
      <a:accent2>
        <a:srgbClr val="0FC373"/>
      </a:accent2>
      <a:accent3>
        <a:srgbClr val="AF78D2"/>
      </a:accent3>
      <a:accent4>
        <a:srgbClr val="FAD22D"/>
      </a:accent4>
      <a:accent5>
        <a:srgbClr val="FF8C0A"/>
      </a:accent5>
      <a:accent6>
        <a:srgbClr val="FF3232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<a:prstTxWarp prst="textNoShape">
          <a:avLst/>
        </a:prstTxWarp>
        <a:noAutofit/>
      </a:bodyPr>
      <a:lstStyle>
        <a:defPPr marL="180000" indent="-180000" algn="l">
          <a:spcBef>
            <a:spcPts val="800"/>
          </a:spcBef>
          <a:buFont typeface="Ericsson Hilda" panose="00000500000000000000" pitchFamily="2" charset="0"/>
          <a:buChar char="●"/>
          <a:defRPr dirty="0" err="1" smtClean="0">
            <a:solidFill>
              <a:srgbClr val="FFFFFF"/>
            </a:solidFill>
            <a:latin typeface="+mn-lt"/>
          </a:defRPr>
        </a:defPPr>
      </a:lst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L="180000" marR="0" indent="-18000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buFont typeface="Ericsson Hilda" panose="00000500000000000000" pitchFamily="2" charset="0"/>
          <a:buChar char="●"/>
          <a:tabLst/>
          <a:defRPr kumimoji="0" sz="2000" b="0" i="0" u="none" strike="noStrike" kern="1000" cap="none" spc="-3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Ericsson Hilda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Primary Ericsson Blue 1">
      <a:srgbClr val="000082"/>
    </a:custClr>
    <a:custClr name="Primary Ericsson Blue 2">
      <a:srgbClr val="0050CA"/>
    </a:custClr>
    <a:custClr name="Primary Ericsson Blue">
      <a:srgbClr val="0082F0"/>
    </a:custClr>
    <a:custClr name="Primary Ericsson Blue 3">
      <a:srgbClr val="48A8FA"/>
    </a:custClr>
    <a:custClr name="Primary Ericsson Blue 4">
      <a:srgbClr val="85CCFF"/>
    </a:custClr>
    <a:custClr name="Secondary Ericsson Green">
      <a:srgbClr val="0FC373"/>
    </a:custClr>
    <a:custClr name="Secondary Ericsson Purple">
      <a:srgbClr val="AF78D2"/>
    </a:custClr>
    <a:custClr name="Secondary Ericsson Yellow">
      <a:srgbClr val="FAD22D"/>
    </a:custClr>
    <a:custClr name="Secondary Ericsson Orange">
      <a:srgbClr val="FF8C0A"/>
    </a:custClr>
    <a:custClr name="Secondary Ericsson Red">
      <a:srgbClr val="FF3232"/>
    </a:custClr>
    <a:custClr name="Secondary Ericsson Black">
      <a:srgbClr val="000000"/>
    </a:custClr>
    <a:custClr name="Secondary Ericsson Gray 1">
      <a:srgbClr val="242424"/>
    </a:custClr>
    <a:custClr name="Secondary Ericsson Gray 2">
      <a:srgbClr val="767676"/>
    </a:custClr>
    <a:custClr name="Secondary Ericsson Gray 3">
      <a:srgbClr val="A0A0A0"/>
    </a:custClr>
    <a:custClr name="Secondary Ericsson Gray 4">
      <a:srgbClr val="E0E0E0"/>
    </a:custClr>
    <a:custClr name="Secondary Ericsson Gray 5">
      <a:srgbClr val="F2F2F2"/>
    </a:custClr>
    <a:custClr name="Secondary Ericsson 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item1.xml><?xml version="1.0" encoding="utf-8"?>
<TemplafySlideFormConfiguration><![CDATA[{"formFields":[],"formDataEntries":[]}]]></TemplafySlideFormConfiguration>
</file>

<file path=customXml/item2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FormConfiguration><![CDATA[{"formFields":[],"formDataEntries":[]}]]></TemplafySlideFormConfiguration>
</file>

<file path=customXml/item5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6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SlideFormConfiguration><![CDATA[{"formFields":[],"formDataEntries":[]}]]></TemplafySlideFormConfiguration>
</file>

<file path=customXml/item9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0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1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3E8D57ECA48EA49A8079FF7BA4D8434" ma:contentTypeVersion="14" ma:contentTypeDescription="Crear nuevo documento." ma:contentTypeScope="" ma:versionID="63c20a81180abc05dcc77631795f2f6d">
  <xsd:schema xmlns:xsd="http://www.w3.org/2001/XMLSchema" xmlns:xs="http://www.w3.org/2001/XMLSchema" xmlns:p="http://schemas.microsoft.com/office/2006/metadata/properties" xmlns:ns2="77fde15d-2397-485e-b73a-86b486d76ed9" xmlns:ns3="bcef248d-09fe-4034-af42-7800fb0b4c07" targetNamespace="http://schemas.microsoft.com/office/2006/metadata/properties" ma:root="true" ma:fieldsID="c568fcd95f5d4d3e7cd3fb2956348a08" ns2:_="" ns3:_="">
    <xsd:import namespace="77fde15d-2397-485e-b73a-86b486d76ed9"/>
    <xsd:import namespace="bcef248d-09fe-4034-af42-7800fb0b4c0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  <xsd:element ref="ns2:_Flow_SignoffStatu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fde15d-2397-485e-b73a-86b486d76ed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Etiquetas de imagen" ma:readOnly="false" ma:fieldId="{5cf76f15-5ced-4ddc-b409-7134ff3c332f}" ma:taxonomyMulti="true" ma:sspId="c3d31b72-c4b9-4223-ac69-1d9539891d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_Flow_SignoffStatus" ma:index="20" nillable="true" ma:displayName="Estado de aprobación" ma:internalName="_x0024_Resources_x003a_core_x002c_Signoff_Status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ef248d-09fe-4034-af42-7800fb0b4c07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1248a8f7-3163-4cda-ba50-6dab87801a0e}" ma:internalName="TaxCatchAll" ma:showField="CatchAllData" ma:web="bcef248d-09fe-4034-af42-7800fb0b4c0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cef248d-09fe-4034-af42-7800fb0b4c07" xsi:nil="true"/>
    <lcf76f155ced4ddcb4097134ff3c332f xmlns="77fde15d-2397-485e-b73a-86b486d76ed9">
      <Terms xmlns="http://schemas.microsoft.com/office/infopath/2007/PartnerControls"/>
    </lcf76f155ced4ddcb4097134ff3c332f>
    <_Flow_SignoffStatus xmlns="77fde15d-2397-485e-b73a-86b486d76ed9" xsi:nil="true"/>
  </documentManagement>
</p:properties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7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8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9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4F6381B7-CB4D-4A8E-AE8C-AD066D7465AA}">
  <ds:schemaRefs/>
</ds:datastoreItem>
</file>

<file path=customXml/itemProps2.xml><?xml version="1.0" encoding="utf-8"?>
<ds:datastoreItem xmlns:ds="http://schemas.openxmlformats.org/officeDocument/2006/customXml" ds:itemID="{772ABA4E-1FA2-4FC1-9A8A-C2C33BEC7DBE}">
  <ds:schemaRefs/>
</ds:datastoreItem>
</file>

<file path=customXml/itemProps3.xml><?xml version="1.0" encoding="utf-8"?>
<ds:datastoreItem xmlns:ds="http://schemas.openxmlformats.org/officeDocument/2006/customXml" ds:itemID="{0B924887-3FAA-4B8E-815F-481860E4E6AF}">
  <ds:schemaRefs/>
</ds:datastoreItem>
</file>

<file path=customXml/itemProps4.xml><?xml version="1.0" encoding="utf-8"?>
<ds:datastoreItem xmlns:ds="http://schemas.openxmlformats.org/officeDocument/2006/customXml" ds:itemID="{BA1C3E13-54CF-4EC8-BFFC-847950BB2BA6}">
  <ds:schemaRefs/>
</ds:datastoreItem>
</file>

<file path=customXml/itemProps5.xml><?xml version="1.0" encoding="utf-8"?>
<ds:datastoreItem xmlns:ds="http://schemas.openxmlformats.org/officeDocument/2006/customXml" ds:itemID="{852C017A-4C71-4057-8850-0D69BC43C2C6}">
  <ds:schemaRefs>
    <ds:schemaRef ds:uri="http://schemas.microsoft.com/sharepoint/v3/contenttype/forms"/>
  </ds:schemaRefs>
</ds:datastoreItem>
</file>

<file path=customXml/itemProps6.xml><?xml version="1.0" encoding="utf-8"?>
<ds:datastoreItem xmlns:ds="http://schemas.openxmlformats.org/officeDocument/2006/customXml" ds:itemID="{D6A0B861-D97F-43C8-B3DF-13EB4CD7C21A}">
  <ds:schemaRefs/>
</ds:datastoreItem>
</file>

<file path=customXml/itemProps7.xml><?xml version="1.0" encoding="utf-8"?>
<ds:datastoreItem xmlns:ds="http://schemas.openxmlformats.org/officeDocument/2006/customXml" ds:itemID="{D81E0773-B1DF-4187-B86B-A4CC89F4FFA3}">
  <ds:schemaRefs/>
</ds:datastoreItem>
</file>

<file path=customXml/itemProps8.xml><?xml version="1.0" encoding="utf-8"?>
<ds:datastoreItem xmlns:ds="http://schemas.openxmlformats.org/officeDocument/2006/customXml" ds:itemID="{F1A1DCA2-547F-4B90-BE36-91B9AB619C93}">
  <ds:schemaRefs/>
</ds:datastoreItem>
</file>

<file path=customXml/itemProps9.xml><?xml version="1.0" encoding="utf-8"?>
<ds:datastoreItem xmlns:ds="http://schemas.openxmlformats.org/officeDocument/2006/customXml" ds:itemID="{F6CC31F5-13F1-4893-A918-27994DEE1E73}">
  <ds:schemaRefs/>
</ds:datastoreItem>
</file>

<file path=customXml/itemProps10.xml><?xml version="1.0" encoding="utf-8"?>
<ds:datastoreItem xmlns:ds="http://schemas.openxmlformats.org/officeDocument/2006/customXml" ds:itemID="{7FC3D2F9-C978-4F6C-9B95-BEE6303453CA}">
  <ds:schemaRefs/>
</ds:datastoreItem>
</file>

<file path=customXml/itemProps11.xml><?xml version="1.0" encoding="utf-8"?>
<ds:datastoreItem xmlns:ds="http://schemas.openxmlformats.org/officeDocument/2006/customXml" ds:itemID="{3E86842F-01DA-4AAB-AA56-9F0B2F496397}">
  <ds:schemaRefs/>
</ds:datastoreItem>
</file>

<file path=customXml/itemProps12.xml><?xml version="1.0" encoding="utf-8"?>
<ds:datastoreItem xmlns:ds="http://schemas.openxmlformats.org/officeDocument/2006/customXml" ds:itemID="{6AE2E849-5528-4C05-B1E8-DB80DA8BD7F1}">
  <ds:schemaRefs/>
</ds:datastoreItem>
</file>

<file path=customXml/itemProps13.xml><?xml version="1.0" encoding="utf-8"?>
<ds:datastoreItem xmlns:ds="http://schemas.openxmlformats.org/officeDocument/2006/customXml" ds:itemID="{7DEDA2BC-8275-4FBB-A28A-68D801E06E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7fde15d-2397-485e-b73a-86b486d76ed9"/>
    <ds:schemaRef ds:uri="bcef248d-09fe-4034-af42-7800fb0b4c0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4.xml><?xml version="1.0" encoding="utf-8"?>
<ds:datastoreItem xmlns:ds="http://schemas.openxmlformats.org/officeDocument/2006/customXml" ds:itemID="{11300D8C-1DE0-4C9A-86BB-17269E5D3C65}">
  <ds:schemaRefs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purl.org/dc/terms/"/>
    <ds:schemaRef ds:uri="bcef248d-09fe-4034-af42-7800fb0b4c07"/>
    <ds:schemaRef ds:uri="http://schemas.openxmlformats.org/package/2006/metadata/core-properties"/>
    <ds:schemaRef ds:uri="77fde15d-2397-485e-b73a-86b486d76ed9"/>
    <ds:schemaRef ds:uri="http://schemas.microsoft.com/office/2006/metadata/properties"/>
  </ds:schemaRefs>
</ds:datastoreItem>
</file>

<file path=customXml/itemProps15.xml><?xml version="1.0" encoding="utf-8"?>
<ds:datastoreItem xmlns:ds="http://schemas.openxmlformats.org/officeDocument/2006/customXml" ds:itemID="{2A25ECD3-EA6C-4727-8DF2-5BDC9911D24C}">
  <ds:schemaRefs/>
</ds:datastoreItem>
</file>

<file path=customXml/itemProps16.xml><?xml version="1.0" encoding="utf-8"?>
<ds:datastoreItem xmlns:ds="http://schemas.openxmlformats.org/officeDocument/2006/customXml" ds:itemID="{2E5DC17B-7CA5-47FA-BB10-51D0544A8F91}">
  <ds:schemaRefs/>
</ds:datastoreItem>
</file>

<file path=customXml/itemProps17.xml><?xml version="1.0" encoding="utf-8"?>
<ds:datastoreItem xmlns:ds="http://schemas.openxmlformats.org/officeDocument/2006/customXml" ds:itemID="{ADCE6D4E-881A-4F21-8F46-6A112A7EEBE1}">
  <ds:schemaRefs/>
</ds:datastoreItem>
</file>

<file path=customXml/itemProps18.xml><?xml version="1.0" encoding="utf-8"?>
<ds:datastoreItem xmlns:ds="http://schemas.openxmlformats.org/officeDocument/2006/customXml" ds:itemID="{62D5B54B-6902-4F98-B23A-0118DB9EEDF4}">
  <ds:schemaRefs/>
</ds:datastoreItem>
</file>

<file path=customXml/itemProps19.xml><?xml version="1.0" encoding="utf-8"?>
<ds:datastoreItem xmlns:ds="http://schemas.openxmlformats.org/officeDocument/2006/customXml" ds:itemID="{A87FB1B0-D223-4CF6-8EC4-E3E816F1CDBE}">
  <ds:schemaRefs/>
</ds:datastoreItem>
</file>

<file path=docMetadata/LabelInfo.xml><?xml version="1.0" encoding="utf-8"?>
<clbl:labelList xmlns:clbl="http://schemas.microsoft.com/office/2020/mipLabelMetadata">
  <clbl:label id="{92e84ceb-fbfd-47ab-be52-080c6b87953f}" enabled="0" method="" siteId="{92e84ceb-fbfd-47ab-be52-080c6b87953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0</Words>
  <Application>Microsoft Macintosh PowerPoint</Application>
  <PresentationFormat>Panorámica</PresentationFormat>
  <Paragraphs>0</Paragraphs>
  <Slides>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0</vt:i4>
      </vt:variant>
    </vt:vector>
  </HeadingPairs>
  <TitlesOfParts>
    <vt:vector size="8" baseType="lpstr">
      <vt:lpstr>Aptos</vt:lpstr>
      <vt:lpstr>Ericsson Hilda</vt:lpstr>
      <vt:lpstr>Ericsson Hilda ExtraBold</vt:lpstr>
      <vt:lpstr>Ericsson Hilda ExtraLight</vt:lpstr>
      <vt:lpstr>Ericsson Hilda Light</vt:lpstr>
      <vt:lpstr>Ericsson Technical Icons</vt:lpstr>
      <vt:lpstr>PresentationTemplate2025</vt:lpstr>
      <vt:lpstr>1_PresentationTemplate2021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Lucia Rey Fernandez</dc:creator>
  <cp:lastModifiedBy>Jaime Tur</cp:lastModifiedBy>
  <cp:revision>14</cp:revision>
  <dcterms:created xsi:type="dcterms:W3CDTF">2026-01-12T11:19:33Z</dcterms:created>
  <dcterms:modified xsi:type="dcterms:W3CDTF">2026-09-15T09:17:47Z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0x01010093E8D57ECA48EA49A8079FF7BA4D8434</vt:lpwstr>
  </property>
  <property fmtid="{D5CDD505-2E9C-101B-9397-08002B2CF9AE}" pid="3" name="MediaServiceImageTags">
    <vt:lpwstr/>
  </property>
</Properties>
</file>