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handoutMasterIdLst>
    <p:handoutMasterId r:id="rId2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60" autoAdjust="0"/>
    <p:restoredTop sz="94674"/>
  </p:normalViewPr>
  <p:slideViewPr>
    <p:cSldViewPr snapToGrid="0">
      <p:cViewPr varScale="1">
        <p:scale>
          <a:sx n="242" d="100"/>
          <a:sy n="242" d="100"/>
        </p:scale>
        <p:origin x="1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93" d="100"/>
          <a:sy n="193" d="100"/>
        </p:scale>
        <p:origin x="789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6BD25E9-3EE4-6315-19C7-2A541A7E63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3B43AF-08D0-5B95-FD9E-BDE35BF0369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9DB08-0204-FF45-B45D-D96F9C704D75}" type="datetimeFigureOut">
              <a:rPr lang="es-ES" smtClean="0"/>
              <a:t>28/9/26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606970-A43E-C27B-4C53-D78E9CC31E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C56AC-B7E0-CB52-BD5D-82CAC487C3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E457C-3B9A-AF46-B684-DFBB9E6EDCF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01665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4" y="2121418"/>
            <a:ext cx="9766799" cy="2048048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329789"/>
            <a:ext cx="9766799" cy="843526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lang="en-US" sz="2400" b="0" kern="1400" spc="-160" baseline="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Description/subtitle/speaker… Ericsson Hilda Black 24pt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48622" y="5277365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DE968A4-40EF-C7ED-628E-BC446E1808EC}"/>
              </a:ext>
            </a:extLst>
          </p:cNvPr>
          <p:cNvSpPr txBox="1"/>
          <p:nvPr userDrawn="1"/>
        </p:nvSpPr>
        <p:spPr>
          <a:xfrm>
            <a:off x="1749287" y="1530626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s-E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and 2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Chart lower 1"/>
          <p:cNvSpPr>
            <a:spLocks noGrp="1"/>
          </p:cNvSpPr>
          <p:nvPr>
            <p:ph sz="quarter" idx="14" hasCustomPrompt="1"/>
          </p:nvPr>
        </p:nvSpPr>
        <p:spPr>
          <a:xfrm>
            <a:off x="481052" y="4102886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hart lower 2"/>
          <p:cNvSpPr>
            <a:spLocks noGrp="1"/>
          </p:cNvSpPr>
          <p:nvPr>
            <p:ph sz="quarter" idx="15" hasCustomPrompt="1"/>
          </p:nvPr>
        </p:nvSpPr>
        <p:spPr>
          <a:xfrm>
            <a:off x="4332814" y="4100980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hart low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84575" y="4102886"/>
            <a:ext cx="3528000" cy="2136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1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8307730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4252193"/>
            <a:ext cx="8307730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1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1233150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3583216"/>
            <a:ext cx="11233150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2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425219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4252193"/>
            <a:ext cx="4108145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2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3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279148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78871" y="170656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79148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78871" y="4252193"/>
            <a:ext cx="2708283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3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254288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29151" y="1706563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54288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029151" y="3583216"/>
            <a:ext cx="3683423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4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579217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79009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78801" y="170656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579217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679009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778801" y="4252193"/>
            <a:ext cx="2008352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4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310572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19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972866" y="1706563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10572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41719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2866" y="3583216"/>
            <a:ext cx="2739707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5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159259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39093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8927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98761" y="170656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159259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839093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518927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7198761" y="4252193"/>
            <a:ext cx="1588394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5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4343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09261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74179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39097" y="1706563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744343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009261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274179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539097" y="3583216"/>
            <a:ext cx="2173478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6 column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879286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147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08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78869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7478730" y="170656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879286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279147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08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078869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7478730" y="4252193"/>
            <a:ext cx="1308421" cy="2454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and 6 column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366856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1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54287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1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18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1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29149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1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916580" y="1706563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2366856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2-3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254287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2-4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18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2-5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029149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2-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9916580" y="3583216"/>
            <a:ext cx="1795991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1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1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3583216"/>
            <a:ext cx="5570855" cy="1785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3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3403650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3403650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5100737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5100737"/>
            <a:ext cx="4108145" cy="1605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3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957665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957665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08767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4208767"/>
            <a:ext cx="5570855" cy="11596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4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97937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97937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425219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4252193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552500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5525008"/>
            <a:ext cx="4108145" cy="1181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4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644889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644889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583215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3583215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521541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4521541"/>
            <a:ext cx="5570855" cy="8468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5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724815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724815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743067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3743067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761319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4761319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5779571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10" y="5779571"/>
            <a:ext cx="4108145" cy="926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5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457224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457224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207885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3207885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958546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3958546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709207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20" y="4709207"/>
            <a:ext cx="5570855" cy="6592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6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79010" y="1706563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555106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79010" y="2555106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3403649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679010" y="3403649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52192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79010" y="4252192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5100735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679010" y="5100735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6-1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5949278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6-2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679010" y="5949278"/>
            <a:ext cx="4108145" cy="757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6 rows + Comments dow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hart 1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1706563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1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141720" y="1706563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hart 2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2332114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hart 2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41720" y="2332114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hart 3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2957665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hart 3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1720" y="2957665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hart 4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3583216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hart 4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41720" y="3583216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hart 5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79425" y="4208767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5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141720" y="4208767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hart 6-1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79425" y="4834318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hart 6-2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141720" y="4834318"/>
            <a:ext cx="5570855" cy="534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74.xml"/><Relationship Id="rId61" Type="http://schemas.openxmlformats.org/officeDocument/2006/relationships/slideLayout" Target="../slideLayouts/slideLayout75.xml"/><Relationship Id="rId62" Type="http://schemas.openxmlformats.org/officeDocument/2006/relationships/slideLayout" Target="../slideLayouts/slideLayout76.xml"/><Relationship Id="rId63" Type="http://schemas.openxmlformats.org/officeDocument/2006/relationships/slideLayout" Target="../slideLayouts/slideLayout77.xml"/><Relationship Id="rId64" Type="http://schemas.openxmlformats.org/officeDocument/2006/relationships/slideLayout" Target="../slideLayouts/slideLayout78.xml"/><Relationship Id="rId65" Type="http://schemas.openxmlformats.org/officeDocument/2006/relationships/slideLayout" Target="../slideLayouts/slideLayout79.xml"/><Relationship Id="rId66" Type="http://schemas.openxmlformats.org/officeDocument/2006/relationships/slideLayout" Target="../slideLayouts/slideLayout80.xml"/><Relationship Id="rId67" Type="http://schemas.openxmlformats.org/officeDocument/2006/relationships/slideLayout" Target="../slideLayouts/slideLayout81.xml"/><Relationship Id="rId68" Type="http://schemas.openxmlformats.org/officeDocument/2006/relationships/slideLayout" Target="../slideLayouts/slideLayout82.xml"/><Relationship Id="rId69" Type="http://schemas.openxmlformats.org/officeDocument/2006/relationships/slideLayout" Target="../slideLayouts/slideLayout83.xml"/><Relationship Id="rId70" Type="http://schemas.openxmlformats.org/officeDocument/2006/relationships/slideLayout" Target="../slideLayouts/slideLayout84.xml"/><Relationship Id="rId71" Type="http://schemas.openxmlformats.org/officeDocument/2006/relationships/slideLayout" Target="../slideLayouts/slideLayout85.xml"/><Relationship Id="rId72" Type="http://schemas.openxmlformats.org/officeDocument/2006/relationships/slideLayout" Target="../slideLayouts/slideLayout86.xml"/><Relationship Id="rId73" Type="http://schemas.openxmlformats.org/officeDocument/2006/relationships/slideLayout" Target="../slideLayouts/slideLayout87.xml"/><Relationship Id="rId74" Type="http://schemas.openxmlformats.org/officeDocument/2006/relationships/slideLayout" Target="../slideLayouts/slideLayout88.xml"/><Relationship Id="rId75" Type="http://schemas.openxmlformats.org/officeDocument/2006/relationships/slideLayout" Target="../slideLayouts/slideLayout89.xml"/><Relationship Id="rId76" Type="http://schemas.openxmlformats.org/officeDocument/2006/relationships/slideLayout" Target="../slideLayouts/slideLayout90.xml"/><Relationship Id="rId77" Type="http://schemas.openxmlformats.org/officeDocument/2006/relationships/slideLayout" Target="../slideLayouts/slideLayout91.xml"/><Relationship Id="rId78" Type="http://schemas.openxmlformats.org/officeDocument/2006/relationships/slideLayout" Target="../slideLayouts/slideLayout92.xml"/><Relationship Id="rId79" Type="http://schemas.openxmlformats.org/officeDocument/2006/relationships/slideLayout" Target="../slideLayouts/slideLayout93.xml"/><Relationship Id="rId80" Type="http://schemas.openxmlformats.org/officeDocument/2006/relationships/slideLayout" Target="../slideLayouts/slideLayout94.xml"/><Relationship Id="rId81" Type="http://schemas.openxmlformats.org/officeDocument/2006/relationships/slideLayout" Target="../slideLayouts/slideLayout95.xml"/><Relationship Id="rId82" Type="http://schemas.openxmlformats.org/officeDocument/2006/relationships/slideLayout" Target="../slideLayouts/slideLayout96.xml"/><Relationship Id="rId83" Type="http://schemas.openxmlformats.org/officeDocument/2006/relationships/slideLayout" Target="../slideLayouts/slideLayout97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38" r:id="rId60"/>
    <p:sldLayoutId id="2147483739" r:id="rId61"/>
    <p:sldLayoutId id="2147483740" r:id="rId62"/>
    <p:sldLayoutId id="2147483741" r:id="rId63"/>
    <p:sldLayoutId id="2147483742" r:id="rId64"/>
    <p:sldLayoutId id="2147483743" r:id="rId65"/>
    <p:sldLayoutId id="2147483744" r:id="rId66"/>
    <p:sldLayoutId id="2147483745" r:id="rId67"/>
    <p:sldLayoutId id="2147483746" r:id="rId68"/>
    <p:sldLayoutId id="2147483747" r:id="rId69"/>
    <p:sldLayoutId id="2147483748" r:id="rId70"/>
    <p:sldLayoutId id="2147483749" r:id="rId71"/>
    <p:sldLayoutId id="2147483750" r:id="rId72"/>
    <p:sldLayoutId id="2147483751" r:id="rId73"/>
    <p:sldLayoutId id="2147483752" r:id="rId74"/>
    <p:sldLayoutId id="2147483753" r:id="rId75"/>
    <p:sldLayoutId id="2147483754" r:id="rId76"/>
    <p:sldLayoutId id="2147483755" r:id="rId77"/>
    <p:sldLayoutId id="2147483756" r:id="rId78"/>
    <p:sldLayoutId id="2147483757" r:id="rId79"/>
    <p:sldLayoutId id="2147483758" r:id="rId80"/>
    <p:sldLayoutId id="2147483759" r:id="rId81"/>
    <p:sldLayoutId id="2147483760" r:id="rId82"/>
    <p:sldLayoutId id="2147483761" r:id="rId83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D6A0B861-D97F-43C8-B3DF-13EB4CD7C21A}">
  <ds:schemaRefs/>
</ds:datastoreItem>
</file>

<file path=customXml/itemProps2.xml><?xml version="1.0" encoding="utf-8"?>
<ds:datastoreItem xmlns:ds="http://schemas.openxmlformats.org/officeDocument/2006/customXml" ds:itemID="{6AE2E849-5528-4C05-B1E8-DB80DA8BD7F1}">
  <ds:schemaRefs/>
</ds:datastoreItem>
</file>

<file path=customXml/itemProps3.xml><?xml version="1.0" encoding="utf-8"?>
<ds:datastoreItem xmlns:ds="http://schemas.openxmlformats.org/officeDocument/2006/customXml" ds:itemID="{4F6381B7-CB4D-4A8E-AE8C-AD066D7465AA}">
  <ds:schemaRefs/>
</ds:datastoreItem>
</file>

<file path=customXml/itemProps4.xml><?xml version="1.0" encoding="utf-8"?>
<ds:datastoreItem xmlns:ds="http://schemas.openxmlformats.org/officeDocument/2006/customXml" ds:itemID="{7FC3D2F9-C978-4F6C-9B95-BEE6303453CA}">
  <ds:schemaRefs/>
</ds:datastoreItem>
</file>

<file path=customXml/itemProps5.xml><?xml version="1.0" encoding="utf-8"?>
<ds:datastoreItem xmlns:ds="http://schemas.openxmlformats.org/officeDocument/2006/customXml" ds:itemID="{F1A1DCA2-547F-4B90-BE36-91B9AB619C93}">
  <ds:schemaRefs/>
</ds:datastoreItem>
</file>

<file path=customXml/itemProps6.xml><?xml version="1.0" encoding="utf-8"?>
<ds:datastoreItem xmlns:ds="http://schemas.openxmlformats.org/officeDocument/2006/customXml" ds:itemID="{2A25ECD3-EA6C-4727-8DF2-5BDC9911D24C}">
  <ds:schemaRefs/>
</ds:datastoreItem>
</file>

<file path=customXml/itemProps7.xml><?xml version="1.0" encoding="utf-8"?>
<ds:datastoreItem xmlns:ds="http://schemas.openxmlformats.org/officeDocument/2006/customXml" ds:itemID="{D81E0773-B1DF-4187-B86B-A4CC89F4FFA3}">
  <ds:schemaRefs/>
</ds:datastoreItem>
</file>

<file path=customXml/itemProps8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9.xml><?xml version="1.0" encoding="utf-8"?>
<ds:datastoreItem xmlns:ds="http://schemas.openxmlformats.org/officeDocument/2006/customXml" ds:itemID="{2E5DC17B-7CA5-47FA-BB10-51D0544A8F91}">
  <ds:schemaRefs/>
</ds:datastoreItem>
</file>

<file path=customXml/itemProps10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1.xml><?xml version="1.0" encoding="utf-8"?>
<ds:datastoreItem xmlns:ds="http://schemas.openxmlformats.org/officeDocument/2006/customXml" ds:itemID="{F6CC31F5-13F1-4893-A918-27994DEE1E73}">
  <ds:schemaRefs/>
</ds:datastoreItem>
</file>

<file path=customXml/itemProps12.xml><?xml version="1.0" encoding="utf-8"?>
<ds:datastoreItem xmlns:ds="http://schemas.openxmlformats.org/officeDocument/2006/customXml" ds:itemID="{0B924887-3FAA-4B8E-815F-481860E4E6AF}">
  <ds:schemaRefs/>
</ds:datastoreItem>
</file>

<file path=customXml/itemProps13.xml><?xml version="1.0" encoding="utf-8"?>
<ds:datastoreItem xmlns:ds="http://schemas.openxmlformats.org/officeDocument/2006/customXml" ds:itemID="{BA1C3E13-54CF-4EC8-BFFC-847950BB2BA6}">
  <ds:schemaRefs/>
</ds:datastoreItem>
</file>

<file path=customXml/itemProps14.xml><?xml version="1.0" encoding="utf-8"?>
<ds:datastoreItem xmlns:ds="http://schemas.openxmlformats.org/officeDocument/2006/customXml" ds:itemID="{62D5B54B-6902-4F98-B23A-0118DB9EEDF4}">
  <ds:schemaRefs/>
</ds:datastoreItem>
</file>

<file path=customXml/itemProps15.xml><?xml version="1.0" encoding="utf-8"?>
<ds:datastoreItem xmlns:ds="http://schemas.openxmlformats.org/officeDocument/2006/customXml" ds:itemID="{772ABA4E-1FA2-4FC1-9A8A-C2C33BEC7DBE}">
  <ds:schemaRefs/>
</ds:datastoreItem>
</file>

<file path=customXml/itemProps16.xml><?xml version="1.0" encoding="utf-8"?>
<ds:datastoreItem xmlns:ds="http://schemas.openxmlformats.org/officeDocument/2006/customXml" ds:itemID="{3E86842F-01DA-4AAB-AA56-9F0B2F496397}">
  <ds:schemaRefs/>
</ds:datastoreItem>
</file>

<file path=customXml/itemProps17.xml><?xml version="1.0" encoding="utf-8"?>
<ds:datastoreItem xmlns:ds="http://schemas.openxmlformats.org/officeDocument/2006/customXml" ds:itemID="{A87FB1B0-D223-4CF6-8EC4-E3E816F1CDBE}">
  <ds:schemaRefs/>
</ds:datastoreItem>
</file>

<file path=customXml/itemProps18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9.xml><?xml version="1.0" encoding="utf-8"?>
<ds:datastoreItem xmlns:ds="http://schemas.openxmlformats.org/officeDocument/2006/customXml" ds:itemID="{ADCE6D4E-881A-4F21-8F46-6A112A7EEBE1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16</cp:revision>
  <dcterms:created xsi:type="dcterms:W3CDTF">2026-01-12T11:19:33Z</dcterms:created>
  <dcterms:modified xsi:type="dcterms:W3CDTF">2026-09-28T17:00:01Z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