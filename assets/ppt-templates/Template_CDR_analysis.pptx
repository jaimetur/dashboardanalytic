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59" autoAdjust="0"/>
    <p:restoredTop sz="94652"/>
  </p:normalViewPr>
  <p:slideViewPr>
    <p:cSldViewPr snapToGrid="0">
      <p:cViewPr varScale="1">
        <p:scale>
          <a:sx n="241" d="100"/>
          <a:sy n="241" d="100"/>
        </p:scale>
        <p:origin x="13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viewProps" Target="view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presProps" Target="presProps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1858617"/>
            <a:ext cx="9866842" cy="3146589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5113685"/>
            <a:ext cx="5472114" cy="112360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rgbClr val="FFFF00"/>
                </a:solidFill>
                <a:latin typeface="+mn-lt"/>
              </a:defRPr>
            </a:lvl1pPr>
          </a:lstStyle>
          <a:p>
            <a:r>
              <a:rPr lang="en-US" dirty="0"/>
              <a:t>Description/subtitle/speaker…</a:t>
            </a:r>
            <a:br>
              <a:rPr lang="en-US" dirty="0"/>
            </a:br>
            <a:r>
              <a:rPr lang="en-US" dirty="0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425" y="6345767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c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6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4F6381B7-CB4D-4A8E-AE8C-AD066D7465AA}">
  <ds:schemaRefs/>
</ds:datastoreItem>
</file>

<file path=customXml/itemProps2.xml><?xml version="1.0" encoding="utf-8"?>
<ds:datastoreItem xmlns:ds="http://schemas.openxmlformats.org/officeDocument/2006/customXml" ds:itemID="{2E5DC17B-7CA5-47FA-BB10-51D0544A8F91}">
  <ds:schemaRefs/>
</ds:datastoreItem>
</file>

<file path=customXml/itemProps3.xml><?xml version="1.0" encoding="utf-8"?>
<ds:datastoreItem xmlns:ds="http://schemas.openxmlformats.org/officeDocument/2006/customXml" ds:itemID="{772ABA4E-1FA2-4FC1-9A8A-C2C33BEC7DBE}">
  <ds:schemaRefs/>
</ds:datastoreItem>
</file>

<file path=customXml/itemProps4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5.xml><?xml version="1.0" encoding="utf-8"?>
<ds:datastoreItem xmlns:ds="http://schemas.openxmlformats.org/officeDocument/2006/customXml" ds:itemID="{0B924887-3FAA-4B8E-815F-481860E4E6AF}">
  <ds:schemaRefs/>
</ds:datastoreItem>
</file>

<file path=customXml/itemProps6.xml><?xml version="1.0" encoding="utf-8"?>
<ds:datastoreItem xmlns:ds="http://schemas.openxmlformats.org/officeDocument/2006/customXml" ds:itemID="{6AE2E849-5528-4C05-B1E8-DB80DA8BD7F1}">
  <ds:schemaRefs/>
</ds:datastoreItem>
</file>

<file path=customXml/itemProps7.xml><?xml version="1.0" encoding="utf-8"?>
<ds:datastoreItem xmlns:ds="http://schemas.openxmlformats.org/officeDocument/2006/customXml" ds:itemID="{F1A1DCA2-547F-4B90-BE36-91B9AB619C93}">
  <ds:schemaRefs/>
</ds:datastoreItem>
</file>

<file path=customXml/itemProps8.xml><?xml version="1.0" encoding="utf-8"?>
<ds:datastoreItem xmlns:ds="http://schemas.openxmlformats.org/officeDocument/2006/customXml" ds:itemID="{7FC3D2F9-C978-4F6C-9B95-BEE6303453CA}">
  <ds:schemaRefs/>
</ds:datastoreItem>
</file>

<file path=customXml/itemProps9.xml><?xml version="1.0" encoding="utf-8"?>
<ds:datastoreItem xmlns:ds="http://schemas.openxmlformats.org/officeDocument/2006/customXml" ds:itemID="{F6CC31F5-13F1-4893-A918-27994DEE1E73}">
  <ds:schemaRefs/>
</ds:datastoreItem>
</file>

<file path=customXml/itemProps10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.xml><?xml version="1.0" encoding="utf-8"?>
<ds:datastoreItem xmlns:ds="http://schemas.openxmlformats.org/officeDocument/2006/customXml" ds:itemID="{D6A0B861-D97F-43C8-B3DF-13EB4CD7C21A}">
  <ds:schemaRefs/>
</ds:datastoreItem>
</file>

<file path=customXml/itemProps12.xml><?xml version="1.0" encoding="utf-8"?>
<ds:datastoreItem xmlns:ds="http://schemas.openxmlformats.org/officeDocument/2006/customXml" ds:itemID="{2A25ECD3-EA6C-4727-8DF2-5BDC9911D24C}">
  <ds:schemaRefs/>
</ds:datastoreItem>
</file>

<file path=customXml/itemProps13.xml><?xml version="1.0" encoding="utf-8"?>
<ds:datastoreItem xmlns:ds="http://schemas.openxmlformats.org/officeDocument/2006/customXml" ds:itemID="{D81E0773-B1DF-4187-B86B-A4CC89F4FFA3}">
  <ds:schemaRefs/>
</ds:datastoreItem>
</file>

<file path=customXml/itemProps14.xml><?xml version="1.0" encoding="utf-8"?>
<ds:datastoreItem xmlns:ds="http://schemas.openxmlformats.org/officeDocument/2006/customXml" ds:itemID="{62D5B54B-6902-4F98-B23A-0118DB9EEDF4}">
  <ds:schemaRefs/>
</ds:datastoreItem>
</file>

<file path=customXml/itemProps15.xml><?xml version="1.0" encoding="utf-8"?>
<ds:datastoreItem xmlns:ds="http://schemas.openxmlformats.org/officeDocument/2006/customXml" ds:itemID="{3E86842F-01DA-4AAB-AA56-9F0B2F496397}">
  <ds:schemaRefs/>
</ds:datastoreItem>
</file>

<file path=customXml/itemProps16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A87FB1B0-D223-4CF6-8EC4-E3E816F1CDBE}">
  <ds:schemaRefs/>
</ds:datastoreItem>
</file>

<file path=customXml/itemProps19.xml><?xml version="1.0" encoding="utf-8"?>
<ds:datastoreItem xmlns:ds="http://schemas.openxmlformats.org/officeDocument/2006/customXml" ds:itemID="{BA1C3E13-54CF-4EC8-BFFC-847950BB2BA6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9</cp:revision>
  <dcterms:created xsi:type="dcterms:W3CDTF">2026-01-12T11:19:33Z</dcterms:created>
  <dcterms:modified xsi:type="dcterms:W3CDTF">2026-09-15T08:54:22Z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