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0"/>
    <p:sldMasterId id="2147483707" r:id="rId21"/>
  </p:sldMasterIdLst>
  <p:notesMasterIdLst>
    <p:notesMasterId r:id="rId22"/>
  </p:notesMasterIdLst>
  <p:handoutMasterIdLst>
    <p:handoutMasterId r:id="rId23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60" autoAdjust="0"/>
    <p:restoredTop sz="94674"/>
  </p:normalViewPr>
  <p:slideViewPr>
    <p:cSldViewPr snapToGrid="0">
      <p:cViewPr varScale="1">
        <p:scale>
          <a:sx n="242" d="100"/>
          <a:sy n="242" d="100"/>
        </p:scale>
        <p:origin x="1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93" d="100"/>
          <a:sy n="193" d="100"/>
        </p:scale>
        <p:origin x="789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2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handoutMaster" Target="handoutMasters/handoutMaster1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6BD25E9-3EE4-6315-19C7-2A541A7E63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3B43AF-08D0-5B95-FD9E-BDE35BF036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9DB08-0204-FF45-B45D-D96F9C704D75}" type="datetimeFigureOut">
              <a:rPr lang="es-ES" smtClean="0"/>
              <a:t>28/9/26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606970-A43E-C27B-4C53-D78E9CC31E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EC56AC-B7E0-CB52-BD5D-82CAC487C3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E457C-3B9A-AF46-B684-DFBB9E6EDC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0166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6DF60-6159-4558-8D07-00E18A77A54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0E5E0-7946-4FB1-A297-6AB0FA3AA7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0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gradFill flip="none" rotWithShape="1"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4" y="2121418"/>
            <a:ext cx="9766799" cy="2048048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Title/cover page,   Ericsson Hilda Light 80pt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329789"/>
            <a:ext cx="9766799" cy="843526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lang="en-US" sz="2400" b="0" kern="1400" spc="-160" baseline="0" dirty="0">
                <a:solidFill>
                  <a:schemeClr val="accent4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Description/subtitle/speaker… Ericsson Hilda Black 24pt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137CF1-DACA-3883-36F0-4953E52B1A2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22" y="5277365"/>
            <a:ext cx="2259542" cy="0"/>
          </a:xfrm>
          <a:prstGeom prst="line">
            <a:avLst/>
          </a:prstGeom>
          <a:solidFill>
            <a:schemeClr val="accent1"/>
          </a:solidFill>
          <a:ln w="38100" cap="rnd" cmpd="sng" algn="ctr">
            <a:solidFill>
              <a:srgbClr val="EFD4D3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DE968A4-40EF-C7ED-628E-BC446E1808EC}"/>
              </a:ext>
            </a:extLst>
          </p:cNvPr>
          <p:cNvSpPr txBox="1"/>
          <p:nvPr userDrawn="1"/>
        </p:nvSpPr>
        <p:spPr>
          <a:xfrm>
            <a:off x="1749287" y="1530626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s-E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108456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75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706563"/>
            <a:ext cx="11233150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706563"/>
            <a:ext cx="8307730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8537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866E44-A7AE-B643-0522-816211CEDA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3" y="1709736"/>
            <a:ext cx="556115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DA618F3-EEF8-8D27-8883-E59D465EC7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1421" y="1709735"/>
            <a:ext cx="556115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6475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89608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0C361B-ABEF-DDCD-8B62-A48E04E390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13" y="1709700"/>
            <a:ext cx="8304225" cy="2422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4180C57-4315-C64A-FAE3-330C0CA0F9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12" y="4284626"/>
            <a:ext cx="8304225" cy="2422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490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89608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782E2F-86DB-86D4-DCF9-8958746105F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1709736"/>
            <a:ext cx="3577975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B75A00BE-CA97-A854-15C7-7465405CB5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07010" y="1709736"/>
            <a:ext cx="3577975" cy="3661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0F2B03B-4F5D-BA62-9CAC-D574877D0F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34595" y="1709736"/>
            <a:ext cx="3577975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569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065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E1B422-E2C7-9D9C-2315-3154C6FCE21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1709698"/>
            <a:ext cx="3970316" cy="2422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A756F80-20B2-AC45-1DED-EC4AEBDB964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01590" y="1709697"/>
            <a:ext cx="3970316" cy="2422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632CB1D9-AF8F-C9B1-0D3C-7AB2989183E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84623"/>
            <a:ext cx="3970316" cy="2422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2B5EA31B-CED6-9ED8-AA68-8FE1BBB0952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01590" y="4284623"/>
            <a:ext cx="3970316" cy="2422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15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1130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09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gradFill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2986709"/>
            <a:ext cx="8353425" cy="11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42817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ransi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2986709"/>
            <a:ext cx="8353425" cy="11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2661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1978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5856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4104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6312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2969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49447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3968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537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97006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4161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77447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2042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92027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0093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7892329"/>
      </p:ext>
    </p:extLst>
  </p:cSld>
  <p:clrMapOvr>
    <a:masterClrMapping/>
  </p:clrMapOvr>
  <p:hf sldNum="0"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39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44910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0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88196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013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1756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409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81158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5215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85556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4642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8062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8735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6522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3248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66706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518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92495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7448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300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</p:spTree>
    <p:extLst>
      <p:ext uri="{BB962C8B-B14F-4D97-AF65-F5344CB8AC3E}">
        <p14:creationId xmlns:p14="http://schemas.microsoft.com/office/powerpoint/2010/main" val="2160505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7003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EF47-A155-4815-8E3B-40C76284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BA25-551C-447C-A896-CC8080E6E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A6C5-3BB4-4AB0-91A2-43BA454C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DE01-2FF0-4867-B3DB-3EC28137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FE546-C229-4940-81D2-FAE4B25A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62096F-0B2A-43BE-BAC2-156D1E5A22B7}" type="slidenum">
              <a:rPr lang="en-US" smtClean="0">
                <a:solidFill>
                  <a:srgbClr val="001155"/>
                </a:solidFill>
                <a:cs typeface="+mn-cs"/>
              </a:rPr>
              <a:pPr>
                <a:defRPr/>
              </a:pPr>
              <a:t>‹Nº›</a:t>
            </a:fld>
            <a:endParaRPr lang="en-US">
              <a:solidFill>
                <a:srgbClr val="001155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255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23aef9-865f-46e0-9feb-85e9b06e34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64054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f26b25-7c56-47e9-8e69-7c9c8de37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24266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2032059171"/>
      </p:ext>
    </p:extLst>
  </p:cSld>
  <p:clrMapOvr>
    <a:masterClrMapping/>
  </p:clrMapOvr>
  <p:hf sldNum="0" hdr="0" ft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6437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D9DB7BA-3A2F-46BA-A617-2A049434CD6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38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9389209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5486323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6654486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102869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845947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460533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4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018439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2365518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1813" y="4309200"/>
            <a:ext cx="6048375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79B00C-7C1F-4F17-8D52-31D787A1234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06895" y="2854112"/>
            <a:ext cx="1163145" cy="11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3872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47989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note Cover Page w.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2554F4-437E-411D-B2B2-6A58D58580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-3048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49"/>
            <a:ext cx="8353426" cy="3456000"/>
          </a:xfr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lang="en-US" sz="8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Keynote cover page </a:t>
            </a:r>
            <a:br>
              <a:rPr lang="en-US"/>
            </a:br>
            <a:r>
              <a:rPr lang="en-US"/>
              <a:t>Ericsson Hilda Light 80pt, max 3-lines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149725"/>
            <a:ext cx="5472113" cy="2087563"/>
          </a:xfrm>
          <a:prstGeom prst="rect">
            <a:avLst/>
          </a:prstGeom>
        </p:spPr>
        <p:txBody>
          <a:bodyPr r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Speaker,</a:t>
            </a:r>
            <a:br>
              <a:rPr lang="en-US"/>
            </a:br>
            <a:r>
              <a:rPr lang="en-US"/>
              <a:t>Ericsson Black, Ericsson Hilda 20pt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753C092-06FE-4B22-BAB1-EBEB69074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866A1512-27D5-4CA8-94C5-10E56C30705D}"/>
              </a:ext>
            </a:extLst>
          </p:cNvPr>
          <p:cNvSpPr txBox="1"/>
          <p:nvPr userDrawn="1"/>
        </p:nvSpPr>
        <p:spPr>
          <a:xfrm>
            <a:off x="396000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FirstDividerHider">
            <a:extLst>
              <a:ext uri="{FF2B5EF4-FFF2-40B4-BE49-F238E27FC236}">
                <a16:creationId xmlns:a16="http://schemas.microsoft.com/office/drawing/2014/main" id="{30276571-778A-43C8-820D-4E055433343F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7047302"/>
      </p:ext>
    </p:extLst>
  </p:cSld>
  <p:clrMapOvr>
    <a:masterClrMapping/>
  </p:clrMapOvr>
  <p:hf sldNum="0" hdr="0" ft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276473960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D1EC-7035-7162-3D49-453CAB62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CA374-22C6-10E4-B949-DB8D84B0C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A6CEB-EDCC-F2FE-4644-90599486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7A04-4D14-4FB4-ABC3-4FF79A2401A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73BD8-4B85-9069-3BD9-B47B39CD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07A9-583F-83A7-FC2A-8C48950B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E183-6F7B-4689-9F59-5F64BE4E64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0305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74EB-9121-12F5-0BB1-B62827FFC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35119-7FD8-4D80-EA3D-B3AC4F3ED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989CB-11D3-C644-1FEF-B88D9467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C93B-D740-4A24-9033-971140705A3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28F01-86E2-7CCD-961D-1736AD60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DABC-0E7B-9D4B-E47D-02AF5B93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44C3-3010-471A-8BD1-91611E7237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6205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Chart lower 1"/>
          <p:cNvSpPr>
            <a:spLocks noGrp="1"/>
          </p:cNvSpPr>
          <p:nvPr>
            <p:ph sz="quarter" idx="14" hasCustomPrompt="1"/>
          </p:nvPr>
        </p:nvSpPr>
        <p:spPr>
          <a:xfrm>
            <a:off x="481052" y="4102886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hart lower 2"/>
          <p:cNvSpPr>
            <a:spLocks noGrp="1"/>
          </p:cNvSpPr>
          <p:nvPr>
            <p:ph sz="quarter" idx="15" hasCustomPrompt="1"/>
          </p:nvPr>
        </p:nvSpPr>
        <p:spPr>
          <a:xfrm>
            <a:off x="4332814" y="41009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low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84575" y="4102886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4252193"/>
            <a:ext cx="8307730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3583216"/>
            <a:ext cx="11233150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425219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425219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403650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3403650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5100737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5100737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57665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957665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08767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4208767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7937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97937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5219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425219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552500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552500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644889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644889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583215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3583215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521541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4521541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724815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724815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743067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3743067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761319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4761319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779571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10" y="5779571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457224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457224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207885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3207885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958546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3958546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709207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20" y="4709207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555106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555106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403649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3403649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2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4252192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100735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10" y="5100735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949278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679010" y="5949278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332114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332114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957665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2957665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6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3583216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208767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20" y="4208767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4834318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41720" y="4834318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01924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4086701"/>
            <a:ext cx="11233150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4086701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4086701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3339359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3339359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834043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4834043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965688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965688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086701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4086701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5207714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5207714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74148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74148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63829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363829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53510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453510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543191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20" y="543191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592017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592017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339359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3339359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4086701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4834043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20" y="4834043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558138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41720" y="558138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74.xml"/><Relationship Id="rId61" Type="http://schemas.openxmlformats.org/officeDocument/2006/relationships/slideLayout" Target="../slideLayouts/slideLayout75.xml"/><Relationship Id="rId62" Type="http://schemas.openxmlformats.org/officeDocument/2006/relationships/slideLayout" Target="../slideLayouts/slideLayout76.xml"/><Relationship Id="rId63" Type="http://schemas.openxmlformats.org/officeDocument/2006/relationships/slideLayout" Target="../slideLayouts/slideLayout77.xml"/><Relationship Id="rId64" Type="http://schemas.openxmlformats.org/officeDocument/2006/relationships/slideLayout" Target="../slideLayouts/slideLayout78.xml"/><Relationship Id="rId65" Type="http://schemas.openxmlformats.org/officeDocument/2006/relationships/slideLayout" Target="../slideLayouts/slideLayout79.xml"/><Relationship Id="rId66" Type="http://schemas.openxmlformats.org/officeDocument/2006/relationships/slideLayout" Target="../slideLayouts/slideLayout80.xml"/><Relationship Id="rId67" Type="http://schemas.openxmlformats.org/officeDocument/2006/relationships/slideLayout" Target="../slideLayouts/slideLayout81.xml"/><Relationship Id="rId68" Type="http://schemas.openxmlformats.org/officeDocument/2006/relationships/slideLayout" Target="../slideLayouts/slideLayout82.xml"/><Relationship Id="rId69" Type="http://schemas.openxmlformats.org/officeDocument/2006/relationships/slideLayout" Target="../slideLayouts/slideLayout83.xml"/><Relationship Id="rId70" Type="http://schemas.openxmlformats.org/officeDocument/2006/relationships/slideLayout" Target="../slideLayouts/slideLayout84.xml"/><Relationship Id="rId71" Type="http://schemas.openxmlformats.org/officeDocument/2006/relationships/slideLayout" Target="../slideLayouts/slideLayout85.xml"/><Relationship Id="rId72" Type="http://schemas.openxmlformats.org/officeDocument/2006/relationships/slideLayout" Target="../slideLayouts/slideLayout86.xml"/><Relationship Id="rId73" Type="http://schemas.openxmlformats.org/officeDocument/2006/relationships/slideLayout" Target="../slideLayouts/slideLayout87.xml"/><Relationship Id="rId74" Type="http://schemas.openxmlformats.org/officeDocument/2006/relationships/slideLayout" Target="../slideLayouts/slideLayout88.xml"/><Relationship Id="rId75" Type="http://schemas.openxmlformats.org/officeDocument/2006/relationships/slideLayout" Target="../slideLayouts/slideLayout89.xml"/><Relationship Id="rId76" Type="http://schemas.openxmlformats.org/officeDocument/2006/relationships/slideLayout" Target="../slideLayouts/slideLayout90.xml"/><Relationship Id="rId77" Type="http://schemas.openxmlformats.org/officeDocument/2006/relationships/slideLayout" Target="../slideLayouts/slideLayout91.xml"/><Relationship Id="rId78" Type="http://schemas.openxmlformats.org/officeDocument/2006/relationships/slideLayout" Target="../slideLayouts/slideLayout92.xml"/><Relationship Id="rId79" Type="http://schemas.openxmlformats.org/officeDocument/2006/relationships/slideLayout" Target="../slideLayouts/slideLayout93.xml"/><Relationship Id="rId80" Type="http://schemas.openxmlformats.org/officeDocument/2006/relationships/slideLayout" Target="../slideLayouts/slideLayout94.xml"/><Relationship Id="rId81" Type="http://schemas.openxmlformats.org/officeDocument/2006/relationships/slideLayout" Target="../slideLayouts/slideLayout95.xml"/><Relationship Id="rId82" Type="http://schemas.openxmlformats.org/officeDocument/2006/relationships/slideLayout" Target="../slideLayouts/slideLayout96.xml"/><Relationship Id="rId83" Type="http://schemas.openxmlformats.org/officeDocument/2006/relationships/slideLayout" Target="../slideLayouts/slideLayout97.xml"/><Relationship Id="rId84" Type="http://schemas.openxmlformats.org/officeDocument/2006/relationships/slideLayout" Target="../slideLayouts/slideLayout98.xml"/><Relationship Id="rId85" Type="http://schemas.openxmlformats.org/officeDocument/2006/relationships/slideLayout" Target="../slideLayouts/slideLayout99.xml"/><Relationship Id="rId86" Type="http://schemas.openxmlformats.org/officeDocument/2006/relationships/slideLayout" Target="../slideLayouts/slideLayout100.xml"/><Relationship Id="rId87" Type="http://schemas.openxmlformats.org/officeDocument/2006/relationships/slideLayout" Target="../slideLayouts/slideLayout101.xml"/><Relationship Id="rId88" Type="http://schemas.openxmlformats.org/officeDocument/2006/relationships/slideLayout" Target="../slideLayouts/slideLayout102.xml"/><Relationship Id="rId89" Type="http://schemas.openxmlformats.org/officeDocument/2006/relationships/slideLayout" Target="../slideLayouts/slideLayout103.xml"/><Relationship Id="rId90" Type="http://schemas.openxmlformats.org/officeDocument/2006/relationships/slideLayout" Target="../slideLayouts/slideLayout104.xml"/><Relationship Id="rId91" Type="http://schemas.openxmlformats.org/officeDocument/2006/relationships/slideLayout" Target="../slideLayouts/slideLayout105.xml"/><Relationship Id="rId92" Type="http://schemas.openxmlformats.org/officeDocument/2006/relationships/slideLayout" Target="../slideLayouts/slideLayout106.xml"/><Relationship Id="rId93" Type="http://schemas.openxmlformats.org/officeDocument/2006/relationships/slideLayout" Target="../slideLayouts/slideLayout107.xml"/><Relationship Id="rId94" Type="http://schemas.openxmlformats.org/officeDocument/2006/relationships/slideLayout" Target="../slideLayouts/slideLayout108.xml"/><Relationship Id="rId95" Type="http://schemas.openxmlformats.org/officeDocument/2006/relationships/slideLayout" Target="../slideLayouts/slideLayout10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19" Type="http://schemas.openxmlformats.org/officeDocument/2006/relationships/image" Target="../media/image4.svg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5" y="476250"/>
            <a:ext cx="9938288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ADDB58AC-4EFC-E7F9-0735-7729D36BFF82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pic>
        <p:nvPicPr>
          <p:cNvPr id="4" name="Graphic 6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512036" y="474822"/>
            <a:ext cx="773481" cy="39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4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5" r:id="rId3"/>
    <p:sldLayoutId id="2147483728" r:id="rId4"/>
    <p:sldLayoutId id="2147483726" r:id="rId5"/>
    <p:sldLayoutId id="2147483734" r:id="rId6"/>
    <p:sldLayoutId id="2147483735" r:id="rId7"/>
    <p:sldLayoutId id="2147483730" r:id="rId8"/>
    <p:sldLayoutId id="2147483727" r:id="rId9"/>
    <p:sldLayoutId id="2147483729" r:id="rId10"/>
    <p:sldLayoutId id="2147483663" r:id="rId11"/>
    <p:sldLayoutId id="2147483664" r:id="rId12"/>
    <p:sldLayoutId id="2147483736" r:id="rId13"/>
    <p:sldLayoutId id="2147483737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  <p:sldLayoutId id="2147483703" r:id="rId53"/>
    <p:sldLayoutId id="2147483704" r:id="rId54"/>
    <p:sldLayoutId id="2147483705" r:id="rId55"/>
    <p:sldLayoutId id="2147483706" r:id="rId56"/>
    <p:sldLayoutId id="2147483738" r:id="rId60"/>
    <p:sldLayoutId id="2147483739" r:id="rId61"/>
    <p:sldLayoutId id="2147483740" r:id="rId62"/>
    <p:sldLayoutId id="2147483741" r:id="rId63"/>
    <p:sldLayoutId id="2147483742" r:id="rId64"/>
    <p:sldLayoutId id="2147483743" r:id="rId65"/>
    <p:sldLayoutId id="2147483744" r:id="rId66"/>
    <p:sldLayoutId id="2147483745" r:id="rId67"/>
    <p:sldLayoutId id="2147483746" r:id="rId68"/>
    <p:sldLayoutId id="2147483747" r:id="rId69"/>
    <p:sldLayoutId id="2147483748" r:id="rId70"/>
    <p:sldLayoutId id="2147483749" r:id="rId71"/>
    <p:sldLayoutId id="2147483750" r:id="rId72"/>
    <p:sldLayoutId id="2147483751" r:id="rId73"/>
    <p:sldLayoutId id="2147483752" r:id="rId74"/>
    <p:sldLayoutId id="2147483753" r:id="rId75"/>
    <p:sldLayoutId id="2147483754" r:id="rId76"/>
    <p:sldLayoutId id="2147483755" r:id="rId77"/>
    <p:sldLayoutId id="2147483756" r:id="rId78"/>
    <p:sldLayoutId id="2147483757" r:id="rId79"/>
    <p:sldLayoutId id="2147483758" r:id="rId80"/>
    <p:sldLayoutId id="2147483759" r:id="rId81"/>
    <p:sldLayoutId id="2147483760" r:id="rId82"/>
    <p:sldLayoutId id="2147483761" r:id="rId83"/>
    <p:sldLayoutId id="2147483762" r:id="rId84"/>
    <p:sldLayoutId id="2147483763" r:id="rId85"/>
    <p:sldLayoutId id="2147483764" r:id="rId86"/>
    <p:sldLayoutId id="2147483765" r:id="rId87"/>
    <p:sldLayoutId id="2147483766" r:id="rId88"/>
    <p:sldLayoutId id="2147483767" r:id="rId89"/>
    <p:sldLayoutId id="2147483768" r:id="rId90"/>
    <p:sldLayoutId id="2147483769" r:id="rId91"/>
    <p:sldLayoutId id="2147483770" r:id="rId92"/>
    <p:sldLayoutId id="2147483771" r:id="rId93"/>
    <p:sldLayoutId id="2147483772" r:id="rId94"/>
    <p:sldLayoutId id="2147483773" r:id="rId95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 err="1"/>
              <a:t>Mintaszöveg</a:t>
            </a:r>
            <a:r>
              <a:rPr lang="en-US"/>
              <a:t> </a:t>
            </a:r>
            <a:r>
              <a:rPr lang="en-US" err="1"/>
              <a:t>szerkesztése</a:t>
            </a:r>
            <a:endParaRPr lang="en-US"/>
          </a:p>
          <a:p>
            <a:pPr lvl="1"/>
            <a:r>
              <a:rPr lang="en-US" err="1"/>
              <a:t>Második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2"/>
            <a:r>
              <a:rPr lang="en-US" err="1"/>
              <a:t>Harmadik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3"/>
            <a:r>
              <a:rPr lang="en-US" err="1"/>
              <a:t>Negyedik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4"/>
            <a:r>
              <a:rPr lang="en-US" err="1"/>
              <a:t>Ötödik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CFCA6C0-C300-46F3-8D05-D936BF801E7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9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theme/theme1.xml><?xml version="1.0" encoding="utf-8"?>
<a:theme xmlns:a="http://schemas.openxmlformats.org/drawingml/2006/main" name="PresentationTemplate2025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spcBef>
            <a:spcPts val="800"/>
          </a:spcBef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tabLst/>
          <a:defRPr kumimoji="0" sz="2000" b="0" i="0" u="none" strike="noStrike" kern="1000" cap="none" spc="-30" normalizeH="0" baseline="0" noProof="0" dirty="0" err="1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1_PresentationTemplate2021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0082F0"/>
      </a:accent1>
      <a:accent2>
        <a:srgbClr val="0FC373"/>
      </a:accent2>
      <a:accent3>
        <a:srgbClr val="AF78D2"/>
      </a:accent3>
      <a:accent4>
        <a:srgbClr val="FAD22D"/>
      </a:accent4>
      <a:accent5>
        <a:srgbClr val="FF8C0A"/>
      </a:accent5>
      <a:accent6>
        <a:srgbClr val="FF3232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<a:prstTxWarp prst="textNoShape">
          <a:avLst/>
        </a:prstTxWarp>
        <a:noAutofit/>
      </a:bodyPr>
      <a:lstStyle>
        <a:defPPr marL="180000" indent="-180000" algn="l">
          <a:spcBef>
            <a:spcPts val="800"/>
          </a:spcBef>
          <a:buFont typeface="Ericsson Hilda" panose="00000500000000000000" pitchFamily="2" charset="0"/>
          <a:buChar char="●"/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L="180000" marR="0" indent="-18000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buFont typeface="Ericsson Hilda" panose="00000500000000000000" pitchFamily="2" charset="0"/>
          <a:buChar char="●"/>
          <a:tabLst/>
          <a:defRPr kumimoji="0" sz="2000" b="0" i="0" u="none" strike="noStrike" kern="1000" cap="none" spc="-3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Ericsson Hilda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ary Ericsson Blue 1">
      <a:srgbClr val="000082"/>
    </a:custClr>
    <a:custClr name="Primary Ericsson Blue 2">
      <a:srgbClr val="0050CA"/>
    </a:custClr>
    <a:custClr name="Primary Ericsson Blue">
      <a:srgbClr val="0082F0"/>
    </a:custClr>
    <a:custClr name="Primary Ericsson Blue 3">
      <a:srgbClr val="48A8FA"/>
    </a:custClr>
    <a:custClr name="Primary Ericsson Blue 4">
      <a:srgbClr val="85CCFF"/>
    </a:custClr>
    <a:custClr name="Secondary Ericsson Green">
      <a:srgbClr val="0FC373"/>
    </a:custClr>
    <a:custClr name="Secondary Ericsson Purple">
      <a:srgbClr val="AF78D2"/>
    </a:custClr>
    <a:custClr name="Secondary Ericsson Yellow">
      <a:srgbClr val="FAD22D"/>
    </a:custClr>
    <a:custClr name="Secondary Ericsson Orange">
      <a:srgbClr val="FF8C0A"/>
    </a:custClr>
    <a:custClr name="Secondary Ericsson Red">
      <a:srgbClr val="FF3232"/>
    </a:custClr>
    <a:custClr name="Secondary Ericsson Black">
      <a:srgbClr val="000000"/>
    </a:custClr>
    <a:custClr name="Secondary Ericsson Gray 1">
      <a:srgbClr val="242424"/>
    </a:custClr>
    <a:custClr name="Secondary Ericsson Gray 2">
      <a:srgbClr val="767676"/>
    </a:custClr>
    <a:custClr name="Secondary Ericsson Gray 3">
      <a:srgbClr val="A0A0A0"/>
    </a:custClr>
    <a:custClr name="Secondary Ericsson Gray 4">
      <a:srgbClr val="E0E0E0"/>
    </a:custClr>
    <a:custClr name="Secondary Ericsson Gray 5">
      <a:srgbClr val="F2F2F2"/>
    </a:custClr>
    <a:custClr name="Secondary Ericsson 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item1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ef248d-09fe-4034-af42-7800fb0b4c07" xsi:nil="true"/>
    <lcf76f155ced4ddcb4097134ff3c332f xmlns="77fde15d-2397-485e-b73a-86b486d76ed9">
      <Terms xmlns="http://schemas.microsoft.com/office/infopath/2007/PartnerControls"/>
    </lcf76f155ced4ddcb4097134ff3c332f>
    <_Flow_SignoffStatus xmlns="77fde15d-2397-485e-b73a-86b486d76ed9" xsi:nil="true"/>
  </documentManagement>
</p:properties>
</file>

<file path=customXml/item9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5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6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3E8D57ECA48EA49A8079FF7BA4D8434" ma:contentTypeVersion="14" ma:contentTypeDescription="Crear nuevo documento." ma:contentTypeScope="" ma:versionID="63c20a81180abc05dcc77631795f2f6d">
  <xsd:schema xmlns:xsd="http://www.w3.org/2001/XMLSchema" xmlns:xs="http://www.w3.org/2001/XMLSchema" xmlns:p="http://schemas.microsoft.com/office/2006/metadata/properties" xmlns:ns2="77fde15d-2397-485e-b73a-86b486d76ed9" xmlns:ns3="bcef248d-09fe-4034-af42-7800fb0b4c07" targetNamespace="http://schemas.microsoft.com/office/2006/metadata/properties" ma:root="true" ma:fieldsID="c568fcd95f5d4d3e7cd3fb2956348a08" ns2:_="" ns3:_="">
    <xsd:import namespace="77fde15d-2397-485e-b73a-86b486d76ed9"/>
    <xsd:import namespace="bcef248d-09fe-4034-af42-7800fb0b4c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_Flow_SignoffStatu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de15d-2397-485e-b73a-86b486d76e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c3d31b72-c4b9-4223-ac69-1d9539891d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_Flow_SignoffStatus" ma:index="20" nillable="true" ma:displayName="Estado de aprobación" ma:internalName="_x0024_Resources_x003a_core_x002c_Signoff_Status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f248d-09fe-4034-af42-7800fb0b4c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248a8f7-3163-4cda-ba50-6dab87801a0e}" ma:internalName="TaxCatchAll" ma:showField="CatchAllData" ma:web="bcef248d-09fe-4034-af42-7800fb0b4c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9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Props1.xml><?xml version="1.0" encoding="utf-8"?>
<ds:datastoreItem xmlns:ds="http://schemas.openxmlformats.org/officeDocument/2006/customXml" ds:itemID="{D6A0B861-D97F-43C8-B3DF-13EB4CD7C21A}">
  <ds:schemaRefs/>
</ds:datastoreItem>
</file>

<file path=customXml/itemProps2.xml><?xml version="1.0" encoding="utf-8"?>
<ds:datastoreItem xmlns:ds="http://schemas.openxmlformats.org/officeDocument/2006/customXml" ds:itemID="{6AE2E849-5528-4C05-B1E8-DB80DA8BD7F1}">
  <ds:schemaRefs/>
</ds:datastoreItem>
</file>

<file path=customXml/itemProps3.xml><?xml version="1.0" encoding="utf-8"?>
<ds:datastoreItem xmlns:ds="http://schemas.openxmlformats.org/officeDocument/2006/customXml" ds:itemID="{4F6381B7-CB4D-4A8E-AE8C-AD066D7465AA}">
  <ds:schemaRefs/>
</ds:datastoreItem>
</file>

<file path=customXml/itemProps4.xml><?xml version="1.0" encoding="utf-8"?>
<ds:datastoreItem xmlns:ds="http://schemas.openxmlformats.org/officeDocument/2006/customXml" ds:itemID="{7FC3D2F9-C978-4F6C-9B95-BEE6303453CA}">
  <ds:schemaRefs/>
</ds:datastoreItem>
</file>

<file path=customXml/itemProps5.xml><?xml version="1.0" encoding="utf-8"?>
<ds:datastoreItem xmlns:ds="http://schemas.openxmlformats.org/officeDocument/2006/customXml" ds:itemID="{F1A1DCA2-547F-4B90-BE36-91B9AB619C93}">
  <ds:schemaRefs/>
</ds:datastoreItem>
</file>

<file path=customXml/itemProps6.xml><?xml version="1.0" encoding="utf-8"?>
<ds:datastoreItem xmlns:ds="http://schemas.openxmlformats.org/officeDocument/2006/customXml" ds:itemID="{2A25ECD3-EA6C-4727-8DF2-5BDC9911D24C}">
  <ds:schemaRefs/>
</ds:datastoreItem>
</file>

<file path=customXml/itemProps7.xml><?xml version="1.0" encoding="utf-8"?>
<ds:datastoreItem xmlns:ds="http://schemas.openxmlformats.org/officeDocument/2006/customXml" ds:itemID="{D81E0773-B1DF-4187-B86B-A4CC89F4FFA3}">
  <ds:schemaRefs/>
</ds:datastoreItem>
</file>

<file path=customXml/itemProps8.xml><?xml version="1.0" encoding="utf-8"?>
<ds:datastoreItem xmlns:ds="http://schemas.openxmlformats.org/officeDocument/2006/customXml" ds:itemID="{11300D8C-1DE0-4C9A-86BB-17269E5D3C65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bcef248d-09fe-4034-af42-7800fb0b4c07"/>
    <ds:schemaRef ds:uri="http://schemas.openxmlformats.org/package/2006/metadata/core-properties"/>
    <ds:schemaRef ds:uri="77fde15d-2397-485e-b73a-86b486d76ed9"/>
    <ds:schemaRef ds:uri="http://schemas.microsoft.com/office/2006/metadata/properties"/>
  </ds:schemaRefs>
</ds:datastoreItem>
</file>

<file path=customXml/itemProps9.xml><?xml version="1.0" encoding="utf-8"?>
<ds:datastoreItem xmlns:ds="http://schemas.openxmlformats.org/officeDocument/2006/customXml" ds:itemID="{2E5DC17B-7CA5-47FA-BB10-51D0544A8F91}">
  <ds:schemaRefs/>
</ds:datastoreItem>
</file>

<file path=customXml/itemProps10.xml><?xml version="1.0" encoding="utf-8"?>
<ds:datastoreItem xmlns:ds="http://schemas.openxmlformats.org/officeDocument/2006/customXml" ds:itemID="{852C017A-4C71-4057-8850-0D69BC43C2C6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F6CC31F5-13F1-4893-A918-27994DEE1E73}">
  <ds:schemaRefs/>
</ds:datastoreItem>
</file>

<file path=customXml/itemProps12.xml><?xml version="1.0" encoding="utf-8"?>
<ds:datastoreItem xmlns:ds="http://schemas.openxmlformats.org/officeDocument/2006/customXml" ds:itemID="{0B924887-3FAA-4B8E-815F-481860E4E6AF}">
  <ds:schemaRefs/>
</ds:datastoreItem>
</file>

<file path=customXml/itemProps13.xml><?xml version="1.0" encoding="utf-8"?>
<ds:datastoreItem xmlns:ds="http://schemas.openxmlformats.org/officeDocument/2006/customXml" ds:itemID="{BA1C3E13-54CF-4EC8-BFFC-847950BB2BA6}">
  <ds:schemaRefs/>
</ds:datastoreItem>
</file>

<file path=customXml/itemProps14.xml><?xml version="1.0" encoding="utf-8"?>
<ds:datastoreItem xmlns:ds="http://schemas.openxmlformats.org/officeDocument/2006/customXml" ds:itemID="{62D5B54B-6902-4F98-B23A-0118DB9EEDF4}">
  <ds:schemaRefs/>
</ds:datastoreItem>
</file>

<file path=customXml/itemProps15.xml><?xml version="1.0" encoding="utf-8"?>
<ds:datastoreItem xmlns:ds="http://schemas.openxmlformats.org/officeDocument/2006/customXml" ds:itemID="{772ABA4E-1FA2-4FC1-9A8A-C2C33BEC7DBE}">
  <ds:schemaRefs/>
</ds:datastoreItem>
</file>

<file path=customXml/itemProps16.xml><?xml version="1.0" encoding="utf-8"?>
<ds:datastoreItem xmlns:ds="http://schemas.openxmlformats.org/officeDocument/2006/customXml" ds:itemID="{3E86842F-01DA-4AAB-AA56-9F0B2F496397}">
  <ds:schemaRefs/>
</ds:datastoreItem>
</file>

<file path=customXml/itemProps17.xml><?xml version="1.0" encoding="utf-8"?>
<ds:datastoreItem xmlns:ds="http://schemas.openxmlformats.org/officeDocument/2006/customXml" ds:itemID="{A87FB1B0-D223-4CF6-8EC4-E3E816F1CDBE}">
  <ds:schemaRefs/>
</ds:datastoreItem>
</file>

<file path=customXml/itemProps18.xml><?xml version="1.0" encoding="utf-8"?>
<ds:datastoreItem xmlns:ds="http://schemas.openxmlformats.org/officeDocument/2006/customXml" ds:itemID="{7DEDA2BC-8275-4FBB-A28A-68D801E06E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de15d-2397-485e-b73a-86b486d76ed9"/>
    <ds:schemaRef ds:uri="bcef248d-09fe-4034-af42-7800fb0b4c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9.xml><?xml version="1.0" encoding="utf-8"?>
<ds:datastoreItem xmlns:ds="http://schemas.openxmlformats.org/officeDocument/2006/customXml" ds:itemID="{ADCE6D4E-881A-4F21-8F46-6A112A7EEBE1}">
  <ds:schemaRefs/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Macintosh PowerPoint</Application>
  <PresentationFormat>Panorámica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0</vt:i4>
      </vt:variant>
    </vt:vector>
  </HeadingPairs>
  <TitlesOfParts>
    <vt:vector size="8" baseType="lpstr">
      <vt:lpstr>Aptos</vt:lpstr>
      <vt:lpstr>Ericsson Hilda</vt:lpstr>
      <vt:lpstr>Ericsson Hilda ExtraBold</vt:lpstr>
      <vt:lpstr>Ericsson Hilda ExtraLight</vt:lpstr>
      <vt:lpstr>Ericsson Hilda Light</vt:lpstr>
      <vt:lpstr>Ericsson Technical Icons</vt:lpstr>
      <vt:lpstr>PresentationTemplate2025</vt:lpstr>
      <vt:lpstr>1_PresentationTemplate2021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Rey Fernandez</dc:creator>
  <cp:lastModifiedBy>Jaime Tur</cp:lastModifiedBy>
  <cp:revision>16</cp:revision>
  <dcterms:created xsi:type="dcterms:W3CDTF">2026-01-12T11:19:33Z</dcterms:created>
  <dcterms:modified xsi:type="dcterms:W3CDTF">2026-09-28T17:00:01Z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0x01010093E8D57ECA48EA49A8079FF7BA4D8434</vt:lpwstr>
  </property>
  <property fmtid="{D5CDD505-2E9C-101B-9397-08002B2CF9AE}" pid="3" name="MediaServiceImageTags">
    <vt:lpwstr/>
  </property>
</Properties>
</file>