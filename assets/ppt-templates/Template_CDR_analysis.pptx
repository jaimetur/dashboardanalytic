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22"/>
  </p:notes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13" autoAdjust="0"/>
    <p:restoredTop sz="94648"/>
  </p:normalViewPr>
  <p:slideViewPr>
    <p:cSldViewPr snapToGrid="0">
      <p:cViewPr varScale="1">
        <p:scale>
          <a:sx n="241" d="100"/>
          <a:sy n="241" d="100"/>
        </p:scale>
        <p:origin x="20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2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0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viewProps" Target="view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presProps" Target="presProps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gradFill flip="none" rotWithShape="1"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2121417"/>
            <a:ext cx="9866842" cy="3146589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5451613"/>
            <a:ext cx="5472114" cy="785675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rgbClr val="FFFF00"/>
                </a:solidFill>
                <a:latin typeface="+mn-lt"/>
              </a:defRPr>
            </a:lvl1pPr>
          </a:lstStyle>
          <a:p>
            <a:r>
              <a:rPr lang="en-US" dirty="0"/>
              <a:t>Description/subtitle/speaker…</a:t>
            </a:r>
            <a:br>
              <a:rPr lang="en-US" dirty="0"/>
            </a:br>
            <a:r>
              <a:rPr lang="en-US" dirty="0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2137CF1-DACA-3883-36F0-4953E52B1A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425" y="6345767"/>
            <a:ext cx="2259542" cy="0"/>
          </a:xfrm>
          <a:prstGeom prst="line">
            <a:avLst/>
          </a:prstGeom>
          <a:solidFill>
            <a:schemeClr val="accent1"/>
          </a:solidFill>
          <a:ln w="38100" cap="rnd" cmpd="sng" algn="ctr">
            <a:solidFill>
              <a:srgbClr val="EFD4D3"/>
            </a:solidFill>
            <a:prstDash val="solid"/>
            <a:round/>
            <a:headEnd type="none" w="med" len="med"/>
            <a:tailEnd type="none"/>
          </a:ln>
          <a:effectLst/>
        </p:spPr>
      </p:cxn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11233150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8307730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537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866E44-A7AE-B643-0522-816211CEDA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3" y="1709736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DA618F3-EEF8-8D27-8883-E59D465EC7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1421" y="1709735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6475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1 smaller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46473" y="3297381"/>
            <a:ext cx="3566102" cy="2074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1694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2 rows on right column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95855" y="1709737"/>
            <a:ext cx="3316720" cy="1876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DB526DC-61EF-8C82-8805-65A25684C47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395855" y="3649683"/>
            <a:ext cx="3316720" cy="1722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681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0C361B-ABEF-DDCD-8B62-A48E04E390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13" y="1709700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D4180C57-4315-C64A-FAE3-330C0CA0F9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12" y="4284626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4901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8782E2F-86DB-86D4-DCF9-8958746105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B75A00BE-CA97-A854-15C7-7465405CB5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07010" y="1709736"/>
            <a:ext cx="3577975" cy="36618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0F2B03B-4F5D-BA62-9CAC-D574877D0F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3459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569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CE1B422-E2C7-9D9C-2315-3154C6FCE21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1709698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7A756F80-20B2-AC45-1DED-EC4AEBDB964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01590" y="1709697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632CB1D9-AF8F-C9B1-0D3C-7AB2989183E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2B5EA31B-CED6-9ED8-AA68-8FE1BBB0952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01590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150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4281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ransi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2661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‹Nº›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image" Target="../media/image2.sv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66.xml"/><Relationship Id="rId19" Type="http://schemas.openxmlformats.org/officeDocument/2006/relationships/image" Target="../media/image4.svg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476250"/>
            <a:ext cx="993828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4" name="Graphic 6">
            <a:extLst>
              <a:ext uri="{FF2B5EF4-FFF2-40B4-BE49-F238E27FC236}">
                <a16:creationId xmlns:a16="http://schemas.microsoft.com/office/drawing/2014/main" id="{D8E67127-9474-DA03-81EB-4CAAC01E05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0512036" y="474822"/>
            <a:ext cx="773481" cy="39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725" r:id="rId3"/>
    <p:sldLayoutId id="2147483728" r:id="rId4"/>
    <p:sldLayoutId id="2147483726" r:id="rId5"/>
    <p:sldLayoutId id="2147483734" r:id="rId6"/>
    <p:sldLayoutId id="2147483735" r:id="rId7"/>
    <p:sldLayoutId id="2147483730" r:id="rId8"/>
    <p:sldLayoutId id="2147483727" r:id="rId9"/>
    <p:sldLayoutId id="2147483729" r:id="rId10"/>
    <p:sldLayoutId id="2147483663" r:id="rId11"/>
    <p:sldLayoutId id="2147483664" r:id="rId12"/>
    <p:sldLayoutId id="2147483736" r:id="rId13"/>
    <p:sldLayoutId id="2147483737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6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7.xml><?xml version="1.0" encoding="utf-8"?>
<TemplafySlideFormConfiguration><![CDATA[{"formFields":[],"formDataEntries":[]}]]></TemplafySlideFormConfiguration>
</file>

<file path=customXml/item8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8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9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6381B7-CB4D-4A8E-AE8C-AD066D7465AA}">
  <ds:schemaRefs/>
</ds:datastoreItem>
</file>

<file path=customXml/itemProps2.xml><?xml version="1.0" encoding="utf-8"?>
<ds:datastoreItem xmlns:ds="http://schemas.openxmlformats.org/officeDocument/2006/customXml" ds:itemID="{6AE2E849-5528-4C05-B1E8-DB80DA8BD7F1}">
  <ds:schemaRefs/>
</ds:datastoreItem>
</file>

<file path=customXml/itemProps3.xml><?xml version="1.0" encoding="utf-8"?>
<ds:datastoreItem xmlns:ds="http://schemas.openxmlformats.org/officeDocument/2006/customXml" ds:itemID="{D6A0B861-D97F-43C8-B3DF-13EB4CD7C21A}">
  <ds:schemaRefs/>
</ds:datastoreItem>
</file>

<file path=customXml/itemProps4.xml><?xml version="1.0" encoding="utf-8"?>
<ds:datastoreItem xmlns:ds="http://schemas.openxmlformats.org/officeDocument/2006/customXml" ds:itemID="{0B924887-3FAA-4B8E-815F-481860E4E6AF}">
  <ds:schemaRefs/>
</ds:datastoreItem>
</file>

<file path=customXml/itemProps5.xml><?xml version="1.0" encoding="utf-8"?>
<ds:datastoreItem xmlns:ds="http://schemas.openxmlformats.org/officeDocument/2006/customXml" ds:itemID="{3E86842F-01DA-4AAB-AA56-9F0B2F496397}">
  <ds:schemaRefs/>
</ds:datastoreItem>
</file>

<file path=customXml/itemProps6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7.xml><?xml version="1.0" encoding="utf-8"?>
<ds:datastoreItem xmlns:ds="http://schemas.openxmlformats.org/officeDocument/2006/customXml" ds:itemID="{BA1C3E13-54CF-4EC8-BFFC-847950BB2BA6}">
  <ds:schemaRefs/>
</ds:datastoreItem>
</file>

<file path=customXml/itemProps8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9.xml><?xml version="1.0" encoding="utf-8"?>
<ds:datastoreItem xmlns:ds="http://schemas.openxmlformats.org/officeDocument/2006/customXml" ds:itemID="{F6CC31F5-13F1-4893-A918-27994DEE1E73}">
  <ds:schemaRefs/>
</ds:datastoreItem>
</file>

<file path=customXml/itemProps10.xml><?xml version="1.0" encoding="utf-8"?>
<ds:datastoreItem xmlns:ds="http://schemas.openxmlformats.org/officeDocument/2006/customXml" ds:itemID="{62D5B54B-6902-4F98-B23A-0118DB9EEDF4}">
  <ds:schemaRefs/>
</ds:datastoreItem>
</file>

<file path=customXml/itemProps11.xml><?xml version="1.0" encoding="utf-8"?>
<ds:datastoreItem xmlns:ds="http://schemas.openxmlformats.org/officeDocument/2006/customXml" ds:itemID="{7FC3D2F9-C978-4F6C-9B95-BEE6303453CA}">
  <ds:schemaRefs/>
</ds:datastoreItem>
</file>

<file path=customXml/itemProps12.xml><?xml version="1.0" encoding="utf-8"?>
<ds:datastoreItem xmlns:ds="http://schemas.openxmlformats.org/officeDocument/2006/customXml" ds:itemID="{D81E0773-B1DF-4187-B86B-A4CC89F4FFA3}">
  <ds:schemaRefs/>
</ds:datastoreItem>
</file>

<file path=customXml/itemProps13.xml><?xml version="1.0" encoding="utf-8"?>
<ds:datastoreItem xmlns:ds="http://schemas.openxmlformats.org/officeDocument/2006/customXml" ds:itemID="{A87FB1B0-D223-4CF6-8EC4-E3E816F1CDBE}">
  <ds:schemaRefs/>
</ds:datastoreItem>
</file>

<file path=customXml/itemProps14.xml><?xml version="1.0" encoding="utf-8"?>
<ds:datastoreItem xmlns:ds="http://schemas.openxmlformats.org/officeDocument/2006/customXml" ds:itemID="{772ABA4E-1FA2-4FC1-9A8A-C2C33BEC7DBE}">
  <ds:schemaRefs/>
</ds:datastoreItem>
</file>

<file path=customXml/itemProps15.xml><?xml version="1.0" encoding="utf-8"?>
<ds:datastoreItem xmlns:ds="http://schemas.openxmlformats.org/officeDocument/2006/customXml" ds:itemID="{F1A1DCA2-547F-4B90-BE36-91B9AB619C93}">
  <ds:schemaRefs/>
</ds:datastoreItem>
</file>

<file path=customXml/itemProps16.xml><?xml version="1.0" encoding="utf-8"?>
<ds:datastoreItem xmlns:ds="http://schemas.openxmlformats.org/officeDocument/2006/customXml" ds:itemID="{2A25ECD3-EA6C-4727-8DF2-5BDC9911D24C}">
  <ds:schemaRefs/>
</ds:datastoreItem>
</file>

<file path=customXml/itemProps17.xml><?xml version="1.0" encoding="utf-8"?>
<ds:datastoreItem xmlns:ds="http://schemas.openxmlformats.org/officeDocument/2006/customXml" ds:itemID="{ADCE6D4E-881A-4F21-8F46-6A112A7EEBE1}">
  <ds:schemaRefs/>
</ds:datastoreItem>
</file>

<file path=customXml/itemProps18.xml><?xml version="1.0" encoding="utf-8"?>
<ds:datastoreItem xmlns:ds="http://schemas.openxmlformats.org/officeDocument/2006/customXml" ds:itemID="{2E5DC17B-7CA5-47FA-BB10-51D0544A8F91}">
  <ds:schemaRefs/>
</ds:datastoreItem>
</file>

<file path=customXml/itemProps19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0</Words>
  <Application>Microsoft Macintosh PowerPoint</Application>
  <PresentationFormat>Panorámica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0</vt:i4>
      </vt:variant>
    </vt:vector>
  </HeadingPairs>
  <TitlesOfParts>
    <vt:vector size="8" baseType="lpstr">
      <vt:lpstr>Aptos</vt:lpstr>
      <vt:lpstr>Ericsson Hilda</vt:lpstr>
      <vt:lpstr>Ericsson Hilda ExtraBold</vt:lpstr>
      <vt:lpstr>Ericsson Hilda ExtraLight</vt:lpstr>
      <vt:lpstr>Ericsson Hilda Light</vt:lpstr>
      <vt:lpstr>Ericsson Technical Icons</vt:lpstr>
      <vt:lpstr>PresentationTemplate2025</vt:lpstr>
      <vt:lpstr>1_PresentationTemplate2021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10</cp:revision>
  <dcterms:created xsi:type="dcterms:W3CDTF">2026-01-12T11:19:33Z</dcterms:created>
  <dcterms:modified xsi:type="dcterms:W3CDTF">2026-09-15T09:01:57Z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