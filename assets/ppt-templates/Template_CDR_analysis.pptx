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handoutMasterIdLst>
    <p:handoutMasterId r:id="rId2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60" autoAdjust="0"/>
    <p:restoredTop sz="94674"/>
  </p:normalViewPr>
  <p:slideViewPr>
    <p:cSldViewPr snapToGrid="0">
      <p:cViewPr varScale="1">
        <p:scale>
          <a:sx n="242" d="100"/>
          <a:sy n="242" d="100"/>
        </p:scale>
        <p:origin x="1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93" d="100"/>
          <a:sy n="193" d="100"/>
        </p:scale>
        <p:origin x="789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6BD25E9-3EE4-6315-19C7-2A541A7E63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3B43AF-08D0-5B95-FD9E-BDE35BF0369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9DB08-0204-FF45-B45D-D96F9C704D75}" type="datetimeFigureOut">
              <a:rPr lang="es-ES" smtClean="0"/>
              <a:t>28/9/26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606970-A43E-C27B-4C53-D78E9CC31E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C56AC-B7E0-CB52-BD5D-82CAC487C3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E457C-3B9A-AF46-B684-DFBB9E6EDCF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01665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4" y="2121418"/>
            <a:ext cx="9766799" cy="2048048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329789"/>
            <a:ext cx="9766799" cy="843526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lang="en-US" sz="2400" b="0" kern="1400" spc="-160" baseline="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Description/subtitle/speaker… Ericsson Hilda Black 24pt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48622" y="5277365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DE968A4-40EF-C7ED-628E-BC446E1808EC}"/>
              </a:ext>
            </a:extLst>
          </p:cNvPr>
          <p:cNvSpPr txBox="1"/>
          <p:nvPr userDrawn="1"/>
        </p:nvSpPr>
        <p:spPr>
          <a:xfrm>
            <a:off x="1749287" y="1530626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s-E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Chart lower 1"/>
          <p:cNvSpPr>
            <a:spLocks noGrp="1"/>
          </p:cNvSpPr>
          <p:nvPr>
            <p:ph sz="quarter" idx="14" hasCustomPrompt="1"/>
          </p:nvPr>
        </p:nvSpPr>
        <p:spPr>
          <a:xfrm>
            <a:off x="481052" y="4102886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hart lower 2"/>
          <p:cNvSpPr>
            <a:spLocks noGrp="1"/>
          </p:cNvSpPr>
          <p:nvPr>
            <p:ph sz="quarter" idx="15" hasCustomPrompt="1"/>
          </p:nvPr>
        </p:nvSpPr>
        <p:spPr>
          <a:xfrm>
            <a:off x="4332814" y="41009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hart low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84575" y="4102886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4252193"/>
            <a:ext cx="8307730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3583216"/>
            <a:ext cx="11233150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425219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425219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403650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3403650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5100737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5100737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957665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957665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08767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4208767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97937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97937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5219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425219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552500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552500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644889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644889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583215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3583215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521541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4521541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724815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724815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743067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3743067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761319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4761319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5779571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10" y="5779571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457224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457224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207885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3207885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958546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3958546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709207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20" y="4709207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555106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555106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403649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3403649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52192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4252192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5100735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10" y="5100735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5949278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679010" y="5949278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332114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332114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957665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2957665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583216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3583216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208767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20" y="4208767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4834318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141720" y="4834318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1233150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79425" y="4086701"/>
            <a:ext cx="11233150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5570855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41720" y="1844675"/>
            <a:ext cx="5570855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4086701"/>
            <a:ext cx="5570855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20" y="4086701"/>
            <a:ext cx="5570855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10572" y="1844675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1719" y="1844675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972866" y="1844675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4086701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0572" y="4086701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41719" y="4086701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72866" y="4086701"/>
            <a:ext cx="2739707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4086701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4343" y="4086701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009261" y="4086701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274179" y="4086701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539097" y="4086701"/>
            <a:ext cx="2173478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366856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287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18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29149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16580" y="4086701"/>
            <a:ext cx="1795991" cy="215058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41720" y="1844675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3339359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20" y="3339359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4834043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41720" y="4834043"/>
            <a:ext cx="5570855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41720" y="1844675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2965688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20" y="2965688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4086701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41720" y="4086701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5207714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41720" y="5207714"/>
            <a:ext cx="5570855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41720" y="184467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274148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20" y="274148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363829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41720" y="363829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453510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41720" y="453510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543191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20" y="5431915"/>
            <a:ext cx="5570855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41720" y="1844675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2592017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20" y="2592017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3339359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41720" y="3339359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4086701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41720" y="4086701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4834043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20" y="4834043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79425" y="5581385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6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141720" y="5581385"/>
            <a:ext cx="5570855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1233150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79425" y="3339359"/>
            <a:ext cx="11233150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4834043"/>
            <a:ext cx="11233150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957665"/>
            <a:ext cx="11233150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4208767"/>
            <a:ext cx="11233150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3403650"/>
            <a:ext cx="8307730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5100737"/>
            <a:ext cx="8307730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54288" y="1844675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029151" y="1844675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3339359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254288" y="3339359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29151" y="3339359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4834043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54288" y="4834043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029151" y="4834043"/>
            <a:ext cx="3683423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957665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2957665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2957665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08767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54288" y="4208767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029151" y="4208767"/>
            <a:ext cx="3683423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3403650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3403650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3403650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5100737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279148" y="5100737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078871" y="5100737"/>
            <a:ext cx="2708283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10572" y="1844675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1719" y="1844675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972866" y="1844675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3339359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0572" y="3339359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41719" y="3339359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72866" y="3339359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4834043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10572" y="4834043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141719" y="4834043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72866" y="4834043"/>
            <a:ext cx="2739707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957665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2957665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2957665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2957665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208767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310572" y="4208767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41719" y="4208767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972866" y="4208767"/>
            <a:ext cx="2739707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403650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3403650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3403650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3403650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5100737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579217" y="5100737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679009" y="5100737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78801" y="5100737"/>
            <a:ext cx="2008352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3339359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4343" y="3339359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009261" y="3339359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274179" y="3339359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539097" y="3339359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79425" y="4834043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744343" y="4834043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5009261" y="4834043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274179" y="4834043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539097" y="4834043"/>
            <a:ext cx="2173478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957665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2957665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2957665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2957665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2957665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4208767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744343" y="4208767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009261" y="4208767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7274179" y="4208767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539097" y="4208767"/>
            <a:ext cx="2173478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3403650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3403650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3403650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3403650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3403650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5100737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159259" y="5100737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839093" y="5100737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5518927" y="5100737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7198761" y="5100737"/>
            <a:ext cx="1588394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366856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287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18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29149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16580" y="3339359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366856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254287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141718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029149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16580" y="4834043"/>
            <a:ext cx="1795991" cy="14032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2957665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366856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54287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41718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029149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916580" y="4208767"/>
            <a:ext cx="1795991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3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3403650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879286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79147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679008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078869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478730" y="5100737"/>
            <a:ext cx="1308421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1233150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79425" y="2965688"/>
            <a:ext cx="11233150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4086701"/>
            <a:ext cx="11233150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5207714"/>
            <a:ext cx="11233150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644889"/>
            <a:ext cx="11233150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583215"/>
            <a:ext cx="11233150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4521541"/>
            <a:ext cx="11233150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979378"/>
            <a:ext cx="8307730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4252193"/>
            <a:ext cx="8307730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5525008"/>
            <a:ext cx="8307730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54288" y="1844675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029151" y="1844675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2965688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254288" y="2965688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29151" y="2965688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4086701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54288" y="4086701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029151" y="4086701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79425" y="5207714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254288" y="5207714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029151" y="5207714"/>
            <a:ext cx="3683423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644889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2644889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2644889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583215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54288" y="3583215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029151" y="3583215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4521541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254288" y="4521541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029151" y="4521541"/>
            <a:ext cx="3683423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97937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297937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297937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5219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279148" y="425219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078871" y="4252193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552500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79148" y="552500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078871" y="5525008"/>
            <a:ext cx="2708283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10572" y="1844675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1719" y="1844675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972866" y="1844675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2965688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0572" y="2965688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41719" y="2965688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72866" y="2965688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4086701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10572" y="4086701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141719" y="4086701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72866" y="4086701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5207714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310572" y="5207714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41719" y="5207714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972866" y="5207714"/>
            <a:ext cx="2739707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644889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2644889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2644889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2644889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3583215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310572" y="3583215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41719" y="3583215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972866" y="3583215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521541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10572" y="4521541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141719" y="4521541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8972866" y="4521541"/>
            <a:ext cx="2739707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97937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297937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297937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297937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25219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579217" y="425219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679009" y="425219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78801" y="4252193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552500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579217" y="552500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679009" y="552500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778801" y="5525008"/>
            <a:ext cx="2008352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2965688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4343" y="2965688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009261" y="2965688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274179" y="2965688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539097" y="2965688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79425" y="4086701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744343" y="4086701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5009261" y="4086701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274179" y="4086701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539097" y="4086701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79425" y="5207714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744343" y="5207714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5009261" y="5207714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7274179" y="5207714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539097" y="5207714"/>
            <a:ext cx="2173478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644889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2644889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2644889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2644889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2644889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3583215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744343" y="3583215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009261" y="3583215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7274179" y="3583215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539097" y="3583215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4521541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744343" y="4521541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009261" y="4521541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7274179" y="4521541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539097" y="4521541"/>
            <a:ext cx="2173478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97937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297937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297937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297937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297937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425219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159259" y="425219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839093" y="425219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5518927" y="425219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7198761" y="4252193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552500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159259" y="552500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839093" y="552500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518927" y="552500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7198761" y="5525008"/>
            <a:ext cx="1588394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366856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287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18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29149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16580" y="2965688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366856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254287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141718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029149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16580" y="4086701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79425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366856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254287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141718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8029149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16580" y="5207714"/>
            <a:ext cx="1795991" cy="102957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2644889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366856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54287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41718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029149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916580" y="3583215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2366856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254287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141718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29149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9916580" y="4521541"/>
            <a:ext cx="1795991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4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297937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879286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79147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679008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078869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478730" y="4252193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1879286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279147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679008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78869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7478730" y="5525008"/>
            <a:ext cx="1308421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1233150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79425" y="2741485"/>
            <a:ext cx="11233150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3638295"/>
            <a:ext cx="11233150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4535105"/>
            <a:ext cx="11233150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5431915"/>
            <a:ext cx="11233150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457224"/>
            <a:ext cx="11233150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207885"/>
            <a:ext cx="11233150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3958546"/>
            <a:ext cx="11233150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709207"/>
            <a:ext cx="11233150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724815"/>
            <a:ext cx="8307730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743067"/>
            <a:ext cx="8307730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4761319"/>
            <a:ext cx="8307730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5779571"/>
            <a:ext cx="8307730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54288" y="184467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029151" y="184467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274148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254288" y="274148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29151" y="274148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363829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54288" y="363829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029151" y="363829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79425" y="453510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254288" y="453510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029151" y="453510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543191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4254288" y="543191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029151" y="5431915"/>
            <a:ext cx="3683423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457224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2457224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2457224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207885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54288" y="3207885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029151" y="3207885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3958546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254288" y="3958546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029151" y="3958546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709207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4254288" y="4709207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8029151" y="4709207"/>
            <a:ext cx="3683423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724815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2724815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2724815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743067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279148" y="3743067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078871" y="3743067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4761319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79148" y="4761319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078871" y="4761319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5779571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279148" y="5779571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078871" y="5779571"/>
            <a:ext cx="2708283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10572" y="184467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1719" y="184467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972866" y="184467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274148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0572" y="274148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41719" y="274148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72866" y="274148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363829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10572" y="363829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141719" y="363829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72866" y="363829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453510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310572" y="453510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41719" y="453510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972866" y="453510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479425" y="543191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10572" y="543191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141719" y="543191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8972866" y="5431915"/>
            <a:ext cx="2739707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457224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2457224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2457224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2457224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3207885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310572" y="3207885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41719" y="3207885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972866" y="3207885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958546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10572" y="3958546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141719" y="3958546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8972866" y="3958546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79425" y="4709207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310572" y="4709207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141719" y="4709207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8972866" y="4709207"/>
            <a:ext cx="2739707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724815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2724815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2724815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2724815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3743067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579217" y="3743067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679009" y="3743067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78801" y="3743067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761319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579217" y="4761319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679009" y="4761319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778801" y="4761319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79425" y="5779571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2579217" y="5779571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679009" y="5779571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78801" y="5779571"/>
            <a:ext cx="2008352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274148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4343" y="274148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009261" y="274148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274179" y="274148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539097" y="274148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79425" y="363829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744343" y="363829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5009261" y="363829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274179" y="363829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539097" y="363829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79425" y="453510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744343" y="453510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5009261" y="453510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7274179" y="453510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539097" y="453510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79425" y="543191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2744343" y="543191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5009261" y="543191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274179" y="543191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539097" y="5431915"/>
            <a:ext cx="2173478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457224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2457224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2457224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2457224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2457224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3207885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744343" y="3207885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009261" y="3207885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7274179" y="3207885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539097" y="3207885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3958546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744343" y="3958546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009261" y="3958546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7274179" y="3958546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539097" y="3958546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4709207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2744343" y="4709207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5009261" y="4709207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7274179" y="4709207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539097" y="4709207"/>
            <a:ext cx="2173478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724815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2724815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2724815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2724815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2724815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3743067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159259" y="3743067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839093" y="3743067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5518927" y="3743067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7198761" y="3743067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4761319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159259" y="4761319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839093" y="4761319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518927" y="4761319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7198761" y="4761319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5779571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2159259" y="5779571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839093" y="5779571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5518927" y="5779571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7198761" y="5779571"/>
            <a:ext cx="1588394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366856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287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18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29149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16580" y="274148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366856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254287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141718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029149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16580" y="363829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79425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366856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254287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141718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8029149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16580" y="453510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479425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2366856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4254287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6141718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029149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916580" y="5431915"/>
            <a:ext cx="1795991" cy="80537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2457224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366856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54287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41718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029149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916580" y="3207885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2366856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254287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141718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29149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9916580" y="3958546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79425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2366856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54287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141718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029149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916580" y="4709207"/>
            <a:ext cx="1795991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5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2724815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879286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79147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679008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078869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478730" y="3743067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1879286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279147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679008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78869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7478730" y="4761319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79425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1879286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279147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679008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078869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7478730" y="5779571"/>
            <a:ext cx="1308421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1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79425" y="2592017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9425" y="3339359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4086701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4834043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5581385"/>
            <a:ext cx="11233150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332114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957665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3583216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08767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4834318"/>
            <a:ext cx="11233150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2555106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403649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4252192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5100735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5949278"/>
            <a:ext cx="8307730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54288" y="184467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029151" y="184467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2592017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254288" y="2592017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29151" y="2592017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3339359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54288" y="3339359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029151" y="3339359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79425" y="4086701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254288" y="4086701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029151" y="4086701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4834043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4254288" y="4834043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029151" y="4834043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79425" y="558138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6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4254288" y="558138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6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8029151" y="5581385"/>
            <a:ext cx="3683423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332114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2332114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2332114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957665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54288" y="2957665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029151" y="2957665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3583216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254288" y="3583216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029151" y="3583216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208767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4254288" y="4208767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8029151" y="4208767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4834318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54288" y="4834318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6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8029151" y="4834318"/>
            <a:ext cx="3683423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2555106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2555106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2555106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403649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279148" y="3403649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078871" y="3403649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79425" y="4252192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79148" y="4252192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078871" y="4252192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5100735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279148" y="5100735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078871" y="5100735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5949278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3279148" y="5949278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6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078871" y="5949278"/>
            <a:ext cx="2708283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10572" y="184467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1719" y="184467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972866" y="184467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79425" y="2592017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10572" y="2592017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41719" y="2592017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72866" y="2592017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79425" y="3339359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10572" y="3339359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141719" y="3339359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72866" y="3339359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4086701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310572" y="4086701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41719" y="4086701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972866" y="4086701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479425" y="4834043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10572" y="4834043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141719" y="4834043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8972866" y="4834043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79425" y="558138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6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310572" y="558138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6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141719" y="558138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6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8972866" y="5581385"/>
            <a:ext cx="2739707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332114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2332114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2332114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2332114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2957665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310572" y="2957665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41719" y="2957665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972866" y="2957665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583216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310572" y="3583216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141719" y="3583216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8972866" y="3583216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79425" y="4208767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310572" y="4208767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141719" y="4208767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8972866" y="4208767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4834318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3310572" y="4834318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6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141719" y="4834318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6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8972866" y="4834318"/>
            <a:ext cx="2739707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555106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2555106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2555106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2555106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3403649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2579217" y="3403649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679009" y="3403649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78801" y="3403649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4252192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579217" y="4252192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679009" y="4252192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778801" y="4252192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79425" y="5100735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2579217" y="5100735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679009" y="5100735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78801" y="5100735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5949278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2579217" y="5949278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6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679009" y="5949278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6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778801" y="5949278"/>
            <a:ext cx="2008352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744343" y="184467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009261" y="184467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74179" y="184467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539097" y="184467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79425" y="2592017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4343" y="2592017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009261" y="2592017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274179" y="2592017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539097" y="2592017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479425" y="3339359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744343" y="3339359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5009261" y="3339359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274179" y="3339359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539097" y="3339359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79425" y="4086701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744343" y="4086701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5009261" y="4086701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7274179" y="4086701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9539097" y="4086701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79425" y="4834043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2744343" y="4834043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5009261" y="4834043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274179" y="4834043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539097" y="4834043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79425" y="558138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5" name="Chart 6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2744343" y="558138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6" name="Chart 6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5009261" y="558138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7" name="Chart 6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7274179" y="558138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8" name="Chart 6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539097" y="5581385"/>
            <a:ext cx="2173478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332114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2332114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2332114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2332114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2332114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2957665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744343" y="2957665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009261" y="2957665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7274179" y="2957665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539097" y="2957665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3583216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744343" y="3583216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009261" y="3583216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7274179" y="3583216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539097" y="3583216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4208767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2744343" y="4208767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5009261" y="4208767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7274179" y="4208767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539097" y="4208767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79425" y="4834318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2744343" y="4834318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6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5009261" y="4834318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6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7274179" y="4834318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6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539097" y="4834318"/>
            <a:ext cx="2173478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2555106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2555106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2555106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2555106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2555106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3403649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2159259" y="3403649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839093" y="3403649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5518927" y="3403649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7198761" y="3403649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79425" y="4252192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2159259" y="4252192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839093" y="4252192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518927" y="4252192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7198761" y="4252192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79425" y="5100735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2159259" y="5100735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839093" y="5100735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5518927" y="5100735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7198761" y="5100735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79425" y="5949278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2159259" y="5949278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6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839093" y="5949278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6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5518927" y="5949278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6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7198761" y="5949278"/>
            <a:ext cx="1588394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2366856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54287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41718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29149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916580" y="184467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9425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366856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287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41718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8029149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916580" y="2592017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366856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254287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141718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029149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916580" y="3339359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479425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366856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254287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141718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8029149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916580" y="4086701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479425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2366856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4254287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6141718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029149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916580" y="4834043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9" name="Chart 6-1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479425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0" name="Chart 6-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2366856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1" name="Chart 6-3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3" hasCustomPrompt="1"/>
          </p:nvPr>
        </p:nvSpPr>
        <p:spPr>
          <a:xfrm>
            <a:off x="4254287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2" name="Chart 6-4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6141718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3" name="Chart 6-5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>
          <a:xfrm>
            <a:off x="8029149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4" name="Chart 6-6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>
          <a:xfrm>
            <a:off x="9916580" y="5581385"/>
            <a:ext cx="1795991" cy="6559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2332114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366856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54287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41718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029149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916580" y="2957665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2366856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4254287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141718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29149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9916580" y="3583216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79425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2366856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54287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141718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029149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916580" y="4208767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479425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366856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" name="Chart 6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4254287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Chart 6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6141718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Chart 6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5"/>
          </p:nvPr>
        </p:nvSpPr>
        <p:spPr>
          <a:xfrm>
            <a:off x="8029149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Chart 6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46"/>
          </p:nvPr>
        </p:nvSpPr>
        <p:spPr>
          <a:xfrm>
            <a:off x="9916580" y="4834318"/>
            <a:ext cx="1795991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6 rows +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2555106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1879286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3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79147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Chart 3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679008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Chart 3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078869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Chart 3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478730" y="3403649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479425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1879286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Chart 4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279147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Chart 4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679008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Chart 4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78869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Chart 4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7478730" y="4252192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479425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1879286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Chart 5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279147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Chart 5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679008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Chart 5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078869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Chart 5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7478730" y="5100735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479425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1879286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" name="Chart 6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3279147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Chart 6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4679008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Chart 6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5"/>
          </p:nvPr>
        </p:nvSpPr>
        <p:spPr>
          <a:xfrm>
            <a:off x="6078869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Chart 6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46"/>
          </p:nvPr>
        </p:nvSpPr>
        <p:spPr>
          <a:xfrm>
            <a:off x="7478730" y="5949278"/>
            <a:ext cx="1308421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74.xml"/><Relationship Id="rId61" Type="http://schemas.openxmlformats.org/officeDocument/2006/relationships/slideLayout" Target="../slideLayouts/slideLayout75.xml"/><Relationship Id="rId62" Type="http://schemas.openxmlformats.org/officeDocument/2006/relationships/slideLayout" Target="../slideLayouts/slideLayout76.xml"/><Relationship Id="rId63" Type="http://schemas.openxmlformats.org/officeDocument/2006/relationships/slideLayout" Target="../slideLayouts/slideLayout77.xml"/><Relationship Id="rId65" Type="http://schemas.openxmlformats.org/officeDocument/2006/relationships/slideLayout" Target="../slideLayouts/slideLayout79.xml"/><Relationship Id="rId66" Type="http://schemas.openxmlformats.org/officeDocument/2006/relationships/slideLayout" Target="../slideLayouts/slideLayout80.xml"/><Relationship Id="rId67" Type="http://schemas.openxmlformats.org/officeDocument/2006/relationships/slideLayout" Target="../slideLayouts/slideLayout81.xml"/><Relationship Id="rId68" Type="http://schemas.openxmlformats.org/officeDocument/2006/relationships/slideLayout" Target="../slideLayouts/slideLayout82.xml"/><Relationship Id="rId69" Type="http://schemas.openxmlformats.org/officeDocument/2006/relationships/slideLayout" Target="../slideLayouts/slideLayout83.xml"/><Relationship Id="rId70" Type="http://schemas.openxmlformats.org/officeDocument/2006/relationships/slideLayout" Target="../slideLayouts/slideLayout84.xml"/><Relationship Id="rId71" Type="http://schemas.openxmlformats.org/officeDocument/2006/relationships/slideLayout" Target="../slideLayouts/slideLayout85.xml"/><Relationship Id="rId72" Type="http://schemas.openxmlformats.org/officeDocument/2006/relationships/slideLayout" Target="../slideLayouts/slideLayout86.xml"/><Relationship Id="rId73" Type="http://schemas.openxmlformats.org/officeDocument/2006/relationships/slideLayout" Target="../slideLayouts/slideLayout87.xml"/><Relationship Id="rId74" Type="http://schemas.openxmlformats.org/officeDocument/2006/relationships/slideLayout" Target="../slideLayouts/slideLayout88.xml"/><Relationship Id="rId75" Type="http://schemas.openxmlformats.org/officeDocument/2006/relationships/slideLayout" Target="../slideLayouts/slideLayout89.xml"/><Relationship Id="rId76" Type="http://schemas.openxmlformats.org/officeDocument/2006/relationships/slideLayout" Target="../slideLayouts/slideLayout90.xml"/><Relationship Id="rId77" Type="http://schemas.openxmlformats.org/officeDocument/2006/relationships/slideLayout" Target="../slideLayouts/slideLayout91.xml"/><Relationship Id="rId78" Type="http://schemas.openxmlformats.org/officeDocument/2006/relationships/slideLayout" Target="../slideLayouts/slideLayout92.xml"/><Relationship Id="rId79" Type="http://schemas.openxmlformats.org/officeDocument/2006/relationships/slideLayout" Target="../slideLayouts/slideLayout93.xml"/><Relationship Id="rId80" Type="http://schemas.openxmlformats.org/officeDocument/2006/relationships/slideLayout" Target="../slideLayouts/slideLayout94.xml"/><Relationship Id="rId81" Type="http://schemas.openxmlformats.org/officeDocument/2006/relationships/slideLayout" Target="../slideLayouts/slideLayout95.xml"/><Relationship Id="rId82" Type="http://schemas.openxmlformats.org/officeDocument/2006/relationships/slideLayout" Target="../slideLayouts/slideLayout96.xml"/><Relationship Id="rId83" Type="http://schemas.openxmlformats.org/officeDocument/2006/relationships/slideLayout" Target="../slideLayouts/slideLayout97.xml"/><Relationship Id="rId84" Type="http://schemas.openxmlformats.org/officeDocument/2006/relationships/slideLayout" Target="../slideLayouts/slideLayout98.xml"/><Relationship Id="rId85" Type="http://schemas.openxmlformats.org/officeDocument/2006/relationships/slideLayout" Target="../slideLayouts/slideLayout99.xml"/><Relationship Id="rId86" Type="http://schemas.openxmlformats.org/officeDocument/2006/relationships/slideLayout" Target="../slideLayouts/slideLayout100.xml"/><Relationship Id="rId87" Type="http://schemas.openxmlformats.org/officeDocument/2006/relationships/slideLayout" Target="../slideLayouts/slideLayout101.xml"/><Relationship Id="rId88" Type="http://schemas.openxmlformats.org/officeDocument/2006/relationships/slideLayout" Target="../slideLayouts/slideLayout102.xml"/><Relationship Id="rId89" Type="http://schemas.openxmlformats.org/officeDocument/2006/relationships/slideLayout" Target="../slideLayouts/slideLayout103.xml"/><Relationship Id="rId90" Type="http://schemas.openxmlformats.org/officeDocument/2006/relationships/slideLayout" Target="../slideLayouts/slideLayout104.xml"/><Relationship Id="rId91" Type="http://schemas.openxmlformats.org/officeDocument/2006/relationships/slideLayout" Target="../slideLayouts/slideLayout105.xml"/><Relationship Id="rId92" Type="http://schemas.openxmlformats.org/officeDocument/2006/relationships/slideLayout" Target="../slideLayouts/slideLayout106.xml"/><Relationship Id="rId93" Type="http://schemas.openxmlformats.org/officeDocument/2006/relationships/slideLayout" Target="../slideLayouts/slideLayout107.xml"/><Relationship Id="rId94" Type="http://schemas.openxmlformats.org/officeDocument/2006/relationships/slideLayout" Target="../slideLayouts/slideLayout108.xml"/><Relationship Id="rId95" Type="http://schemas.openxmlformats.org/officeDocument/2006/relationships/slideLayout" Target="../slideLayouts/slideLayout109.xml"/><Relationship Id="rId96" Type="http://schemas.openxmlformats.org/officeDocument/2006/relationships/slideLayout" Target="../slideLayouts/slideLayout110.xml"/><Relationship Id="rId97" Type="http://schemas.openxmlformats.org/officeDocument/2006/relationships/slideLayout" Target="../slideLayouts/slideLayout111.xml"/><Relationship Id="rId98" Type="http://schemas.openxmlformats.org/officeDocument/2006/relationships/slideLayout" Target="../slideLayouts/slideLayout112.xml"/><Relationship Id="rId99" Type="http://schemas.openxmlformats.org/officeDocument/2006/relationships/slideLayout" Target="../slideLayouts/slideLayout113.xml"/><Relationship Id="rId100" Type="http://schemas.openxmlformats.org/officeDocument/2006/relationships/slideLayout" Target="../slideLayouts/slideLayout114.xml"/><Relationship Id="rId101" Type="http://schemas.openxmlformats.org/officeDocument/2006/relationships/slideLayout" Target="../slideLayouts/slideLayout115.xml"/><Relationship Id="rId102" Type="http://schemas.openxmlformats.org/officeDocument/2006/relationships/slideLayout" Target="../slideLayouts/slideLayout116.xml"/><Relationship Id="rId103" Type="http://schemas.openxmlformats.org/officeDocument/2006/relationships/slideLayout" Target="../slideLayouts/slideLayout117.xml"/><Relationship Id="rId104" Type="http://schemas.openxmlformats.org/officeDocument/2006/relationships/slideLayout" Target="../slideLayouts/slideLayout118.xml"/><Relationship Id="rId105" Type="http://schemas.openxmlformats.org/officeDocument/2006/relationships/slideLayout" Target="../slideLayouts/slideLayout119.xml"/><Relationship Id="rId106" Type="http://schemas.openxmlformats.org/officeDocument/2006/relationships/slideLayout" Target="../slideLayouts/slideLayout120.xml"/><Relationship Id="rId107" Type="http://schemas.openxmlformats.org/officeDocument/2006/relationships/slideLayout" Target="../slideLayouts/slideLayout121.xml"/><Relationship Id="rId108" Type="http://schemas.openxmlformats.org/officeDocument/2006/relationships/slideLayout" Target="../slideLayouts/slideLayout122.xml"/><Relationship Id="rId109" Type="http://schemas.openxmlformats.org/officeDocument/2006/relationships/slideLayout" Target="../slideLayouts/slideLayout123.xml"/><Relationship Id="rId110" Type="http://schemas.openxmlformats.org/officeDocument/2006/relationships/slideLayout" Target="../slideLayouts/slideLayout124.xml"/><Relationship Id="rId111" Type="http://schemas.openxmlformats.org/officeDocument/2006/relationships/slideLayout" Target="../slideLayouts/slideLayout125.xml"/><Relationship Id="rId112" Type="http://schemas.openxmlformats.org/officeDocument/2006/relationships/slideLayout" Target="../slideLayouts/slideLayout126.xml"/><Relationship Id="rId113" Type="http://schemas.openxmlformats.org/officeDocument/2006/relationships/slideLayout" Target="../slideLayouts/slideLayout127.xml"/><Relationship Id="rId114" Type="http://schemas.openxmlformats.org/officeDocument/2006/relationships/slideLayout" Target="../slideLayouts/slideLayout128.xml"/><Relationship Id="rId115" Type="http://schemas.openxmlformats.org/officeDocument/2006/relationships/slideLayout" Target="../slideLayouts/slideLayout129.xml"/><Relationship Id="rId116" Type="http://schemas.openxmlformats.org/officeDocument/2006/relationships/slideLayout" Target="../slideLayouts/slideLayout130.xml"/><Relationship Id="rId117" Type="http://schemas.openxmlformats.org/officeDocument/2006/relationships/slideLayout" Target="../slideLayouts/slideLayout131.xml"/><Relationship Id="rId118" Type="http://schemas.openxmlformats.org/officeDocument/2006/relationships/slideLayout" Target="../slideLayouts/slideLayout132.xml"/><Relationship Id="rId119" Type="http://schemas.openxmlformats.org/officeDocument/2006/relationships/slideLayout" Target="../slideLayouts/slideLayout133.xml"/><Relationship Id="rId120" Type="http://schemas.openxmlformats.org/officeDocument/2006/relationships/slideLayout" Target="../slideLayouts/slideLayout134.xml"/><Relationship Id="rId121" Type="http://schemas.openxmlformats.org/officeDocument/2006/relationships/slideLayout" Target="../slideLayouts/slideLayout135.xml"/><Relationship Id="rId122" Type="http://schemas.openxmlformats.org/officeDocument/2006/relationships/slideLayout" Target="../slideLayouts/slideLayout136.xml"/><Relationship Id="rId123" Type="http://schemas.openxmlformats.org/officeDocument/2006/relationships/slideLayout" Target="../slideLayouts/slideLayout137.xml"/><Relationship Id="rId124" Type="http://schemas.openxmlformats.org/officeDocument/2006/relationships/slideLayout" Target="../slideLayouts/slideLayout138.xml"/><Relationship Id="rId125" Type="http://schemas.openxmlformats.org/officeDocument/2006/relationships/slideLayout" Target="../slideLayouts/slideLayout139.xml"/><Relationship Id="rId126" Type="http://schemas.openxmlformats.org/officeDocument/2006/relationships/slideLayout" Target="../slideLayouts/slideLayout140.xml"/><Relationship Id="rId127" Type="http://schemas.openxmlformats.org/officeDocument/2006/relationships/slideLayout" Target="../slideLayouts/slideLayout141.xml"/><Relationship Id="rId128" Type="http://schemas.openxmlformats.org/officeDocument/2006/relationships/slideLayout" Target="../slideLayouts/slideLayout142.xml"/><Relationship Id="rId129" Type="http://schemas.openxmlformats.org/officeDocument/2006/relationships/slideLayout" Target="../slideLayouts/slideLayout143.xml"/><Relationship Id="rId130" Type="http://schemas.openxmlformats.org/officeDocument/2006/relationships/slideLayout" Target="../slideLayouts/slideLayout144.xml"/><Relationship Id="rId131" Type="http://schemas.openxmlformats.org/officeDocument/2006/relationships/slideLayout" Target="../slideLayouts/slideLayout145.xml"/><Relationship Id="rId132" Type="http://schemas.openxmlformats.org/officeDocument/2006/relationships/slideLayout" Target="../slideLayouts/slideLayout146.xml"/><Relationship Id="rId133" Type="http://schemas.openxmlformats.org/officeDocument/2006/relationships/slideLayout" Target="../slideLayouts/slideLayout147.xml"/><Relationship Id="rId134" Type="http://schemas.openxmlformats.org/officeDocument/2006/relationships/slideLayout" Target="../slideLayouts/slideLayout148.xml"/><Relationship Id="rId135" Type="http://schemas.openxmlformats.org/officeDocument/2006/relationships/slideLayout" Target="../slideLayouts/slideLayout149.xml"/><Relationship Id="rId136" Type="http://schemas.openxmlformats.org/officeDocument/2006/relationships/slideLayout" Target="../slideLayouts/slideLayout150.xml"/><Relationship Id="rId137" Type="http://schemas.openxmlformats.org/officeDocument/2006/relationships/slideLayout" Target="../slideLayouts/slideLayout151.xml"/><Relationship Id="rId138" Type="http://schemas.openxmlformats.org/officeDocument/2006/relationships/slideLayout" Target="../slideLayouts/slideLayout152.xml"/><Relationship Id="rId139" Type="http://schemas.openxmlformats.org/officeDocument/2006/relationships/slideLayout" Target="../slideLayouts/slideLayout153.xml"/><Relationship Id="rId140" Type="http://schemas.openxmlformats.org/officeDocument/2006/relationships/slideLayout" Target="../slideLayouts/slideLayout154.xml"/><Relationship Id="rId141" Type="http://schemas.openxmlformats.org/officeDocument/2006/relationships/slideLayout" Target="../slideLayouts/slideLayout155.xml"/><Relationship Id="rId142" Type="http://schemas.openxmlformats.org/officeDocument/2006/relationships/slideLayout" Target="../slideLayouts/slideLayout156.xml"/><Relationship Id="rId143" Type="http://schemas.openxmlformats.org/officeDocument/2006/relationships/slideLayout" Target="../slideLayouts/slideLayout157.xml"/><Relationship Id="rId144" Type="http://schemas.openxmlformats.org/officeDocument/2006/relationships/slideLayout" Target="../slideLayouts/slideLayout158.xml"/><Relationship Id="rId145" Type="http://schemas.openxmlformats.org/officeDocument/2006/relationships/slideLayout" Target="../slideLayouts/slideLayout159.xml"/><Relationship Id="rId146" Type="http://schemas.openxmlformats.org/officeDocument/2006/relationships/slideLayout" Target="../slideLayouts/slideLayout160.xml"/><Relationship Id="rId147" Type="http://schemas.openxmlformats.org/officeDocument/2006/relationships/slideLayout" Target="../slideLayouts/slideLayout161.xml"/><Relationship Id="rId148" Type="http://schemas.openxmlformats.org/officeDocument/2006/relationships/slideLayout" Target="../slideLayouts/slideLayout162.xml"/><Relationship Id="rId149" Type="http://schemas.openxmlformats.org/officeDocument/2006/relationships/slideLayout" Target="../slideLayouts/slideLayout163.xml"/><Relationship Id="rId150" Type="http://schemas.openxmlformats.org/officeDocument/2006/relationships/slideLayout" Target="../slideLayouts/slideLayout164.xml"/><Relationship Id="rId151" Type="http://schemas.openxmlformats.org/officeDocument/2006/relationships/slideLayout" Target="../slideLayouts/slideLayout165.xml"/><Relationship Id="rId152" Type="http://schemas.openxmlformats.org/officeDocument/2006/relationships/slideLayout" Target="../slideLayouts/slideLayout166.xml"/><Relationship Id="rId153" Type="http://schemas.openxmlformats.org/officeDocument/2006/relationships/slideLayout" Target="../slideLayouts/slideLayout167.xml"/><Relationship Id="rId154" Type="http://schemas.openxmlformats.org/officeDocument/2006/relationships/slideLayout" Target="../slideLayouts/slideLayout168.xml"/><Relationship Id="rId155" Type="http://schemas.openxmlformats.org/officeDocument/2006/relationships/slideLayout" Target="../slideLayouts/slideLayout169.xml"/><Relationship Id="rId156" Type="http://schemas.openxmlformats.org/officeDocument/2006/relationships/slideLayout" Target="../slideLayouts/slideLayout170.xml"/><Relationship Id="rId157" Type="http://schemas.openxmlformats.org/officeDocument/2006/relationships/slideLayout" Target="../slideLayouts/slideLayout171.xml"/><Relationship Id="rId158" Type="http://schemas.openxmlformats.org/officeDocument/2006/relationships/slideLayout" Target="../slideLayouts/slideLayout172.xml"/><Relationship Id="rId159" Type="http://schemas.openxmlformats.org/officeDocument/2006/relationships/slideLayout" Target="../slideLayouts/slideLayout173.xml"/><Relationship Id="rId160" Type="http://schemas.openxmlformats.org/officeDocument/2006/relationships/slideLayout" Target="../slideLayouts/slideLayout174.xml"/><Relationship Id="rId161" Type="http://schemas.openxmlformats.org/officeDocument/2006/relationships/slideLayout" Target="../slideLayouts/slideLayout175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1" r:id="rId1"/>
    <p:sldLayoutId id="2147483665" r:id="rId15"/>
    <p:sldLayoutId id="2147483736" r:id="rId13"/>
    <p:sldLayoutId id="2147483701" r:id="rId51"/>
    <p:sldLayoutId id="2147483667" r:id="rId17"/>
    <p:sldLayoutId id="2147483725" r:id="rId3"/>
    <p:sldLayoutId id="2147483728" r:id="rId4"/>
    <p:sldLayoutId id="2147483671" r:id="rId21"/>
    <p:sldLayoutId id="2147483752" r:id="rId74"/>
    <p:sldLayoutId id="2147483751" r:id="rId73"/>
    <p:sldLayoutId id="2147483673" r:id="rId23"/>
    <p:sldLayoutId id="2147483727" r:id="rId9"/>
    <p:sldLayoutId id="2147483762" r:id="rId84"/>
    <p:sldLayoutId id="2147483675" r:id="rId25"/>
    <p:sldLayoutId id="2147483763" r:id="rId85"/>
    <p:sldLayoutId id="2147483764" r:id="rId86"/>
    <p:sldLayoutId id="2147483774" r:id="rId96"/>
    <p:sldLayoutId id="2147483775" r:id="rId97"/>
    <p:sldLayoutId id="2147483776" r:id="rId98"/>
    <p:sldLayoutId id="2147483777" r:id="rId99"/>
    <p:sldLayoutId id="2147483778" r:id="rId100"/>
    <p:sldLayoutId id="2147483779" r:id="rId101"/>
    <p:sldLayoutId id="2147483765" r:id="rId87"/>
    <p:sldLayoutId id="2147483740" r:id="rId62"/>
    <p:sldLayoutId id="2147483739" r:id="rId61"/>
    <p:sldLayoutId id="2147483766" r:id="rId88"/>
    <p:sldLayoutId id="2147483753" r:id="rId75"/>
    <p:sldLayoutId id="2147483741" r:id="rId63"/>
    <p:sldLayoutId id="2147483738" r:id="rId60"/>
    <p:sldLayoutId id="2147483744" r:id="rId66"/>
    <p:sldLayoutId id="2147483743" r:id="rId65"/>
    <p:sldLayoutId id="2147483767" r:id="rId89"/>
    <p:sldLayoutId id="2147483746" r:id="rId68"/>
    <p:sldLayoutId id="2147483745" r:id="rId67"/>
    <p:sldLayoutId id="2147483768" r:id="rId90"/>
    <p:sldLayoutId id="2147483748" r:id="rId70"/>
    <p:sldLayoutId id="2147483747" r:id="rId69"/>
    <p:sldLayoutId id="2147483769" r:id="rId91"/>
    <p:sldLayoutId id="2147483750" r:id="rId72"/>
    <p:sldLayoutId id="2147483749" r:id="rId71"/>
    <p:sldLayoutId id="2147483780" r:id="rId102"/>
    <p:sldLayoutId id="2147483781" r:id="rId103"/>
    <p:sldLayoutId id="2147483782" r:id="rId104"/>
    <p:sldLayoutId id="2147483770" r:id="rId92"/>
    <p:sldLayoutId id="2147483755" r:id="rId77"/>
    <p:sldLayoutId id="2147483754" r:id="rId76"/>
    <p:sldLayoutId id="2147483783" r:id="rId105"/>
    <p:sldLayoutId id="2147483784" r:id="rId106"/>
    <p:sldLayoutId id="2147483785" r:id="rId107"/>
    <p:sldLayoutId id="2147483786" r:id="rId108"/>
    <p:sldLayoutId id="2147483787" r:id="rId109"/>
    <p:sldLayoutId id="2147483788" r:id="rId110"/>
    <p:sldLayoutId id="2147483789" r:id="rId111"/>
    <p:sldLayoutId id="2147483790" r:id="rId112"/>
    <p:sldLayoutId id="2147483791" r:id="rId113"/>
    <p:sldLayoutId id="2147483792" r:id="rId114"/>
    <p:sldLayoutId id="2147483793" r:id="rId115"/>
    <p:sldLayoutId id="2147483794" r:id="rId116"/>
    <p:sldLayoutId id="2147483795" r:id="rId117"/>
    <p:sldLayoutId id="2147483796" r:id="rId118"/>
    <p:sldLayoutId id="2147483797" r:id="rId119"/>
    <p:sldLayoutId id="2147483771" r:id="rId93"/>
    <p:sldLayoutId id="2147483757" r:id="rId79"/>
    <p:sldLayoutId id="2147483756" r:id="rId78"/>
    <p:sldLayoutId id="2147483798" r:id="rId120"/>
    <p:sldLayoutId id="2147483799" r:id="rId121"/>
    <p:sldLayoutId id="2147483800" r:id="rId122"/>
    <p:sldLayoutId id="2147483801" r:id="rId123"/>
    <p:sldLayoutId id="2147483802" r:id="rId124"/>
    <p:sldLayoutId id="2147483803" r:id="rId125"/>
    <p:sldLayoutId id="2147483804" r:id="rId126"/>
    <p:sldLayoutId id="2147483805" r:id="rId127"/>
    <p:sldLayoutId id="2147483806" r:id="rId128"/>
    <p:sldLayoutId id="2147483807" r:id="rId129"/>
    <p:sldLayoutId id="2147483808" r:id="rId130"/>
    <p:sldLayoutId id="2147483809" r:id="rId131"/>
    <p:sldLayoutId id="2147483810" r:id="rId132"/>
    <p:sldLayoutId id="2147483811" r:id="rId133"/>
    <p:sldLayoutId id="2147483812" r:id="rId134"/>
    <p:sldLayoutId id="2147483772" r:id="rId94"/>
    <p:sldLayoutId id="2147483759" r:id="rId81"/>
    <p:sldLayoutId id="2147483758" r:id="rId80"/>
    <p:sldLayoutId id="2147483813" r:id="rId135"/>
    <p:sldLayoutId id="2147483814" r:id="rId136"/>
    <p:sldLayoutId id="2147483815" r:id="rId137"/>
    <p:sldLayoutId id="2147483816" r:id="rId138"/>
    <p:sldLayoutId id="2147483817" r:id="rId139"/>
    <p:sldLayoutId id="2147483818" r:id="rId140"/>
    <p:sldLayoutId id="2147483819" r:id="rId141"/>
    <p:sldLayoutId id="2147483820" r:id="rId142"/>
    <p:sldLayoutId id="2147483821" r:id="rId143"/>
    <p:sldLayoutId id="2147483822" r:id="rId144"/>
    <p:sldLayoutId id="2147483823" r:id="rId145"/>
    <p:sldLayoutId id="2147483824" r:id="rId146"/>
    <p:sldLayoutId id="2147483825" r:id="rId147"/>
    <p:sldLayoutId id="2147483826" r:id="rId148"/>
    <p:sldLayoutId id="2147483827" r:id="rId149"/>
    <p:sldLayoutId id="2147483773" r:id="rId95"/>
    <p:sldLayoutId id="2147483761" r:id="rId83"/>
    <p:sldLayoutId id="2147483760" r:id="rId82"/>
    <p:sldLayoutId id="2147483828" r:id="rId150"/>
    <p:sldLayoutId id="2147483829" r:id="rId151"/>
    <p:sldLayoutId id="2147483830" r:id="rId152"/>
    <p:sldLayoutId id="2147483831" r:id="rId153"/>
    <p:sldLayoutId id="2147483832" r:id="rId154"/>
    <p:sldLayoutId id="2147483833" r:id="rId155"/>
    <p:sldLayoutId id="2147483834" r:id="rId156"/>
    <p:sldLayoutId id="2147483835" r:id="rId157"/>
    <p:sldLayoutId id="2147483836" r:id="rId158"/>
    <p:sldLayoutId id="2147483837" r:id="rId159"/>
    <p:sldLayoutId id="2147483838" r:id="rId160"/>
    <p:sldLayoutId id="2147483839" r:id="rId161"/>
    <p:sldLayoutId id="2147483663" r:id="rId11"/>
    <p:sldLayoutId id="2147483664" r:id="rId12"/>
    <p:sldLayoutId id="2147483737" r:id="rId14"/>
    <p:sldLayoutId id="2147483666" r:id="rId16"/>
    <p:sldLayoutId id="2147483668" r:id="rId18"/>
    <p:sldLayoutId id="2147483669" r:id="rId19"/>
    <p:sldLayoutId id="2147483670" r:id="rId20"/>
    <p:sldLayoutId id="2147483672" r:id="rId22"/>
    <p:sldLayoutId id="2147483674" r:id="rId24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D6A0B861-D97F-43C8-B3DF-13EB4CD7C21A}">
  <ds:schemaRefs/>
</ds:datastoreItem>
</file>

<file path=customXml/itemProps2.xml><?xml version="1.0" encoding="utf-8"?>
<ds:datastoreItem xmlns:ds="http://schemas.openxmlformats.org/officeDocument/2006/customXml" ds:itemID="{6AE2E849-5528-4C05-B1E8-DB80DA8BD7F1}">
  <ds:schemaRefs/>
</ds:datastoreItem>
</file>

<file path=customXml/itemProps3.xml><?xml version="1.0" encoding="utf-8"?>
<ds:datastoreItem xmlns:ds="http://schemas.openxmlformats.org/officeDocument/2006/customXml" ds:itemID="{4F6381B7-CB4D-4A8E-AE8C-AD066D7465AA}">
  <ds:schemaRefs/>
</ds:datastoreItem>
</file>

<file path=customXml/itemProps4.xml><?xml version="1.0" encoding="utf-8"?>
<ds:datastoreItem xmlns:ds="http://schemas.openxmlformats.org/officeDocument/2006/customXml" ds:itemID="{7FC3D2F9-C978-4F6C-9B95-BEE6303453CA}">
  <ds:schemaRefs/>
</ds:datastoreItem>
</file>

<file path=customXml/itemProps5.xml><?xml version="1.0" encoding="utf-8"?>
<ds:datastoreItem xmlns:ds="http://schemas.openxmlformats.org/officeDocument/2006/customXml" ds:itemID="{F1A1DCA2-547F-4B90-BE36-91B9AB619C93}">
  <ds:schemaRefs/>
</ds:datastoreItem>
</file>

<file path=customXml/itemProps6.xml><?xml version="1.0" encoding="utf-8"?>
<ds:datastoreItem xmlns:ds="http://schemas.openxmlformats.org/officeDocument/2006/customXml" ds:itemID="{2A25ECD3-EA6C-4727-8DF2-5BDC9911D24C}">
  <ds:schemaRefs/>
</ds:datastoreItem>
</file>

<file path=customXml/itemProps7.xml><?xml version="1.0" encoding="utf-8"?>
<ds:datastoreItem xmlns:ds="http://schemas.openxmlformats.org/officeDocument/2006/customXml" ds:itemID="{D81E0773-B1DF-4187-B86B-A4CC89F4FFA3}">
  <ds:schemaRefs/>
</ds:datastoreItem>
</file>

<file path=customXml/itemProps8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9.xml><?xml version="1.0" encoding="utf-8"?>
<ds:datastoreItem xmlns:ds="http://schemas.openxmlformats.org/officeDocument/2006/customXml" ds:itemID="{2E5DC17B-7CA5-47FA-BB10-51D0544A8F91}">
  <ds:schemaRefs/>
</ds:datastoreItem>
</file>

<file path=customXml/itemProps10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1.xml><?xml version="1.0" encoding="utf-8"?>
<ds:datastoreItem xmlns:ds="http://schemas.openxmlformats.org/officeDocument/2006/customXml" ds:itemID="{F6CC31F5-13F1-4893-A918-27994DEE1E73}">
  <ds:schemaRefs/>
</ds:datastoreItem>
</file>

<file path=customXml/itemProps12.xml><?xml version="1.0" encoding="utf-8"?>
<ds:datastoreItem xmlns:ds="http://schemas.openxmlformats.org/officeDocument/2006/customXml" ds:itemID="{0B924887-3FAA-4B8E-815F-481860E4E6AF}">
  <ds:schemaRefs/>
</ds:datastoreItem>
</file>

<file path=customXml/itemProps13.xml><?xml version="1.0" encoding="utf-8"?>
<ds:datastoreItem xmlns:ds="http://schemas.openxmlformats.org/officeDocument/2006/customXml" ds:itemID="{BA1C3E13-54CF-4EC8-BFFC-847950BB2BA6}">
  <ds:schemaRefs/>
</ds:datastoreItem>
</file>

<file path=customXml/itemProps14.xml><?xml version="1.0" encoding="utf-8"?>
<ds:datastoreItem xmlns:ds="http://schemas.openxmlformats.org/officeDocument/2006/customXml" ds:itemID="{62D5B54B-6902-4F98-B23A-0118DB9EEDF4}">
  <ds:schemaRefs/>
</ds:datastoreItem>
</file>

<file path=customXml/itemProps15.xml><?xml version="1.0" encoding="utf-8"?>
<ds:datastoreItem xmlns:ds="http://schemas.openxmlformats.org/officeDocument/2006/customXml" ds:itemID="{772ABA4E-1FA2-4FC1-9A8A-C2C33BEC7DBE}">
  <ds:schemaRefs/>
</ds:datastoreItem>
</file>

<file path=customXml/itemProps16.xml><?xml version="1.0" encoding="utf-8"?>
<ds:datastoreItem xmlns:ds="http://schemas.openxmlformats.org/officeDocument/2006/customXml" ds:itemID="{3E86842F-01DA-4AAB-AA56-9F0B2F496397}">
  <ds:schemaRefs/>
</ds:datastoreItem>
</file>

<file path=customXml/itemProps17.xml><?xml version="1.0" encoding="utf-8"?>
<ds:datastoreItem xmlns:ds="http://schemas.openxmlformats.org/officeDocument/2006/customXml" ds:itemID="{A87FB1B0-D223-4CF6-8EC4-E3E816F1CDBE}">
  <ds:schemaRefs/>
</ds:datastoreItem>
</file>

<file path=customXml/itemProps18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9.xml><?xml version="1.0" encoding="utf-8"?>
<ds:datastoreItem xmlns:ds="http://schemas.openxmlformats.org/officeDocument/2006/customXml" ds:itemID="{ADCE6D4E-881A-4F21-8F46-6A112A7EEBE1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16</cp:revision>
  <dcterms:created xsi:type="dcterms:W3CDTF">2026-01-12T11:19:33Z</dcterms:created>
  <dcterms:modified xsi:type="dcterms:W3CDTF">2026-09-28T17:00:01Z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